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F9F6B-19F2-4FAC-8436-835A36B723E4}" type="datetimeFigureOut">
              <a:rPr lang="en-US" smtClean="0"/>
              <a:t>5/7/2018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C4BE1-D084-4D2B-8BB5-E99F5342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76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65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2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4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2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8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5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8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7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0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EE227 – Digital Logic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27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68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BCD Decade Counter</a:t>
            </a:r>
          </a:p>
          <a:p>
            <a:r>
              <a:rPr lang="en-US" dirty="0" smtClean="0"/>
              <a:t>Synchronous Counter</a:t>
            </a:r>
          </a:p>
          <a:p>
            <a:pPr lvl="1"/>
            <a:r>
              <a:rPr lang="en-US" dirty="0" smtClean="0"/>
              <a:t>BCD Counter</a:t>
            </a:r>
          </a:p>
          <a:p>
            <a:pPr lvl="1"/>
            <a:r>
              <a:rPr lang="en-US" dirty="0" smtClean="0"/>
              <a:t>4 bit Binary Counter with Parallel Load</a:t>
            </a:r>
          </a:p>
          <a:p>
            <a:r>
              <a:rPr lang="en-US" dirty="0" smtClean="0"/>
              <a:t>Quiz 7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2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BCD Decade Counter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956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The BCD counter is a decade counter as it counts from 0 to 9</a:t>
            </a:r>
          </a:p>
          <a:p>
            <a:r>
              <a:rPr lang="en-US" dirty="0" smtClean="0"/>
              <a:t>To count </a:t>
            </a:r>
            <a:r>
              <a:rPr lang="en-US" dirty="0"/>
              <a:t>in decimal from 0 to 99, we need a two‐decade </a:t>
            </a:r>
            <a:r>
              <a:rPr lang="en-US" dirty="0" smtClean="0"/>
              <a:t>counter</a:t>
            </a:r>
          </a:p>
          <a:p>
            <a:r>
              <a:rPr lang="en-US" dirty="0" smtClean="0"/>
              <a:t>To </a:t>
            </a:r>
            <a:r>
              <a:rPr lang="en-US" dirty="0"/>
              <a:t>count from 0 to </a:t>
            </a:r>
            <a:r>
              <a:rPr lang="en-US" dirty="0" smtClean="0"/>
              <a:t>999, we </a:t>
            </a:r>
            <a:r>
              <a:rPr lang="en-US" dirty="0"/>
              <a:t>need a three‐decade </a:t>
            </a:r>
            <a:r>
              <a:rPr lang="en-US" dirty="0" smtClean="0"/>
              <a:t>counter</a:t>
            </a:r>
          </a:p>
          <a:p>
            <a:r>
              <a:rPr lang="en-US" dirty="0" smtClean="0"/>
              <a:t>Multiple </a:t>
            </a:r>
            <a:r>
              <a:rPr lang="en-US" dirty="0"/>
              <a:t>decade counters can be constructed by </a:t>
            </a:r>
            <a:r>
              <a:rPr lang="en-US" dirty="0" smtClean="0"/>
              <a:t>connecting BCD </a:t>
            </a:r>
            <a:r>
              <a:rPr lang="en-US" dirty="0"/>
              <a:t>counters in cascade, one for each decade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3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4114800"/>
            <a:ext cx="651510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624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Synchronous Counters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Synchronous counters are different from ripple counters in that clock pulses are </a:t>
            </a:r>
            <a:r>
              <a:rPr lang="en-US" dirty="0" smtClean="0"/>
              <a:t>applied to </a:t>
            </a:r>
            <a:r>
              <a:rPr lang="en-US" dirty="0"/>
              <a:t>the inputs of all </a:t>
            </a:r>
            <a:r>
              <a:rPr lang="en-US" dirty="0" smtClean="0"/>
              <a:t>flip‐flops</a:t>
            </a:r>
          </a:p>
          <a:p>
            <a:r>
              <a:rPr lang="en-US" dirty="0" smtClean="0"/>
              <a:t>A </a:t>
            </a:r>
            <a:r>
              <a:rPr lang="en-US" dirty="0"/>
              <a:t>common clock triggers all flip‐flops </a:t>
            </a:r>
            <a:r>
              <a:rPr lang="en-US" dirty="0" smtClean="0"/>
              <a:t>simultaneously, rather </a:t>
            </a:r>
            <a:r>
              <a:rPr lang="en-US" dirty="0"/>
              <a:t>than one at a time in succession as in a ripple </a:t>
            </a:r>
            <a:r>
              <a:rPr lang="en-US" dirty="0" smtClean="0"/>
              <a:t>counter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0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Synchronous BCD Counter (1/4)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BCD counter counts in binary‐coded decimal from 0000 to 1001 and back to </a:t>
            </a:r>
            <a:r>
              <a:rPr lang="en-US" dirty="0" smtClean="0"/>
              <a:t>0000</a:t>
            </a:r>
            <a:endParaRPr lang="en-US" dirty="0"/>
          </a:p>
          <a:p>
            <a:r>
              <a:rPr lang="en-US" dirty="0"/>
              <a:t>Because of the return to 0 after a count of 9, a BCD counter does not have a </a:t>
            </a:r>
            <a:r>
              <a:rPr lang="en-US" dirty="0" smtClean="0"/>
              <a:t>regular pattern</a:t>
            </a:r>
            <a:r>
              <a:rPr lang="en-US" dirty="0"/>
              <a:t>, unlike a straight binary </a:t>
            </a:r>
            <a:r>
              <a:rPr lang="en-US" dirty="0" smtClean="0"/>
              <a:t>count</a:t>
            </a:r>
          </a:p>
          <a:p>
            <a:r>
              <a:rPr lang="en-US" dirty="0" smtClean="0"/>
              <a:t>In a BCD counter we have an </a:t>
            </a:r>
            <a:r>
              <a:rPr lang="en-US" dirty="0"/>
              <a:t>output y, which is equal to 1 when the present state is </a:t>
            </a:r>
            <a:r>
              <a:rPr lang="en-US" dirty="0" smtClean="0"/>
              <a:t>1001</a:t>
            </a:r>
          </a:p>
          <a:p>
            <a:r>
              <a:rPr lang="en-US" dirty="0" smtClean="0"/>
              <a:t>In </a:t>
            </a:r>
            <a:r>
              <a:rPr lang="en-US" dirty="0"/>
              <a:t>this way, y </a:t>
            </a:r>
            <a:r>
              <a:rPr lang="en-US" dirty="0" smtClean="0"/>
              <a:t>can enable </a:t>
            </a:r>
            <a:r>
              <a:rPr lang="en-US" dirty="0"/>
              <a:t>the count of the next‐higher significant decade while the same pulse switches </a:t>
            </a:r>
            <a:r>
              <a:rPr lang="en-US" dirty="0" smtClean="0"/>
              <a:t>the present </a:t>
            </a:r>
            <a:r>
              <a:rPr lang="en-US" dirty="0"/>
              <a:t>decade from 1001 to </a:t>
            </a:r>
            <a:r>
              <a:rPr lang="en-US" dirty="0" smtClean="0"/>
              <a:t>0000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4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BCD Counter </a:t>
            </a:r>
            <a:r>
              <a:rPr lang="en-US" dirty="0" smtClean="0"/>
              <a:t>(2/4)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76400"/>
            <a:ext cx="6539279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042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BCD Counter </a:t>
            </a:r>
            <a:r>
              <a:rPr lang="en-US" dirty="0" smtClean="0"/>
              <a:t>(3/4</a:t>
            </a:r>
            <a:r>
              <a:rPr lang="en-US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899" y="1569720"/>
            <a:ext cx="6271301" cy="4754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299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BCD Counter </a:t>
            </a:r>
            <a:r>
              <a:rPr lang="en-US" dirty="0" smtClean="0"/>
              <a:t>(4/4</a:t>
            </a:r>
            <a:r>
              <a:rPr lang="en-US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554" y="2209800"/>
            <a:ext cx="6424246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943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 smtClean="0"/>
              <a:t>Binary Counter with Parallel Load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Counters employed in digital systems quite often require a parallel‐load capability </a:t>
            </a:r>
            <a:r>
              <a:rPr lang="en-US" dirty="0" smtClean="0"/>
              <a:t>for transferring </a:t>
            </a:r>
            <a:r>
              <a:rPr lang="en-US" dirty="0"/>
              <a:t>an initial binary number into the counter prior to the count </a:t>
            </a:r>
            <a:r>
              <a:rPr lang="en-US" dirty="0" smtClean="0"/>
              <a:t>operation</a:t>
            </a:r>
          </a:p>
          <a:p>
            <a:r>
              <a:rPr lang="en-US" dirty="0" smtClean="0"/>
              <a:t>The block diagram of a 4 bit binary counter with parallel load is shown below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The carry output becomes a 1 if all the flip‐flops are equal to 1 while the count input </a:t>
            </a:r>
            <a:r>
              <a:rPr lang="en-US" dirty="0" smtClean="0"/>
              <a:t>is enabled</a:t>
            </a:r>
          </a:p>
          <a:p>
            <a:r>
              <a:rPr lang="en-US" dirty="0"/>
              <a:t>The carry output is useful for expanding the counter to more than four bits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9</a:t>
            </a:fld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971800"/>
            <a:ext cx="4002953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090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Counter with Parallel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r>
              <a:rPr lang="en-US" dirty="0" smtClean="0"/>
              <a:t>The operations of a 4 – bit binary counter with parallel load is summarized in the table below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495800"/>
            <a:ext cx="4002953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743200"/>
            <a:ext cx="5448300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3519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>
            <a:normAutofit/>
          </a:bodyPr>
          <a:lstStyle/>
          <a:p>
            <a:r>
              <a:rPr lang="en-US" dirty="0"/>
              <a:t>Binary Counter with Parallel Load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11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143000"/>
            <a:ext cx="5060964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6675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Uses of Binary Counter with Parallel Load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counter with a parallel load can be used to generate any desired count </a:t>
            </a:r>
            <a:r>
              <a:rPr lang="en-US" dirty="0" smtClean="0"/>
              <a:t>sequence</a:t>
            </a:r>
          </a:p>
          <a:p>
            <a:r>
              <a:rPr lang="en-US" dirty="0" smtClean="0"/>
              <a:t>Using as a BCD counter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12</a:t>
            </a:fld>
            <a:endParaRPr lang="en-US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15" y="3331672"/>
            <a:ext cx="3477085" cy="3017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941" y="3331672"/>
            <a:ext cx="3474459" cy="3017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935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9115</TotalTime>
  <Words>483</Words>
  <Application>Microsoft Office PowerPoint</Application>
  <PresentationFormat>On-screen Show (4:3)</PresentationFormat>
  <Paragraphs>73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EE227 – Digital Logic Design</vt:lpstr>
      <vt:lpstr>Outline</vt:lpstr>
      <vt:lpstr>BCD Decade Counter</vt:lpstr>
      <vt:lpstr>Synchronous Counters</vt:lpstr>
      <vt:lpstr>Synchronous BCD Counter (1/4)</vt:lpstr>
      <vt:lpstr>Synchronous BCD Counter (2/4)</vt:lpstr>
      <vt:lpstr>Synchronous BCD Counter (3/4)</vt:lpstr>
      <vt:lpstr>Synchronous BCD Counter (4/4)</vt:lpstr>
      <vt:lpstr>Binary Counter with Parallel Load</vt:lpstr>
      <vt:lpstr>Binary Counter with Parallel Load</vt:lpstr>
      <vt:lpstr>Binary Counter with Parallel Load</vt:lpstr>
      <vt:lpstr>Uses of Binary Counter with Parallel Load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EE227 – Digital Logic Design</dc:title>
  <dc:creator>sAjid</dc:creator>
  <cp:lastModifiedBy>sAjid</cp:lastModifiedBy>
  <cp:revision>378</cp:revision>
  <dcterms:created xsi:type="dcterms:W3CDTF">2018-01-21T13:37:44Z</dcterms:created>
  <dcterms:modified xsi:type="dcterms:W3CDTF">2018-05-07T05:43:29Z</dcterms:modified>
</cp:coreProperties>
</file>