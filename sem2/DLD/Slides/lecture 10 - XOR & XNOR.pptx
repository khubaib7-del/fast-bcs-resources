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9860" y="1257300"/>
            <a:ext cx="7347204" cy="49991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627634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533954"/>
            <a:ext cx="6347459" cy="3926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7025" y="2235990"/>
            <a:ext cx="6458585" cy="1851660"/>
          </a:xfrm>
          <a:prstGeom prst="rect"/>
        </p:spPr>
        <p:txBody>
          <a:bodyPr wrap="square" lIns="0" tIns="288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dirty="0" sz="6000">
                <a:latin typeface="Times New Roman"/>
                <a:cs typeface="Times New Roman"/>
              </a:rPr>
              <a:t>Digital</a:t>
            </a:r>
            <a:r>
              <a:rPr dirty="0" sz="6000" spc="-15">
                <a:latin typeface="Times New Roman"/>
                <a:cs typeface="Times New Roman"/>
              </a:rPr>
              <a:t> </a:t>
            </a:r>
            <a:r>
              <a:rPr dirty="0" sz="6000">
                <a:latin typeface="Times New Roman"/>
                <a:cs typeface="Times New Roman"/>
              </a:rPr>
              <a:t>Logic</a:t>
            </a:r>
            <a:r>
              <a:rPr dirty="0" sz="6000" spc="-10">
                <a:latin typeface="Times New Roman"/>
                <a:cs typeface="Times New Roman"/>
              </a:rPr>
              <a:t> Design</a:t>
            </a:r>
            <a:endParaRPr sz="6000">
              <a:latin typeface="Times New Roman"/>
              <a:cs typeface="Times New Roman"/>
            </a:endParaRPr>
          </a:p>
          <a:p>
            <a:pPr marL="3733800">
              <a:lnSpc>
                <a:spcPct val="100000"/>
              </a:lnSpc>
              <a:spcBef>
                <a:spcPts val="1165"/>
              </a:spcBef>
            </a:pPr>
            <a:r>
              <a:rPr dirty="0" sz="3200" b="1">
                <a:latin typeface="Times New Roman"/>
                <a:cs typeface="Times New Roman"/>
              </a:rPr>
              <a:t>Lecture</a:t>
            </a:r>
            <a:r>
              <a:rPr dirty="0" sz="3200" spc="-135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Don’t</a:t>
            </a:r>
            <a:r>
              <a:rPr dirty="0" spc="-6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Care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Conditions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444193"/>
            <a:ext cx="10454640" cy="449897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241300" marR="522605" indent="-228600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minterms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 a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Boolean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function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specify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all combinations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 </a:t>
            </a:r>
            <a:r>
              <a:rPr dirty="0" sz="2600" spc="-10">
                <a:latin typeface="Times New Roman"/>
                <a:cs typeface="Times New Roman"/>
              </a:rPr>
              <a:t>variable </a:t>
            </a:r>
            <a:r>
              <a:rPr dirty="0" sz="2600">
                <a:latin typeface="Times New Roman"/>
                <a:cs typeface="Times New Roman"/>
              </a:rPr>
              <a:t>values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 which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function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equal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1.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function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assumed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be </a:t>
            </a:r>
            <a:r>
              <a:rPr dirty="0" sz="2600">
                <a:latin typeface="Times New Roman"/>
                <a:cs typeface="Times New Roman"/>
              </a:rPr>
              <a:t>equal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0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rest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minterms.</a:t>
            </a:r>
            <a:endParaRPr sz="26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ts val="28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This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assumption,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however,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always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valid,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since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there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applications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in </a:t>
            </a:r>
            <a:r>
              <a:rPr dirty="0" sz="2600">
                <a:latin typeface="Times New Roman"/>
                <a:cs typeface="Times New Roman"/>
              </a:rPr>
              <a:t>which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function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specified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certain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variable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value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combinations.</a:t>
            </a:r>
            <a:endParaRPr sz="2600">
              <a:latin typeface="Times New Roman"/>
              <a:cs typeface="Times New Roman"/>
            </a:endParaRPr>
          </a:p>
          <a:p>
            <a:pPr algn="just"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There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 two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cases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which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this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occurs.</a:t>
            </a:r>
            <a:endParaRPr sz="2600">
              <a:latin typeface="Times New Roman"/>
              <a:cs typeface="Times New Roman"/>
            </a:endParaRPr>
          </a:p>
          <a:p>
            <a:pPr algn="just" lvl="1" marL="728980" marR="213995" indent="-351155">
              <a:lnSpc>
                <a:spcPct val="90000"/>
              </a:lnSpc>
              <a:spcBef>
                <a:spcPts val="1000"/>
              </a:spcBef>
              <a:buFont typeface="Wingdings"/>
              <a:buChar char=""/>
              <a:tabLst>
                <a:tab pos="730250" algn="l"/>
              </a:tabLst>
            </a:pP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first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case,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input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combinations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never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30">
                <a:latin typeface="Times New Roman"/>
                <a:cs typeface="Times New Roman"/>
              </a:rPr>
              <a:t>occur.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example,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the </a:t>
            </a:r>
            <a:r>
              <a:rPr dirty="0" sz="2600" spc="-25">
                <a:latin typeface="Times New Roman"/>
                <a:cs typeface="Times New Roman"/>
              </a:rPr>
              <a:t>	</a:t>
            </a:r>
            <a:r>
              <a:rPr dirty="0" sz="2600" spc="-10">
                <a:latin typeface="Times New Roman"/>
                <a:cs typeface="Times New Roman"/>
              </a:rPr>
              <a:t>four-</a:t>
            </a:r>
            <a:r>
              <a:rPr dirty="0" sz="2600">
                <a:latin typeface="Times New Roman"/>
                <a:cs typeface="Times New Roman"/>
              </a:rPr>
              <a:t>bit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binary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code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decimal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digits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has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six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combinations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that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are </a:t>
            </a:r>
            <a:r>
              <a:rPr dirty="0" sz="2600" spc="-25"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expected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</a:t>
            </a:r>
            <a:r>
              <a:rPr dirty="0" sz="2600" spc="-10">
                <a:latin typeface="Times New Roman"/>
                <a:cs typeface="Times New Roman"/>
              </a:rPr>
              <a:t>occur.</a:t>
            </a:r>
            <a:endParaRPr sz="2600">
              <a:latin typeface="Times New Roman"/>
              <a:cs typeface="Times New Roman"/>
            </a:endParaRPr>
          </a:p>
          <a:p>
            <a:pPr algn="just" lvl="1" marL="728980" marR="183515" indent="-351155">
              <a:lnSpc>
                <a:spcPts val="2810"/>
              </a:lnSpc>
              <a:spcBef>
                <a:spcPts val="1045"/>
              </a:spcBef>
              <a:buFont typeface="Wingdings"/>
              <a:buChar char=""/>
              <a:tabLst>
                <a:tab pos="730250" algn="l"/>
              </a:tabLst>
            </a:pP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case,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input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combinations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expected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occur,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we </a:t>
            </a:r>
            <a:r>
              <a:rPr dirty="0" sz="2600" spc="-25"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do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care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what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outputs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are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response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these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combinations.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latin typeface="Times New Roman"/>
                <a:cs typeface="Times New Roman"/>
              </a:rPr>
              <a:t>Contd.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441196"/>
            <a:ext cx="10180320" cy="437578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40029" marR="773430" indent="-227329">
              <a:lnSpc>
                <a:spcPts val="269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both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cases,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outputs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are said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unspecified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input 	combinations.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Incompletely</a:t>
            </a:r>
            <a:r>
              <a:rPr dirty="0" sz="2800" spc="-8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specified</a:t>
            </a:r>
            <a:r>
              <a:rPr dirty="0" sz="2800" spc="-8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E5496"/>
                </a:solidFill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  <a:p>
            <a:pPr marL="240029" marR="111760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Functions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have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unspecified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outputs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some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input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combinations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are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called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incompletely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specified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functions.</a:t>
            </a:r>
            <a:endParaRPr sz="28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In most applications,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simply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care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what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value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assumed </a:t>
            </a:r>
            <a:r>
              <a:rPr dirty="0" sz="2800" spc="-25">
                <a:latin typeface="Times New Roman"/>
                <a:cs typeface="Times New Roman"/>
              </a:rPr>
              <a:t>by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unspecified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minterms. For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this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reason,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is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customary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call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unspecified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minterms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35">
                <a:latin typeface="Times New Roman"/>
                <a:cs typeface="Times New Roman"/>
              </a:rPr>
              <a:t>don’t-</a:t>
            </a:r>
            <a:r>
              <a:rPr dirty="0" sz="2800" spc="-20">
                <a:latin typeface="Times New Roman"/>
                <a:cs typeface="Times New Roman"/>
              </a:rPr>
              <a:t>care 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conditions.</a:t>
            </a:r>
            <a:endParaRPr sz="2800">
              <a:latin typeface="Times New Roman"/>
              <a:cs typeface="Times New Roman"/>
            </a:endParaRPr>
          </a:p>
          <a:p>
            <a:pPr marL="240029" marR="1773555" indent="-227329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These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conditions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map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provide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further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simplification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function.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latin typeface="Times New Roman"/>
                <a:cs typeface="Times New Roman"/>
              </a:rPr>
              <a:t>Contd.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356741"/>
            <a:ext cx="10267315" cy="450215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just" marL="240029" marR="5080" indent="-227329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should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realized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Times New Roman"/>
                <a:cs typeface="Times New Roman"/>
              </a:rPr>
              <a:t>don’t-</a:t>
            </a:r>
            <a:r>
              <a:rPr dirty="0" sz="2800">
                <a:latin typeface="Times New Roman"/>
                <a:cs typeface="Times New Roman"/>
              </a:rPr>
              <a:t>care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minterm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cannot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marked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with 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map,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because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would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require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that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always </a:t>
            </a:r>
            <a:r>
              <a:rPr dirty="0" sz="2800" spc="-25">
                <a:latin typeface="Times New Roman"/>
                <a:cs typeface="Times New Roman"/>
              </a:rPr>
              <a:t>be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such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minterm.</a:t>
            </a:r>
            <a:endParaRPr sz="2800">
              <a:latin typeface="Times New Roman"/>
              <a:cs typeface="Times New Roman"/>
            </a:endParaRPr>
          </a:p>
          <a:p>
            <a:pPr algn="just" marL="240029" indent="-227329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Times New Roman"/>
                <a:cs typeface="Times New Roman"/>
              </a:rPr>
              <a:t>Likewise,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putting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0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square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requires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0.</a:t>
            </a:r>
            <a:endParaRPr sz="2800">
              <a:latin typeface="Times New Roman"/>
              <a:cs typeface="Times New Roman"/>
            </a:endParaRPr>
          </a:p>
          <a:p>
            <a:pPr algn="just"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55">
                <a:latin typeface="Times New Roman"/>
                <a:cs typeface="Times New Roman"/>
              </a:rPr>
              <a:t>To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distinguish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don’t-</a:t>
            </a:r>
            <a:r>
              <a:rPr dirty="0" sz="2800">
                <a:latin typeface="Times New Roman"/>
                <a:cs typeface="Times New Roman"/>
              </a:rPr>
              <a:t>care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condition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0s,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used.</a:t>
            </a:r>
            <a:endParaRPr sz="28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325"/>
              </a:spcBef>
            </a:pP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Simplification</a:t>
            </a:r>
            <a:r>
              <a:rPr dirty="0" sz="2800" spc="-8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of</a:t>
            </a:r>
            <a:r>
              <a:rPr dirty="0" sz="2800" spc="-6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an</a:t>
            </a:r>
            <a:r>
              <a:rPr dirty="0" sz="2800" spc="-6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incompletely</a:t>
            </a:r>
            <a:r>
              <a:rPr dirty="0" sz="2800" spc="-7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2E5496"/>
                </a:solidFill>
                <a:latin typeface="Times New Roman"/>
                <a:cs typeface="Times New Roman"/>
              </a:rPr>
              <a:t>specified</a:t>
            </a:r>
            <a:r>
              <a:rPr dirty="0" sz="2800" spc="-7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2E5496"/>
                </a:solidFill>
                <a:latin typeface="Times New Roman"/>
                <a:cs typeface="Times New Roman"/>
              </a:rPr>
              <a:t>function</a:t>
            </a:r>
            <a:endParaRPr sz="2800">
              <a:latin typeface="Times New Roman"/>
              <a:cs typeface="Times New Roman"/>
            </a:endParaRPr>
          </a:p>
          <a:p>
            <a:pPr marL="240029" marR="254635" indent="-227329">
              <a:lnSpc>
                <a:spcPts val="269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When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choosing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adjacent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squares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simplify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map, </a:t>
            </a:r>
            <a:r>
              <a:rPr dirty="0" sz="2800" spc="-20"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×’s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dirty="0" sz="2800" spc="-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assumed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dirty="0" sz="2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either</a:t>
            </a:r>
            <a:r>
              <a:rPr dirty="0" sz="28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whichever</a:t>
            </a:r>
            <a:r>
              <a:rPr dirty="0" sz="28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gives</a:t>
            </a:r>
            <a:r>
              <a:rPr dirty="0" sz="28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800" spc="-2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simplest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 expression.</a:t>
            </a:r>
            <a:endParaRPr sz="2800">
              <a:latin typeface="Times New Roman"/>
              <a:cs typeface="Times New Roman"/>
            </a:endParaRPr>
          </a:p>
          <a:p>
            <a:pPr marL="240029" marR="694055" indent="-227329">
              <a:lnSpc>
                <a:spcPts val="269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×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used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if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does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contribute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covering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a </a:t>
            </a:r>
            <a:r>
              <a:rPr dirty="0" sz="2800" spc="-5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larger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area.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5477"/>
            <a:ext cx="325755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Example</a:t>
            </a:r>
            <a:r>
              <a:rPr dirty="0" spc="-20" b="1">
                <a:latin typeface="Times New Roman"/>
                <a:cs typeface="Times New Roman"/>
              </a:rPr>
              <a:t> 2.14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051051"/>
            <a:ext cx="8740775" cy="5275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Simplify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Boolean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function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 (A, B, C, D)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9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Σm(1,3,7,11,15)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which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don’t-</a:t>
            </a:r>
            <a:r>
              <a:rPr dirty="0" sz="2600">
                <a:latin typeface="Times New Roman"/>
                <a:cs typeface="Times New Roman"/>
              </a:rPr>
              <a:t>care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conditions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(A,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B,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C,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D)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 </a:t>
            </a:r>
            <a:r>
              <a:rPr dirty="0" sz="2600" spc="-10">
                <a:latin typeface="Times New Roman"/>
                <a:cs typeface="Times New Roman"/>
              </a:rPr>
              <a:t>Σm(0,2,5).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2640330" algn="l"/>
              </a:tabLst>
            </a:pPr>
            <a:r>
              <a:rPr dirty="0" sz="2600" b="1">
                <a:solidFill>
                  <a:srgbClr val="2E5496"/>
                </a:solidFill>
                <a:latin typeface="Calibri"/>
                <a:cs typeface="Calibri"/>
              </a:rPr>
              <a:t>SOP:</a:t>
            </a:r>
            <a:r>
              <a:rPr dirty="0" sz="2600" spc="-2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F=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B,</a:t>
            </a:r>
            <a:r>
              <a:rPr dirty="0" sz="2600">
                <a:latin typeface="Calibri"/>
                <a:cs typeface="Calibri"/>
              </a:rPr>
              <a:t>	F=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 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D</a:t>
            </a:r>
            <a:endParaRPr sz="2600">
              <a:latin typeface="Calibri"/>
              <a:cs typeface="Calibri"/>
            </a:endParaRPr>
          </a:p>
          <a:p>
            <a:pPr marL="12700" marR="4556760" indent="228600">
              <a:lnSpc>
                <a:spcPct val="102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Times New Roman"/>
                <a:cs typeface="Times New Roman"/>
              </a:rPr>
              <a:t>It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also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possible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 obtain </a:t>
            </a:r>
            <a:r>
              <a:rPr dirty="0" sz="2600" spc="-25">
                <a:latin typeface="Times New Roman"/>
                <a:cs typeface="Times New Roman"/>
              </a:rPr>
              <a:t>an </a:t>
            </a:r>
            <a:r>
              <a:rPr dirty="0" sz="2600">
                <a:latin typeface="Times New Roman"/>
                <a:cs typeface="Times New Roman"/>
              </a:rPr>
              <a:t>optimized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product-of-</a:t>
            </a:r>
            <a:r>
              <a:rPr dirty="0" sz="2600" spc="-20" b="1">
                <a:latin typeface="Times New Roman"/>
                <a:cs typeface="Times New Roman"/>
              </a:rPr>
              <a:t>sums </a:t>
            </a:r>
            <a:r>
              <a:rPr dirty="0" sz="2600">
                <a:latin typeface="Times New Roman"/>
                <a:cs typeface="Times New Roman"/>
              </a:rPr>
              <a:t>expression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function.</a:t>
            </a:r>
            <a:endParaRPr sz="2600">
              <a:latin typeface="Times New Roman"/>
              <a:cs typeface="Times New Roman"/>
            </a:endParaRPr>
          </a:p>
          <a:p>
            <a:pPr marL="12700" marR="3318510">
              <a:lnSpc>
                <a:spcPct val="102099"/>
              </a:lnSpc>
              <a:spcBef>
                <a:spcPts val="10"/>
              </a:spcBef>
            </a:pPr>
            <a:r>
              <a:rPr dirty="0" sz="2600" b="1">
                <a:solidFill>
                  <a:srgbClr val="2E5496"/>
                </a:solidFill>
                <a:latin typeface="Times New Roman"/>
                <a:cs typeface="Times New Roman"/>
              </a:rPr>
              <a:t>POS:</a:t>
            </a:r>
            <a:r>
              <a:rPr dirty="0" sz="2600" spc="-30" b="1">
                <a:solidFill>
                  <a:srgbClr val="2E549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this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case,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way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combine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0s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include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don’t-</a:t>
            </a:r>
            <a:r>
              <a:rPr dirty="0" sz="2600">
                <a:latin typeface="Times New Roman"/>
                <a:cs typeface="Times New Roman"/>
              </a:rPr>
              <a:t>care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minterms </a:t>
            </a:r>
            <a:r>
              <a:rPr dirty="0" sz="2600">
                <a:latin typeface="Times New Roman"/>
                <a:cs typeface="Times New Roman"/>
              </a:rPr>
              <a:t>0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2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0s,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giving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</a:t>
            </a:r>
            <a:r>
              <a:rPr dirty="0" sz="2600" spc="-10">
                <a:latin typeface="Times New Roman"/>
                <a:cs typeface="Times New Roman"/>
              </a:rPr>
              <a:t>optimized </a:t>
            </a:r>
            <a:r>
              <a:rPr dirty="0" sz="2600">
                <a:latin typeface="Times New Roman"/>
                <a:cs typeface="Times New Roman"/>
              </a:rPr>
              <a:t>complemented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function.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600">
                <a:latin typeface="Calibri"/>
                <a:cs typeface="Calibri"/>
              </a:rPr>
              <a:t>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=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 +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600" spc="-10">
                <a:latin typeface="Times New Roman"/>
                <a:cs typeface="Times New Roman"/>
              </a:rPr>
              <a:t>Taking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complement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F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600">
                <a:latin typeface="Calibri"/>
                <a:cs typeface="Calibri"/>
              </a:rPr>
              <a:t>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=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D(A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+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3272" y="2306961"/>
            <a:ext cx="5338583" cy="2777856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814066" y="1928622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079242" y="193928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711446" y="1925573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12113" y="514730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90650" y="514730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178557" y="5147309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00022" y="5977890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79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436626"/>
            <a:ext cx="72167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Exclusive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OR/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Exclusive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spc="-25" b="1">
                <a:latin typeface="Times New Roman"/>
                <a:cs typeface="Times New Roman"/>
              </a:rPr>
              <a:t>NOR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3373" y="1335786"/>
            <a:ext cx="10001250" cy="408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828675" indent="-343535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eXclusive</a:t>
            </a:r>
            <a:r>
              <a:rPr dirty="0" sz="2800" spc="-6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OR</a:t>
            </a:r>
            <a:r>
              <a:rPr dirty="0" sz="2800" spc="-50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(</a:t>
            </a:r>
            <a:r>
              <a:rPr dirty="0" sz="2800" b="1" i="1">
                <a:latin typeface="Times New Roman"/>
                <a:cs typeface="Times New Roman"/>
              </a:rPr>
              <a:t>XOR</a:t>
            </a:r>
            <a:r>
              <a:rPr dirty="0" sz="2800" b="1">
                <a:latin typeface="Times New Roman"/>
                <a:cs typeface="Times New Roman"/>
              </a:rPr>
              <a:t>)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important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Boolean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used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extensively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logic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circuits.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may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be;</a:t>
            </a:r>
            <a:endParaRPr sz="2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9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implemented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directly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electronic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circuit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(truly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gate)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57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  <a:tab pos="2998470" algn="l"/>
              </a:tabLst>
            </a:pPr>
            <a:r>
              <a:rPr dirty="0" sz="2400" b="1">
                <a:latin typeface="Times New Roman"/>
                <a:cs typeface="Times New Roman"/>
              </a:rPr>
              <a:t>implemented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by</a:t>
            </a:r>
            <a:r>
              <a:rPr dirty="0" sz="2400" b="1">
                <a:latin typeface="Times New Roman"/>
                <a:cs typeface="Times New Roman"/>
              </a:rPr>
              <a:t>	interconnecting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other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gate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types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(used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convenient representation)</a:t>
            </a:r>
            <a:endParaRPr sz="2400">
              <a:latin typeface="Times New Roman"/>
              <a:cs typeface="Times New Roman"/>
            </a:endParaRPr>
          </a:p>
          <a:p>
            <a:pPr marL="355600" marR="701040" indent="-343535">
              <a:lnSpc>
                <a:spcPct val="100000"/>
              </a:lnSpc>
              <a:spcBef>
                <a:spcPts val="660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eXclusive</a:t>
            </a:r>
            <a:r>
              <a:rPr dirty="0" sz="2800" spc="-5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NOR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complement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XOR </a:t>
            </a:r>
            <a:r>
              <a:rPr dirty="0" sz="2800" spc="-10" b="1">
                <a:latin typeface="Times New Roman"/>
                <a:cs typeface="Times New Roman"/>
              </a:rPr>
              <a:t>function</a:t>
            </a:r>
            <a:endParaRPr sz="28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spcBef>
                <a:spcPts val="675"/>
              </a:spcBef>
              <a:buClr>
                <a:srgbClr val="3333FF"/>
              </a:buClr>
              <a:buFont typeface="Wingdings"/>
              <a:buChar char=""/>
              <a:tabLst>
                <a:tab pos="443865" algn="l"/>
              </a:tabLst>
            </a:pPr>
            <a:r>
              <a:rPr dirty="0" sz="2800" b="1">
                <a:latin typeface="Times New Roman"/>
                <a:cs typeface="Times New Roman"/>
              </a:rPr>
              <a:t>By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definition,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XNOR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gates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are</a:t>
            </a:r>
            <a:r>
              <a:rPr dirty="0" sz="2800" spc="-7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complex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gates.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72167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Exclusive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OR/</a:t>
            </a:r>
            <a:r>
              <a:rPr dirty="0" spc="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Exclusive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spc="-25" b="1">
                <a:latin typeface="Times New Roman"/>
                <a:cs typeface="Times New Roman"/>
              </a:rPr>
              <a:t>NOR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7640" y="1248078"/>
            <a:ext cx="7276465" cy="185864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785"/>
              </a:spcBef>
              <a:buClr>
                <a:srgbClr val="3333FF"/>
              </a:buClr>
              <a:buFont typeface="Wingdings"/>
              <a:buChar char=""/>
              <a:tabLst>
                <a:tab pos="622300" algn="l"/>
              </a:tabLst>
            </a:pPr>
            <a:r>
              <a:rPr dirty="0" sz="2800" b="1">
                <a:latin typeface="Times New Roman"/>
                <a:cs typeface="Times New Roman"/>
              </a:rPr>
              <a:t>Uses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XNORs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gate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include:</a:t>
            </a:r>
            <a:endParaRPr sz="28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590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Adders/subtractors/multipliers</a:t>
            </a:r>
            <a:endParaRPr sz="24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580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Counters/incrementers/decrementers</a:t>
            </a:r>
            <a:endParaRPr sz="24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57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Parity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generators/checkers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7640" y="3077574"/>
            <a:ext cx="3573779" cy="98044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0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Definitions</a:t>
            </a:r>
            <a:endParaRPr sz="2800">
              <a:latin typeface="Times New Roman"/>
              <a:cs typeface="Times New Roman"/>
            </a:endParaRPr>
          </a:p>
          <a:p>
            <a:pPr lvl="1" marL="756285" indent="-287020">
              <a:lnSpc>
                <a:spcPct val="100000"/>
              </a:lnSpc>
              <a:spcBef>
                <a:spcPts val="59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XOR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 </a:t>
            </a:r>
            <a:r>
              <a:rPr dirty="0" sz="2400" spc="-25" b="1"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94789" y="4105402"/>
            <a:ext cx="66274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3333FF"/>
              </a:buClr>
              <a:buFont typeface="Times New Roman"/>
              <a:buChar char="•"/>
              <a:tabLst>
                <a:tab pos="299085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eXclusive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NOR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(XNOR)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</a:t>
            </a:r>
            <a:r>
              <a:rPr dirty="0" u="sng" sz="2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n,</a:t>
            </a:r>
            <a:r>
              <a:rPr dirty="0" u="sng" sz="24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othe</a:t>
            </a:r>
            <a:r>
              <a:rPr dirty="0" sz="2400" spc="-10" b="1">
                <a:latin typeface="Times New Roman"/>
                <a:cs typeface="Times New Roman"/>
              </a:rPr>
              <a:t>rwise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81682" y="4471161"/>
            <a:ext cx="3200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known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equivalence</a:t>
            </a:r>
            <a:r>
              <a:rPr dirty="0" sz="2400" spc="-60" b="1" i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is: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7640" y="4920437"/>
            <a:ext cx="9672320" cy="1306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Strictly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speaking,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XNOR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gates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do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no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exist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10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more </a:t>
            </a:r>
            <a:r>
              <a:rPr dirty="0" sz="2800" b="1">
                <a:latin typeface="Times New Roman"/>
                <a:cs typeface="Times New Roman"/>
              </a:rPr>
              <a:t>than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two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inputs.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Instead,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they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are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replaced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by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even </a:t>
            </a:r>
            <a:r>
              <a:rPr dirty="0" sz="2800" spc="-10" b="1">
                <a:latin typeface="Times New Roman"/>
                <a:cs typeface="Times New Roman"/>
              </a:rPr>
              <a:t>functions.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770114" y="3658361"/>
            <a:ext cx="243840" cy="1905"/>
          </a:xfrm>
          <a:custGeom>
            <a:avLst/>
            <a:gdLst/>
            <a:ahLst/>
            <a:cxnLst/>
            <a:rect l="l" t="t" r="r" b="b"/>
            <a:pathLst>
              <a:path w="243840" h="1904">
                <a:moveTo>
                  <a:pt x="0" y="0"/>
                </a:moveTo>
                <a:lnTo>
                  <a:pt x="243839" y="15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65997" y="3658361"/>
            <a:ext cx="251460" cy="1905"/>
          </a:xfrm>
          <a:custGeom>
            <a:avLst/>
            <a:gdLst/>
            <a:ahLst/>
            <a:cxnLst/>
            <a:rect l="l" t="t" r="r" b="b"/>
            <a:pathLst>
              <a:path w="251459" h="1904">
                <a:moveTo>
                  <a:pt x="0" y="0"/>
                </a:moveTo>
                <a:lnTo>
                  <a:pt x="251459" y="15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107938" y="3619246"/>
            <a:ext cx="2863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</a:t>
            </a:r>
            <a:r>
              <a:rPr dirty="0" baseline="5952" sz="4200" spc="-262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52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2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Y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</a:t>
            </a:r>
            <a:r>
              <a:rPr dirty="0" baseline="5952" sz="4200" spc="-179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06209" y="4452873"/>
            <a:ext cx="2863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</a:t>
            </a:r>
            <a:r>
              <a:rPr dirty="0" baseline="5952" sz="4200" spc="-262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52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20" b="1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17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</a:t>
            </a:r>
            <a:r>
              <a:rPr dirty="0" baseline="5952" sz="4200" spc="-172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094469" y="4496561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751569" y="4496561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63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710755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 b="1">
                <a:latin typeface="Times New Roman"/>
                <a:cs typeface="Times New Roman"/>
              </a:rPr>
              <a:t>Truth</a:t>
            </a:r>
            <a:r>
              <a:rPr dirty="0" spc="-200" b="1">
                <a:latin typeface="Times New Roman"/>
                <a:cs typeface="Times New Roman"/>
              </a:rPr>
              <a:t> </a:t>
            </a:r>
            <a:r>
              <a:rPr dirty="0" spc="-30" b="1">
                <a:latin typeface="Times New Roman"/>
                <a:cs typeface="Times New Roman"/>
              </a:rPr>
              <a:t>Tables</a:t>
            </a:r>
            <a:r>
              <a:rPr dirty="0" spc="-10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for</a:t>
            </a:r>
            <a:r>
              <a:rPr dirty="0" spc="-19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XOR/XNOR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72311" y="1343355"/>
            <a:ext cx="756348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  <a:tab pos="3670300" algn="l"/>
                <a:tab pos="6505575" algn="l"/>
              </a:tabLst>
            </a:pPr>
            <a:r>
              <a:rPr dirty="0" sz="2800" b="1">
                <a:latin typeface="Times New Roman"/>
                <a:cs typeface="Times New Roman"/>
              </a:rPr>
              <a:t>Operator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Rules: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25" b="1">
                <a:latin typeface="Times New Roman"/>
                <a:cs typeface="Times New Roman"/>
              </a:rPr>
              <a:t>XOR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20" b="1">
                <a:latin typeface="Times New Roman"/>
                <a:cs typeface="Times New Roman"/>
              </a:rPr>
              <a:t>XNOR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72311" y="4117619"/>
            <a:ext cx="7741920" cy="18199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means: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dirty="0" sz="2800" b="1">
                <a:latin typeface="Times New Roman"/>
                <a:cs typeface="Times New Roman"/>
              </a:rPr>
              <a:t>X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OR</a:t>
            </a:r>
            <a:r>
              <a:rPr dirty="0" sz="2800" spc="-135" b="1">
                <a:latin typeface="Times New Roman"/>
                <a:cs typeface="Times New Roman"/>
              </a:rPr>
              <a:t> </a:t>
            </a:r>
            <a:r>
              <a:rPr dirty="0" sz="2800" spc="-114" b="1">
                <a:latin typeface="Times New Roman"/>
                <a:cs typeface="Times New Roman"/>
              </a:rPr>
              <a:t>Y,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but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NOT</a:t>
            </a:r>
            <a:r>
              <a:rPr dirty="0" sz="2800" spc="-9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BOTH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ts val="3200"/>
              </a:lnSpc>
              <a:spcBef>
                <a:spcPts val="33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Why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XNOR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also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known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the</a:t>
            </a:r>
            <a:endParaRPr sz="2800">
              <a:latin typeface="Times New Roman"/>
              <a:cs typeface="Times New Roman"/>
            </a:endParaRPr>
          </a:p>
          <a:p>
            <a:pPr marL="355600">
              <a:lnSpc>
                <a:spcPts val="3200"/>
              </a:lnSpc>
            </a:pPr>
            <a:r>
              <a:rPr dirty="0" sz="2800" b="1" i="1">
                <a:latin typeface="Times New Roman"/>
                <a:cs typeface="Times New Roman"/>
              </a:rPr>
              <a:t>equivalence</a:t>
            </a:r>
            <a:r>
              <a:rPr dirty="0" sz="2800" spc="-65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function,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denoted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by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operator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Symbol"/>
                <a:cs typeface="Symbol"/>
              </a:rPr>
              <a:t></a:t>
            </a:r>
            <a:r>
              <a:rPr dirty="0" sz="2800" spc="-25" b="1">
                <a:latin typeface="Times New Roman"/>
                <a:cs typeface="Times New Roman"/>
              </a:rPr>
              <a:t>?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920996" y="1949195"/>
          <a:ext cx="2036445" cy="226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890"/>
                <a:gridCol w="429895"/>
                <a:gridCol w="857250"/>
              </a:tblGrid>
              <a:tr h="809625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8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4629" sz="3600" spc="-37">
                          <a:latin typeface="Symbol"/>
                          <a:cs typeface="Symbol"/>
                        </a:rPr>
                        <a:t></a:t>
                      </a: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248285">
                        <a:lnSpc>
                          <a:spcPts val="25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25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25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245110">
                        <a:lnSpc>
                          <a:spcPts val="24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4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49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245110">
                        <a:lnSpc>
                          <a:spcPts val="252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52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252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583423" y="1923288"/>
          <a:ext cx="2329180" cy="2304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9440"/>
                <a:gridCol w="490220"/>
                <a:gridCol w="1132839"/>
              </a:tblGrid>
              <a:tr h="854075">
                <a:tc>
                  <a:txBody>
                    <a:bodyPr/>
                    <a:lstStyle/>
                    <a:p>
                      <a:pPr algn="ctr" marL="787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(X</a:t>
                      </a:r>
                      <a:r>
                        <a:rPr dirty="0" baseline="4629" sz="3600" spc="-15">
                          <a:latin typeface="Symbol"/>
                          <a:cs typeface="Symbol"/>
                        </a:rPr>
                        <a:t>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Y)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455930" algn="l"/>
                        </a:tabLst>
                      </a:pP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25" b="1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baseline="4629" sz="3600" spc="37">
                          <a:latin typeface="Symbol"/>
                          <a:cs typeface="Symbol"/>
                        </a:rPr>
                        <a:t></a:t>
                      </a:r>
                      <a:r>
                        <a:rPr dirty="0" sz="2400" spc="25" b="1">
                          <a:latin typeface="Times New Roman"/>
                          <a:cs typeface="Times New Roman"/>
                        </a:rPr>
                        <a:t>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8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22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marL="11430">
                        <a:lnSpc>
                          <a:spcPts val="260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260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8930">
                        <a:lnSpc>
                          <a:spcPts val="260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marL="43180">
                        <a:lnSpc>
                          <a:spcPts val="265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265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3055">
                        <a:lnSpc>
                          <a:spcPts val="2655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marL="43180">
                        <a:lnSpc>
                          <a:spcPts val="256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256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3055">
                        <a:lnSpc>
                          <a:spcPts val="2560"/>
                        </a:lnSpc>
                      </a:pPr>
                      <a:r>
                        <a:rPr dirty="0" sz="2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8932926" y="2021585"/>
            <a:ext cx="650875" cy="0"/>
          </a:xfrm>
          <a:custGeom>
            <a:avLst/>
            <a:gdLst/>
            <a:ahLst/>
            <a:cxnLst/>
            <a:rect l="l" t="t" r="r" b="b"/>
            <a:pathLst>
              <a:path w="650875" h="0">
                <a:moveTo>
                  <a:pt x="0" y="0"/>
                </a:moveTo>
                <a:lnTo>
                  <a:pt x="65074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610108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XOR/XNOR </a:t>
            </a:r>
            <a:r>
              <a:rPr dirty="0" spc="-10" b="1">
                <a:latin typeface="Times New Roman"/>
                <a:cs typeface="Times New Roman"/>
              </a:rPr>
              <a:t>(Continued)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9540" y="1337309"/>
            <a:ext cx="10227945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marR="55880" indent="-342900">
              <a:lnSpc>
                <a:spcPct val="100000"/>
              </a:lnSpc>
              <a:spcBef>
                <a:spcPts val="100"/>
              </a:spcBef>
              <a:buClr>
                <a:srgbClr val="3333FF"/>
              </a:buClr>
              <a:buFont typeface="Wingdings"/>
              <a:buChar char=""/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XOR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extended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variables.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more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than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2 </a:t>
            </a:r>
            <a:r>
              <a:rPr dirty="0" sz="2400" b="1">
                <a:latin typeface="Times New Roman"/>
                <a:cs typeface="Times New Roman"/>
              </a:rPr>
              <a:t>variables,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called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odd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function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modulo</a:t>
            </a:r>
            <a:r>
              <a:rPr dirty="0" sz="2400" spc="-2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sum</a:t>
            </a:r>
            <a:r>
              <a:rPr dirty="0" sz="2400" spc="-3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b="1" i="1">
                <a:latin typeface="Times New Roman"/>
                <a:cs typeface="Times New Roman"/>
              </a:rPr>
              <a:t>Mod</a:t>
            </a:r>
            <a:r>
              <a:rPr dirty="0" sz="2400" spc="-15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2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sum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r>
              <a:rPr dirty="0" sz="2400" b="1" i="1">
                <a:latin typeface="Times New Roman"/>
                <a:cs typeface="Times New Roman"/>
              </a:rPr>
              <a:t>,</a:t>
            </a:r>
            <a:r>
              <a:rPr dirty="0" sz="2400" spc="-1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an </a:t>
            </a:r>
            <a:r>
              <a:rPr dirty="0" sz="2400" spc="-20" b="1">
                <a:latin typeface="Times New Roman"/>
                <a:cs typeface="Times New Roman"/>
              </a:rPr>
              <a:t>XOR:</a:t>
            </a:r>
            <a:endParaRPr sz="2400">
              <a:latin typeface="Times New Roman"/>
              <a:cs typeface="Times New Roman"/>
            </a:endParaRPr>
          </a:p>
          <a:p>
            <a:pPr algn="ctr" marL="104775">
              <a:lnSpc>
                <a:spcPct val="100000"/>
              </a:lnSpc>
              <a:spcBef>
                <a:spcPts val="660"/>
              </a:spcBef>
            </a:pP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</a:t>
            </a:r>
            <a:r>
              <a:rPr dirty="0" baseline="5952" sz="4200" spc="-225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250" b="1">
                <a:latin typeface="Times New Roman"/>
                <a:cs typeface="Times New Roman"/>
              </a:rPr>
              <a:t> </a:t>
            </a:r>
            <a:r>
              <a:rPr dirty="0" baseline="5952" sz="4200" spc="-44">
                <a:latin typeface="Symbol"/>
                <a:cs typeface="Symbol"/>
              </a:rPr>
              <a:t></a:t>
            </a:r>
            <a:r>
              <a:rPr dirty="0" baseline="5952" sz="4200" spc="-24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Z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82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3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Z</a:t>
            </a:r>
            <a:r>
              <a:rPr dirty="0" sz="2800" spc="-19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</a:t>
            </a:r>
            <a:r>
              <a:rPr dirty="0" baseline="5952" sz="4200" spc="-150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29" b="1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29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Z</a:t>
            </a:r>
            <a:r>
              <a:rPr dirty="0" sz="2800" spc="-19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</a:t>
            </a:r>
            <a:r>
              <a:rPr dirty="0" baseline="5952" sz="4200" spc="-172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20" b="1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3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Z</a:t>
            </a:r>
            <a:r>
              <a:rPr dirty="0" sz="2800" spc="-18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</a:t>
            </a:r>
            <a:r>
              <a:rPr dirty="0" baseline="5952" sz="4200" spc="-165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225" b="1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295" b="1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  <a:p>
            <a:pPr marL="393065" indent="-342265">
              <a:lnSpc>
                <a:spcPct val="100000"/>
              </a:lnSpc>
              <a:spcBef>
                <a:spcPts val="15"/>
              </a:spcBef>
              <a:buClr>
                <a:srgbClr val="3333FF"/>
              </a:buClr>
              <a:buFont typeface="Wingdings"/>
              <a:buChar char=""/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complement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odd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even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function.</a:t>
            </a:r>
            <a:endParaRPr sz="2400">
              <a:latin typeface="Times New Roman"/>
              <a:cs typeface="Times New Roman"/>
            </a:endParaRPr>
          </a:p>
          <a:p>
            <a:pPr marL="393065" indent="-342265">
              <a:lnSpc>
                <a:spcPct val="100000"/>
              </a:lnSpc>
              <a:spcBef>
                <a:spcPts val="575"/>
              </a:spcBef>
              <a:buClr>
                <a:srgbClr val="3333FF"/>
              </a:buClr>
              <a:buFont typeface="Wingdings"/>
              <a:buChar char=""/>
              <a:tabLst>
                <a:tab pos="393065" algn="l"/>
              </a:tabLst>
            </a:pPr>
            <a:r>
              <a:rPr dirty="0" sz="2400" b="1">
                <a:latin typeface="Times New Roman"/>
                <a:cs typeface="Times New Roman"/>
              </a:rPr>
              <a:t>The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XOR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identities: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288273" y="4208526"/>
            <a:ext cx="247015" cy="3175"/>
          </a:xfrm>
          <a:custGeom>
            <a:avLst/>
            <a:gdLst/>
            <a:ahLst/>
            <a:cxnLst/>
            <a:rect l="l" t="t" r="r" b="b"/>
            <a:pathLst>
              <a:path w="247015" h="3175">
                <a:moveTo>
                  <a:pt x="0" y="0"/>
                </a:moveTo>
                <a:lnTo>
                  <a:pt x="246887" y="304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814309" y="4610861"/>
            <a:ext cx="253365" cy="1905"/>
          </a:xfrm>
          <a:custGeom>
            <a:avLst/>
            <a:gdLst/>
            <a:ahLst/>
            <a:cxnLst/>
            <a:rect l="l" t="t" r="r" b="b"/>
            <a:pathLst>
              <a:path w="253365" h="1904">
                <a:moveTo>
                  <a:pt x="0" y="0"/>
                </a:moveTo>
                <a:lnTo>
                  <a:pt x="252984" y="15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089013" y="4171950"/>
            <a:ext cx="1560830" cy="852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3195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X</a:t>
            </a:r>
            <a:r>
              <a:rPr dirty="0" sz="2700" spc="-145" b="1">
                <a:latin typeface="Times New Roman"/>
                <a:cs typeface="Times New Roman"/>
              </a:rPr>
              <a:t> </a:t>
            </a:r>
            <a:r>
              <a:rPr dirty="0" sz="2700" spc="-30">
                <a:latin typeface="Symbol"/>
                <a:cs typeface="Symbol"/>
              </a:rPr>
              <a:t></a:t>
            </a:r>
            <a:r>
              <a:rPr dirty="0" sz="2700" spc="-290">
                <a:latin typeface="Times New Roman"/>
                <a:cs typeface="Times New Roman"/>
              </a:rPr>
              <a:t> </a:t>
            </a:r>
            <a:r>
              <a:rPr dirty="0" sz="2700" b="1">
                <a:latin typeface="Times New Roman"/>
                <a:cs typeface="Times New Roman"/>
              </a:rPr>
              <a:t>1</a:t>
            </a:r>
            <a:r>
              <a:rPr dirty="0" sz="2700" spc="-120" b="1">
                <a:latin typeface="Times New Roman"/>
                <a:cs typeface="Times New Roman"/>
              </a:rPr>
              <a:t> </a:t>
            </a:r>
            <a:r>
              <a:rPr dirty="0" baseline="6172" sz="4050">
                <a:latin typeface="Symbol"/>
                <a:cs typeface="Symbol"/>
              </a:rPr>
              <a:t></a:t>
            </a:r>
            <a:r>
              <a:rPr dirty="0" baseline="6172" sz="4050" spc="104">
                <a:latin typeface="Times New Roman"/>
                <a:cs typeface="Times New Roman"/>
              </a:rPr>
              <a:t> </a:t>
            </a:r>
            <a:r>
              <a:rPr dirty="0" sz="2700" spc="-50" b="1">
                <a:latin typeface="Times New Roman"/>
                <a:cs typeface="Times New Roman"/>
              </a:rPr>
              <a:t>X</a:t>
            </a:r>
            <a:endParaRPr sz="2700">
              <a:latin typeface="Times New Roman"/>
              <a:cs typeface="Times New Roman"/>
            </a:endParaRPr>
          </a:p>
          <a:p>
            <a:pPr marL="55244">
              <a:lnSpc>
                <a:spcPts val="3315"/>
              </a:lnSpc>
            </a:pP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Symbol"/>
                <a:cs typeface="Symbol"/>
              </a:rPr>
              <a:t></a:t>
            </a:r>
            <a:r>
              <a:rPr dirty="0" sz="2800" spc="-16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</a:t>
            </a:r>
            <a:r>
              <a:rPr dirty="0" sz="2800" spc="70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-209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8855" y="4184091"/>
            <a:ext cx="1557655" cy="852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">
              <a:lnSpc>
                <a:spcPts val="3195"/>
              </a:lnSpc>
              <a:spcBef>
                <a:spcPts val="100"/>
              </a:spcBef>
            </a:pPr>
            <a:r>
              <a:rPr dirty="0" baseline="2057" sz="4050" b="1">
                <a:latin typeface="Times New Roman"/>
                <a:cs typeface="Times New Roman"/>
              </a:rPr>
              <a:t>X</a:t>
            </a:r>
            <a:r>
              <a:rPr dirty="0" baseline="2057" sz="4050" spc="-247" b="1">
                <a:latin typeface="Times New Roman"/>
                <a:cs typeface="Times New Roman"/>
              </a:rPr>
              <a:t> </a:t>
            </a:r>
            <a:r>
              <a:rPr dirty="0" sz="2700">
                <a:latin typeface="Symbol"/>
                <a:cs typeface="Symbol"/>
              </a:rPr>
              <a:t></a:t>
            </a:r>
            <a:r>
              <a:rPr dirty="0" sz="2700" spc="-180">
                <a:latin typeface="Times New Roman"/>
                <a:cs typeface="Times New Roman"/>
              </a:rPr>
              <a:t> </a:t>
            </a:r>
            <a:r>
              <a:rPr dirty="0" baseline="2057" sz="4050" b="1">
                <a:latin typeface="Times New Roman"/>
                <a:cs typeface="Times New Roman"/>
              </a:rPr>
              <a:t>0</a:t>
            </a:r>
            <a:r>
              <a:rPr dirty="0" baseline="2057" sz="4050" spc="-15" b="1">
                <a:latin typeface="Times New Roman"/>
                <a:cs typeface="Times New Roman"/>
              </a:rPr>
              <a:t> </a:t>
            </a:r>
            <a:r>
              <a:rPr dirty="0" baseline="8230" sz="4050">
                <a:latin typeface="Symbol"/>
                <a:cs typeface="Symbol"/>
              </a:rPr>
              <a:t></a:t>
            </a:r>
            <a:r>
              <a:rPr dirty="0" baseline="8230" sz="4050" spc="82">
                <a:latin typeface="Times New Roman"/>
                <a:cs typeface="Times New Roman"/>
              </a:rPr>
              <a:t> </a:t>
            </a:r>
            <a:r>
              <a:rPr dirty="0" baseline="2057" sz="4050" spc="-75" b="1">
                <a:latin typeface="Times New Roman"/>
                <a:cs typeface="Times New Roman"/>
              </a:rPr>
              <a:t>X</a:t>
            </a:r>
            <a:endParaRPr baseline="2057" sz="4050">
              <a:latin typeface="Times New Roman"/>
              <a:cs typeface="Times New Roman"/>
            </a:endParaRPr>
          </a:p>
          <a:p>
            <a:pPr marL="38100">
              <a:lnSpc>
                <a:spcPts val="3315"/>
              </a:lnSpc>
            </a:pPr>
            <a:r>
              <a:rPr dirty="0" baseline="1984" sz="4200" spc="-37" b="1">
                <a:latin typeface="Times New Roman"/>
                <a:cs typeface="Times New Roman"/>
              </a:rPr>
              <a:t>X</a:t>
            </a:r>
            <a:r>
              <a:rPr dirty="0" baseline="1984" sz="4200" spc="-254" b="1">
                <a:latin typeface="Times New Roman"/>
                <a:cs typeface="Times New Roman"/>
              </a:rPr>
              <a:t> </a:t>
            </a:r>
            <a:r>
              <a:rPr dirty="0" sz="2800">
                <a:latin typeface="Symbol"/>
                <a:cs typeface="Symbol"/>
              </a:rPr>
              <a:t></a:t>
            </a:r>
            <a:r>
              <a:rPr dirty="0" sz="2800" spc="-175">
                <a:latin typeface="Times New Roman"/>
                <a:cs typeface="Times New Roman"/>
              </a:rPr>
              <a:t> </a:t>
            </a:r>
            <a:r>
              <a:rPr dirty="0" baseline="1984" sz="4200" b="1">
                <a:latin typeface="Times New Roman"/>
                <a:cs typeface="Times New Roman"/>
              </a:rPr>
              <a:t>X</a:t>
            </a:r>
            <a:r>
              <a:rPr dirty="0" baseline="1984" sz="4200" spc="97" b="1">
                <a:latin typeface="Times New Roman"/>
                <a:cs typeface="Times New Roman"/>
              </a:rPr>
              <a:t> </a:t>
            </a:r>
            <a:r>
              <a:rPr dirty="0" baseline="7936" sz="4200">
                <a:latin typeface="Symbol"/>
                <a:cs typeface="Symbol"/>
              </a:rPr>
              <a:t></a:t>
            </a:r>
            <a:r>
              <a:rPr dirty="0" baseline="7936" sz="4200" spc="-60">
                <a:latin typeface="Times New Roman"/>
                <a:cs typeface="Times New Roman"/>
              </a:rPr>
              <a:t> </a:t>
            </a:r>
            <a:r>
              <a:rPr dirty="0" baseline="1984" sz="4200" spc="-75" b="1">
                <a:latin typeface="Times New Roman"/>
                <a:cs typeface="Times New Roman"/>
              </a:rPr>
              <a:t>0</a:t>
            </a:r>
            <a:endParaRPr baseline="1984" sz="4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78657" y="4963744"/>
            <a:ext cx="6066790" cy="8401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>
              <a:lnSpc>
                <a:spcPts val="3204"/>
              </a:lnSpc>
              <a:spcBef>
                <a:spcPts val="95"/>
              </a:spcBef>
            </a:pP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sz="2800">
                <a:latin typeface="Symbol"/>
                <a:cs typeface="Symbol"/>
              </a:rPr>
              <a:t></a:t>
            </a:r>
            <a:r>
              <a:rPr dirty="0" sz="2800" spc="-17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baseline="1984" sz="4200">
                <a:latin typeface="Symbol"/>
                <a:cs typeface="Symbol"/>
              </a:rPr>
              <a:t></a:t>
            </a:r>
            <a:r>
              <a:rPr dirty="0" baseline="1984" sz="4200" spc="44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Symbol"/>
                <a:cs typeface="Symbol"/>
              </a:rPr>
              <a:t></a:t>
            </a:r>
            <a:r>
              <a:rPr dirty="0" sz="2800" spc="-16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ts val="3204"/>
              </a:lnSpc>
            </a:pPr>
            <a:r>
              <a:rPr dirty="0" sz="2800" spc="65" b="1">
                <a:latin typeface="Times New Roman"/>
                <a:cs typeface="Times New Roman"/>
              </a:rPr>
              <a:t>(X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Symbol"/>
                <a:cs typeface="Symbol"/>
              </a:rPr>
              <a:t></a:t>
            </a:r>
            <a:r>
              <a:rPr dirty="0" sz="2800" spc="-16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Y</a:t>
            </a:r>
            <a:r>
              <a:rPr dirty="0" baseline="8928" sz="4200" spc="-15" b="1">
                <a:latin typeface="Times New Roman"/>
                <a:cs typeface="Times New Roman"/>
              </a:rPr>
              <a:t>)</a:t>
            </a:r>
            <a:r>
              <a:rPr dirty="0" baseline="8928" sz="4200" spc="-254" b="1">
                <a:latin typeface="Times New Roman"/>
                <a:cs typeface="Times New Roman"/>
              </a:rPr>
              <a:t> </a:t>
            </a:r>
            <a:r>
              <a:rPr dirty="0" baseline="1984" sz="4200">
                <a:latin typeface="Symbol"/>
                <a:cs typeface="Symbol"/>
              </a:rPr>
              <a:t></a:t>
            </a:r>
            <a:r>
              <a:rPr dirty="0" baseline="1984" sz="4200" spc="-22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Z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67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Symbol"/>
                <a:cs typeface="Symbol"/>
              </a:rPr>
              <a:t></a:t>
            </a:r>
            <a:r>
              <a:rPr dirty="0" sz="2800" spc="-220">
                <a:latin typeface="Times New Roman"/>
                <a:cs typeface="Times New Roman"/>
              </a:rPr>
              <a:t> </a:t>
            </a:r>
            <a:r>
              <a:rPr dirty="0" sz="2800" spc="65" b="1">
                <a:latin typeface="Times New Roman"/>
                <a:cs typeface="Times New Roman"/>
              </a:rPr>
              <a:t>(Y</a:t>
            </a:r>
            <a:r>
              <a:rPr dirty="0" sz="2800" spc="-250" b="1">
                <a:latin typeface="Times New Roman"/>
                <a:cs typeface="Times New Roman"/>
              </a:rPr>
              <a:t> </a:t>
            </a:r>
            <a:r>
              <a:rPr dirty="0" sz="2800" spc="-30">
                <a:latin typeface="Symbol"/>
                <a:cs typeface="Symbol"/>
              </a:rPr>
              <a:t></a:t>
            </a:r>
            <a:r>
              <a:rPr dirty="0" sz="2800" spc="-165">
                <a:latin typeface="Times New Roman"/>
                <a:cs typeface="Times New Roman"/>
              </a:rPr>
              <a:t> </a:t>
            </a:r>
            <a:r>
              <a:rPr dirty="0" sz="2800" spc="50" b="1">
                <a:latin typeface="Times New Roman"/>
                <a:cs typeface="Times New Roman"/>
              </a:rPr>
              <a:t>Z)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baseline="5952" sz="4200">
                <a:latin typeface="Symbol"/>
                <a:cs typeface="Symbol"/>
              </a:rPr>
              <a:t></a:t>
            </a:r>
            <a:r>
              <a:rPr dirty="0" baseline="5952" sz="4200" spc="75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170" b="1">
                <a:latin typeface="Times New Roman"/>
                <a:cs typeface="Times New Roman"/>
              </a:rPr>
              <a:t> </a:t>
            </a:r>
            <a:r>
              <a:rPr dirty="0" baseline="1984" sz="4200" spc="-44">
                <a:latin typeface="Symbol"/>
                <a:cs typeface="Symbol"/>
              </a:rPr>
              <a:t></a:t>
            </a:r>
            <a:r>
              <a:rPr dirty="0" baseline="1984" sz="4200" spc="-240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Y</a:t>
            </a:r>
            <a:r>
              <a:rPr dirty="0" sz="2800" spc="-235" b="1">
                <a:latin typeface="Times New Roman"/>
                <a:cs typeface="Times New Roman"/>
              </a:rPr>
              <a:t> </a:t>
            </a:r>
            <a:r>
              <a:rPr dirty="0" baseline="1984" sz="4200" spc="-44">
                <a:latin typeface="Symbol"/>
                <a:cs typeface="Symbol"/>
              </a:rPr>
              <a:t></a:t>
            </a:r>
            <a:r>
              <a:rPr dirty="0" baseline="1984" sz="4200" spc="-232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885182" y="2588514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223509" y="2582417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090665" y="2577845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713981" y="2586989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594854" y="2582417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919466" y="2577845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 h="0">
                <a:moveTo>
                  <a:pt x="0" y="0"/>
                </a:moveTo>
                <a:lnTo>
                  <a:pt x="265175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7255509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Symbols</a:t>
            </a:r>
            <a:r>
              <a:rPr dirty="0" spc="-1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For</a:t>
            </a:r>
            <a:r>
              <a:rPr dirty="0" spc="-8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XOR</a:t>
            </a:r>
            <a:r>
              <a:rPr dirty="0" spc="-1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5" b="1">
                <a:latin typeface="Times New Roman"/>
                <a:cs typeface="Times New Roman"/>
              </a:rPr>
              <a:t> </a:t>
            </a:r>
            <a:r>
              <a:rPr dirty="0" spc="-20" b="1">
                <a:latin typeface="Times New Roman"/>
                <a:cs typeface="Times New Roman"/>
              </a:rPr>
              <a:t>XNOR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7640" y="1334262"/>
            <a:ext cx="27520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3200" b="1">
                <a:latin typeface="Times New Roman"/>
                <a:cs typeface="Times New Roman"/>
              </a:rPr>
              <a:t>XOR</a:t>
            </a:r>
            <a:r>
              <a:rPr dirty="0" sz="3200" spc="-2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symbol: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7640" y="3090163"/>
            <a:ext cx="3046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3200" b="1">
                <a:latin typeface="Times New Roman"/>
                <a:cs typeface="Times New Roman"/>
              </a:rPr>
              <a:t>XNOR</a:t>
            </a:r>
            <a:r>
              <a:rPr dirty="0" sz="3200" spc="-2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symbol: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640" y="4845761"/>
            <a:ext cx="742695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3200" b="1">
                <a:latin typeface="Times New Roman"/>
                <a:cs typeface="Times New Roman"/>
              </a:rPr>
              <a:t>Shaped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symbols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exist</a:t>
            </a:r>
            <a:r>
              <a:rPr dirty="0" sz="3200" spc="-2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only</a:t>
            </a:r>
            <a:r>
              <a:rPr dirty="0" sz="3200" spc="-3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for</a:t>
            </a:r>
            <a:r>
              <a:rPr dirty="0" sz="3200" spc="-5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two</a:t>
            </a:r>
            <a:r>
              <a:rPr dirty="0" sz="3200" spc="-2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inputs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048761" y="2017776"/>
            <a:ext cx="2184400" cy="952500"/>
            <a:chOff x="3048761" y="2017776"/>
            <a:chExt cx="2184400" cy="952500"/>
          </a:xfrm>
        </p:grpSpPr>
        <p:sp>
          <p:nvSpPr>
            <p:cNvPr id="7" name="object 7" descr=""/>
            <p:cNvSpPr/>
            <p:nvPr/>
          </p:nvSpPr>
          <p:spPr>
            <a:xfrm>
              <a:off x="3502913" y="2036826"/>
              <a:ext cx="1228725" cy="914400"/>
            </a:xfrm>
            <a:custGeom>
              <a:avLst/>
              <a:gdLst/>
              <a:ahLst/>
              <a:cxnLst/>
              <a:rect l="l" t="t" r="r" b="b"/>
              <a:pathLst>
                <a:path w="1228725" h="914400">
                  <a:moveTo>
                    <a:pt x="105156" y="0"/>
                  </a:moveTo>
                  <a:lnTo>
                    <a:pt x="132080" y="63500"/>
                  </a:lnTo>
                  <a:lnTo>
                    <a:pt x="167005" y="150875"/>
                  </a:lnTo>
                  <a:lnTo>
                    <a:pt x="190881" y="249300"/>
                  </a:lnTo>
                  <a:lnTo>
                    <a:pt x="209803" y="360425"/>
                  </a:lnTo>
                  <a:lnTo>
                    <a:pt x="222503" y="450976"/>
                  </a:lnTo>
                  <a:lnTo>
                    <a:pt x="214630" y="536701"/>
                  </a:lnTo>
                  <a:lnTo>
                    <a:pt x="197231" y="633602"/>
                  </a:lnTo>
                  <a:lnTo>
                    <a:pt x="176530" y="727328"/>
                  </a:lnTo>
                  <a:lnTo>
                    <a:pt x="149606" y="813053"/>
                  </a:lnTo>
                  <a:lnTo>
                    <a:pt x="105156" y="908303"/>
                  </a:lnTo>
                  <a:lnTo>
                    <a:pt x="435101" y="908303"/>
                  </a:lnTo>
                  <a:lnTo>
                    <a:pt x="576326" y="905128"/>
                  </a:lnTo>
                  <a:lnTo>
                    <a:pt x="647700" y="900302"/>
                  </a:lnTo>
                  <a:lnTo>
                    <a:pt x="700024" y="887602"/>
                  </a:lnTo>
                  <a:lnTo>
                    <a:pt x="753999" y="871727"/>
                  </a:lnTo>
                  <a:lnTo>
                    <a:pt x="811149" y="846327"/>
                  </a:lnTo>
                  <a:lnTo>
                    <a:pt x="876173" y="817752"/>
                  </a:lnTo>
                  <a:lnTo>
                    <a:pt x="939673" y="778128"/>
                  </a:lnTo>
                  <a:lnTo>
                    <a:pt x="980821" y="746378"/>
                  </a:lnTo>
                  <a:lnTo>
                    <a:pt x="1020572" y="709802"/>
                  </a:lnTo>
                  <a:lnTo>
                    <a:pt x="1063371" y="666876"/>
                  </a:lnTo>
                  <a:lnTo>
                    <a:pt x="1101471" y="631951"/>
                  </a:lnTo>
                  <a:lnTo>
                    <a:pt x="1137920" y="587501"/>
                  </a:lnTo>
                  <a:lnTo>
                    <a:pt x="1183894" y="528827"/>
                  </a:lnTo>
                  <a:lnTo>
                    <a:pt x="1228344" y="454151"/>
                  </a:lnTo>
                  <a:lnTo>
                    <a:pt x="1187069" y="389000"/>
                  </a:lnTo>
                  <a:lnTo>
                    <a:pt x="1148969" y="333501"/>
                  </a:lnTo>
                  <a:lnTo>
                    <a:pt x="1117346" y="293750"/>
                  </a:lnTo>
                  <a:lnTo>
                    <a:pt x="1082421" y="255650"/>
                  </a:lnTo>
                  <a:lnTo>
                    <a:pt x="1044321" y="219075"/>
                  </a:lnTo>
                  <a:lnTo>
                    <a:pt x="1012571" y="190500"/>
                  </a:lnTo>
                  <a:lnTo>
                    <a:pt x="980821" y="163575"/>
                  </a:lnTo>
                  <a:lnTo>
                    <a:pt x="942848" y="135000"/>
                  </a:lnTo>
                  <a:lnTo>
                    <a:pt x="907923" y="114300"/>
                  </a:lnTo>
                  <a:lnTo>
                    <a:pt x="866648" y="92075"/>
                  </a:lnTo>
                  <a:lnTo>
                    <a:pt x="820674" y="68325"/>
                  </a:lnTo>
                  <a:lnTo>
                    <a:pt x="763524" y="46100"/>
                  </a:lnTo>
                  <a:lnTo>
                    <a:pt x="715899" y="31750"/>
                  </a:lnTo>
                  <a:lnTo>
                    <a:pt x="660400" y="17525"/>
                  </a:lnTo>
                  <a:lnTo>
                    <a:pt x="601726" y="8000"/>
                  </a:lnTo>
                  <a:lnTo>
                    <a:pt x="546226" y="1524"/>
                  </a:lnTo>
                  <a:lnTo>
                    <a:pt x="506475" y="1524"/>
                  </a:lnTo>
                  <a:lnTo>
                    <a:pt x="465327" y="0"/>
                  </a:lnTo>
                  <a:lnTo>
                    <a:pt x="105156" y="0"/>
                  </a:lnTo>
                  <a:close/>
                </a:path>
                <a:path w="1228725" h="914400">
                  <a:moveTo>
                    <a:pt x="4699" y="6096"/>
                  </a:moveTo>
                  <a:lnTo>
                    <a:pt x="12511" y="26820"/>
                  </a:lnTo>
                  <a:lnTo>
                    <a:pt x="24336" y="56451"/>
                  </a:lnTo>
                  <a:lnTo>
                    <a:pt x="37042" y="89034"/>
                  </a:lnTo>
                  <a:lnTo>
                    <a:pt x="55552" y="144742"/>
                  </a:lnTo>
                  <a:lnTo>
                    <a:pt x="69804" y="195752"/>
                  </a:lnTo>
                  <a:lnTo>
                    <a:pt x="76073" y="220090"/>
                  </a:lnTo>
                  <a:lnTo>
                    <a:pt x="81954" y="242750"/>
                  </a:lnTo>
                  <a:lnTo>
                    <a:pt x="87693" y="264493"/>
                  </a:lnTo>
                  <a:lnTo>
                    <a:pt x="93146" y="287402"/>
                  </a:lnTo>
                  <a:lnTo>
                    <a:pt x="98171" y="313563"/>
                  </a:lnTo>
                  <a:lnTo>
                    <a:pt x="103852" y="344672"/>
                  </a:lnTo>
                  <a:lnTo>
                    <a:pt x="110283" y="379174"/>
                  </a:lnTo>
                  <a:lnTo>
                    <a:pt x="115833" y="414557"/>
                  </a:lnTo>
                  <a:lnTo>
                    <a:pt x="118872" y="448310"/>
                  </a:lnTo>
                  <a:lnTo>
                    <a:pt x="117951" y="480048"/>
                  </a:lnTo>
                  <a:lnTo>
                    <a:pt x="114077" y="510762"/>
                  </a:lnTo>
                  <a:lnTo>
                    <a:pt x="109013" y="540000"/>
                  </a:lnTo>
                  <a:lnTo>
                    <a:pt x="104521" y="567309"/>
                  </a:lnTo>
                  <a:lnTo>
                    <a:pt x="100689" y="591186"/>
                  </a:lnTo>
                  <a:lnTo>
                    <a:pt x="96250" y="612409"/>
                  </a:lnTo>
                  <a:lnTo>
                    <a:pt x="91215" y="633656"/>
                  </a:lnTo>
                  <a:lnTo>
                    <a:pt x="85598" y="657606"/>
                  </a:lnTo>
                  <a:lnTo>
                    <a:pt x="72882" y="715676"/>
                  </a:lnTo>
                  <a:lnTo>
                    <a:pt x="55499" y="779652"/>
                  </a:lnTo>
                  <a:lnTo>
                    <a:pt x="26511" y="852360"/>
                  </a:lnTo>
                  <a:lnTo>
                    <a:pt x="11314" y="887309"/>
                  </a:lnTo>
                  <a:lnTo>
                    <a:pt x="0" y="9144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48761" y="2248662"/>
              <a:ext cx="2184400" cy="508000"/>
            </a:xfrm>
            <a:custGeom>
              <a:avLst/>
              <a:gdLst/>
              <a:ahLst/>
              <a:cxnLst/>
              <a:rect l="l" t="t" r="r" b="b"/>
              <a:pathLst>
                <a:path w="2184400" h="508000">
                  <a:moveTo>
                    <a:pt x="507491" y="0"/>
                  </a:moveTo>
                  <a:lnTo>
                    <a:pt x="0" y="0"/>
                  </a:lnTo>
                </a:path>
                <a:path w="2184400" h="508000">
                  <a:moveTo>
                    <a:pt x="521208" y="507491"/>
                  </a:moveTo>
                  <a:lnTo>
                    <a:pt x="0" y="507491"/>
                  </a:lnTo>
                </a:path>
                <a:path w="2184400" h="508000">
                  <a:moveTo>
                    <a:pt x="2183891" y="254508"/>
                  </a:moveTo>
                  <a:lnTo>
                    <a:pt x="1676400" y="25450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074670" y="3796284"/>
            <a:ext cx="2374900" cy="952500"/>
            <a:chOff x="3074670" y="3796284"/>
            <a:chExt cx="2374900" cy="952500"/>
          </a:xfrm>
        </p:grpSpPr>
        <p:sp>
          <p:nvSpPr>
            <p:cNvPr id="10" name="object 10" descr=""/>
            <p:cNvSpPr/>
            <p:nvPr/>
          </p:nvSpPr>
          <p:spPr>
            <a:xfrm>
              <a:off x="3528822" y="3815334"/>
              <a:ext cx="1228725" cy="914400"/>
            </a:xfrm>
            <a:custGeom>
              <a:avLst/>
              <a:gdLst/>
              <a:ahLst/>
              <a:cxnLst/>
              <a:rect l="l" t="t" r="r" b="b"/>
              <a:pathLst>
                <a:path w="1228725" h="914400">
                  <a:moveTo>
                    <a:pt x="103631" y="0"/>
                  </a:moveTo>
                  <a:lnTo>
                    <a:pt x="130682" y="63500"/>
                  </a:lnTo>
                  <a:lnTo>
                    <a:pt x="165607" y="150876"/>
                  </a:lnTo>
                  <a:lnTo>
                    <a:pt x="189356" y="249301"/>
                  </a:lnTo>
                  <a:lnTo>
                    <a:pt x="208533" y="360426"/>
                  </a:lnTo>
                  <a:lnTo>
                    <a:pt x="221233" y="450977"/>
                  </a:lnTo>
                  <a:lnTo>
                    <a:pt x="213232" y="536702"/>
                  </a:lnTo>
                  <a:lnTo>
                    <a:pt x="195706" y="633603"/>
                  </a:lnTo>
                  <a:lnTo>
                    <a:pt x="175132" y="727329"/>
                  </a:lnTo>
                  <a:lnTo>
                    <a:pt x="148081" y="813054"/>
                  </a:lnTo>
                  <a:lnTo>
                    <a:pt x="103631" y="908304"/>
                  </a:lnTo>
                  <a:lnTo>
                    <a:pt x="434086" y="908304"/>
                  </a:lnTo>
                  <a:lnTo>
                    <a:pt x="575437" y="905129"/>
                  </a:lnTo>
                  <a:lnTo>
                    <a:pt x="646938" y="900303"/>
                  </a:lnTo>
                  <a:lnTo>
                    <a:pt x="699388" y="887603"/>
                  </a:lnTo>
                  <a:lnTo>
                    <a:pt x="753363" y="871728"/>
                  </a:lnTo>
                  <a:lnTo>
                    <a:pt x="810513" y="846328"/>
                  </a:lnTo>
                  <a:lnTo>
                    <a:pt x="875664" y="817753"/>
                  </a:lnTo>
                  <a:lnTo>
                    <a:pt x="939164" y="778129"/>
                  </a:lnTo>
                  <a:lnTo>
                    <a:pt x="980566" y="746379"/>
                  </a:lnTo>
                  <a:lnTo>
                    <a:pt x="1020190" y="709803"/>
                  </a:lnTo>
                  <a:lnTo>
                    <a:pt x="1063116" y="666877"/>
                  </a:lnTo>
                  <a:lnTo>
                    <a:pt x="1101216" y="631952"/>
                  </a:lnTo>
                  <a:lnTo>
                    <a:pt x="1137792" y="587502"/>
                  </a:lnTo>
                  <a:lnTo>
                    <a:pt x="1183893" y="528828"/>
                  </a:lnTo>
                  <a:lnTo>
                    <a:pt x="1228343" y="454152"/>
                  </a:lnTo>
                  <a:lnTo>
                    <a:pt x="1187068" y="389001"/>
                  </a:lnTo>
                  <a:lnTo>
                    <a:pt x="1148968" y="333502"/>
                  </a:lnTo>
                  <a:lnTo>
                    <a:pt x="1117091" y="293751"/>
                  </a:lnTo>
                  <a:lnTo>
                    <a:pt x="1082166" y="255651"/>
                  </a:lnTo>
                  <a:lnTo>
                    <a:pt x="1044066" y="219075"/>
                  </a:lnTo>
                  <a:lnTo>
                    <a:pt x="1012316" y="190500"/>
                  </a:lnTo>
                  <a:lnTo>
                    <a:pt x="980566" y="163576"/>
                  </a:lnTo>
                  <a:lnTo>
                    <a:pt x="942339" y="135001"/>
                  </a:lnTo>
                  <a:lnTo>
                    <a:pt x="907414" y="114300"/>
                  </a:lnTo>
                  <a:lnTo>
                    <a:pt x="866139" y="92075"/>
                  </a:lnTo>
                  <a:lnTo>
                    <a:pt x="820038" y="68326"/>
                  </a:lnTo>
                  <a:lnTo>
                    <a:pt x="762888" y="46101"/>
                  </a:lnTo>
                  <a:lnTo>
                    <a:pt x="715263" y="31750"/>
                  </a:lnTo>
                  <a:lnTo>
                    <a:pt x="659638" y="17526"/>
                  </a:lnTo>
                  <a:lnTo>
                    <a:pt x="600837" y="8001"/>
                  </a:lnTo>
                  <a:lnTo>
                    <a:pt x="545211" y="1651"/>
                  </a:lnTo>
                  <a:lnTo>
                    <a:pt x="505587" y="1651"/>
                  </a:lnTo>
                  <a:lnTo>
                    <a:pt x="464185" y="0"/>
                  </a:lnTo>
                  <a:lnTo>
                    <a:pt x="103631" y="0"/>
                  </a:lnTo>
                  <a:close/>
                </a:path>
                <a:path w="1228725" h="914400">
                  <a:moveTo>
                    <a:pt x="4699" y="4572"/>
                  </a:moveTo>
                  <a:lnTo>
                    <a:pt x="12511" y="25318"/>
                  </a:lnTo>
                  <a:lnTo>
                    <a:pt x="24336" y="55006"/>
                  </a:lnTo>
                  <a:lnTo>
                    <a:pt x="37042" y="87671"/>
                  </a:lnTo>
                  <a:lnTo>
                    <a:pt x="55552" y="143492"/>
                  </a:lnTo>
                  <a:lnTo>
                    <a:pt x="69804" y="194589"/>
                  </a:lnTo>
                  <a:lnTo>
                    <a:pt x="76073" y="218948"/>
                  </a:lnTo>
                  <a:lnTo>
                    <a:pt x="81954" y="241611"/>
                  </a:lnTo>
                  <a:lnTo>
                    <a:pt x="87693" y="263382"/>
                  </a:lnTo>
                  <a:lnTo>
                    <a:pt x="93146" y="286367"/>
                  </a:lnTo>
                  <a:lnTo>
                    <a:pt x="98170" y="312674"/>
                  </a:lnTo>
                  <a:lnTo>
                    <a:pt x="103852" y="343802"/>
                  </a:lnTo>
                  <a:lnTo>
                    <a:pt x="110283" y="378348"/>
                  </a:lnTo>
                  <a:lnTo>
                    <a:pt x="115833" y="413775"/>
                  </a:lnTo>
                  <a:lnTo>
                    <a:pt x="118872" y="447548"/>
                  </a:lnTo>
                  <a:lnTo>
                    <a:pt x="117951" y="479359"/>
                  </a:lnTo>
                  <a:lnTo>
                    <a:pt x="114077" y="510111"/>
                  </a:lnTo>
                  <a:lnTo>
                    <a:pt x="109013" y="539363"/>
                  </a:lnTo>
                  <a:lnTo>
                    <a:pt x="104520" y="566674"/>
                  </a:lnTo>
                  <a:lnTo>
                    <a:pt x="100689" y="590645"/>
                  </a:lnTo>
                  <a:lnTo>
                    <a:pt x="96250" y="611949"/>
                  </a:lnTo>
                  <a:lnTo>
                    <a:pt x="91215" y="633253"/>
                  </a:lnTo>
                  <a:lnTo>
                    <a:pt x="85598" y="657225"/>
                  </a:lnTo>
                  <a:lnTo>
                    <a:pt x="72882" y="715359"/>
                  </a:lnTo>
                  <a:lnTo>
                    <a:pt x="55499" y="779399"/>
                  </a:lnTo>
                  <a:lnTo>
                    <a:pt x="26511" y="852281"/>
                  </a:lnTo>
                  <a:lnTo>
                    <a:pt x="11314" y="887287"/>
                  </a:lnTo>
                  <a:lnTo>
                    <a:pt x="0" y="9144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4670" y="4027170"/>
              <a:ext cx="2374900" cy="508000"/>
            </a:xfrm>
            <a:custGeom>
              <a:avLst/>
              <a:gdLst/>
              <a:ahLst/>
              <a:cxnLst/>
              <a:rect l="l" t="t" r="r" b="b"/>
              <a:pathLst>
                <a:path w="2374900" h="508000">
                  <a:moveTo>
                    <a:pt x="507492" y="0"/>
                  </a:moveTo>
                  <a:lnTo>
                    <a:pt x="0" y="0"/>
                  </a:lnTo>
                </a:path>
                <a:path w="2374900" h="508000">
                  <a:moveTo>
                    <a:pt x="519683" y="507491"/>
                  </a:moveTo>
                  <a:lnTo>
                    <a:pt x="0" y="507491"/>
                  </a:lnTo>
                </a:path>
                <a:path w="2374900" h="508000">
                  <a:moveTo>
                    <a:pt x="2374392" y="252983"/>
                  </a:moveTo>
                  <a:lnTo>
                    <a:pt x="1866900" y="25298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2020" y="4146804"/>
              <a:ext cx="240791" cy="2423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54489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XOR </a:t>
            </a:r>
            <a:r>
              <a:rPr dirty="0" spc="-10" b="1">
                <a:latin typeface="Times New Roman"/>
                <a:cs typeface="Times New Roman"/>
              </a:rPr>
              <a:t>Implementations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7640" y="1335786"/>
            <a:ext cx="96551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10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simple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SOP</a:t>
            </a:r>
            <a:r>
              <a:rPr dirty="0" sz="2800" spc="-1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implementation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uses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following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structure: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7640" y="3896614"/>
            <a:ext cx="53721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spc="-30" b="1">
                <a:latin typeface="Times New Roman"/>
                <a:cs typeface="Times New Roman"/>
              </a:rPr>
              <a:t>A</a:t>
            </a:r>
            <a:r>
              <a:rPr dirty="0" sz="2800" spc="-1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NAND</a:t>
            </a:r>
            <a:r>
              <a:rPr dirty="0" sz="2800" spc="-10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only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implementation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is</a:t>
            </a:r>
            <a:r>
              <a:rPr dirty="0" sz="2800" spc="-25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45644" y="1994789"/>
            <a:ext cx="2740660" cy="1840230"/>
            <a:chOff x="6045644" y="1994789"/>
            <a:chExt cx="2740660" cy="1840230"/>
          </a:xfrm>
        </p:grpSpPr>
        <p:sp>
          <p:nvSpPr>
            <p:cNvPr id="6" name="object 6" descr=""/>
            <p:cNvSpPr/>
            <p:nvPr/>
          </p:nvSpPr>
          <p:spPr>
            <a:xfrm>
              <a:off x="6483858" y="2009394"/>
              <a:ext cx="2287905" cy="1811020"/>
            </a:xfrm>
            <a:custGeom>
              <a:avLst/>
              <a:gdLst/>
              <a:ahLst/>
              <a:cxnLst/>
              <a:rect l="l" t="t" r="r" b="b"/>
              <a:pathLst>
                <a:path w="2287904" h="1811020">
                  <a:moveTo>
                    <a:pt x="155447" y="463295"/>
                  </a:moveTo>
                  <a:lnTo>
                    <a:pt x="542543" y="656843"/>
                  </a:lnTo>
                </a:path>
                <a:path w="2287904" h="1811020">
                  <a:moveTo>
                    <a:pt x="542543" y="656843"/>
                  </a:moveTo>
                  <a:lnTo>
                    <a:pt x="155447" y="850391"/>
                  </a:lnTo>
                </a:path>
                <a:path w="2287904" h="1811020">
                  <a:moveTo>
                    <a:pt x="155447" y="850391"/>
                  </a:moveTo>
                  <a:lnTo>
                    <a:pt x="156971" y="463295"/>
                  </a:lnTo>
                </a:path>
                <a:path w="2287904" h="1811020">
                  <a:moveTo>
                    <a:pt x="643127" y="656463"/>
                  </a:moveTo>
                  <a:lnTo>
                    <a:pt x="624966" y="693927"/>
                  </a:lnTo>
                  <a:lnTo>
                    <a:pt x="594994" y="702563"/>
                  </a:lnTo>
                  <a:lnTo>
                    <a:pt x="584708" y="700277"/>
                  </a:lnTo>
                  <a:lnTo>
                    <a:pt x="555624" y="672083"/>
                  </a:lnTo>
                  <a:lnTo>
                    <a:pt x="553212" y="661923"/>
                  </a:lnTo>
                  <a:lnTo>
                    <a:pt x="553212" y="651763"/>
                  </a:lnTo>
                  <a:lnTo>
                    <a:pt x="576071" y="617346"/>
                  </a:lnTo>
                  <a:lnTo>
                    <a:pt x="594994" y="611123"/>
                  </a:lnTo>
                  <a:lnTo>
                    <a:pt x="605282" y="612647"/>
                  </a:lnTo>
                  <a:lnTo>
                    <a:pt x="637666" y="636142"/>
                  </a:lnTo>
                  <a:lnTo>
                    <a:pt x="643127" y="656463"/>
                  </a:lnTo>
                </a:path>
                <a:path w="2287904" h="1811020">
                  <a:moveTo>
                    <a:pt x="635508" y="665988"/>
                  </a:moveTo>
                  <a:lnTo>
                    <a:pt x="748284" y="667511"/>
                  </a:lnTo>
                </a:path>
                <a:path w="2287904" h="1811020">
                  <a:moveTo>
                    <a:pt x="0" y="656843"/>
                  </a:moveTo>
                  <a:lnTo>
                    <a:pt x="155447" y="658367"/>
                  </a:lnTo>
                </a:path>
                <a:path w="2287904" h="1811020">
                  <a:moveTo>
                    <a:pt x="155447" y="1043939"/>
                  </a:moveTo>
                  <a:lnTo>
                    <a:pt x="542543" y="1237488"/>
                  </a:lnTo>
                </a:path>
                <a:path w="2287904" h="1811020">
                  <a:moveTo>
                    <a:pt x="542543" y="1237488"/>
                  </a:moveTo>
                  <a:lnTo>
                    <a:pt x="155447" y="1431035"/>
                  </a:lnTo>
                </a:path>
                <a:path w="2287904" h="1811020">
                  <a:moveTo>
                    <a:pt x="155447" y="1431035"/>
                  </a:moveTo>
                  <a:lnTo>
                    <a:pt x="156971" y="1043939"/>
                  </a:lnTo>
                </a:path>
                <a:path w="2287904" h="1811020">
                  <a:moveTo>
                    <a:pt x="643127" y="1237868"/>
                  </a:moveTo>
                  <a:lnTo>
                    <a:pt x="624966" y="1274571"/>
                  </a:lnTo>
                  <a:lnTo>
                    <a:pt x="594994" y="1283207"/>
                  </a:lnTo>
                  <a:lnTo>
                    <a:pt x="584708" y="1280921"/>
                  </a:lnTo>
                  <a:lnTo>
                    <a:pt x="555624" y="1252727"/>
                  </a:lnTo>
                  <a:lnTo>
                    <a:pt x="553212" y="1242567"/>
                  </a:lnTo>
                  <a:lnTo>
                    <a:pt x="553212" y="1232407"/>
                  </a:lnTo>
                  <a:lnTo>
                    <a:pt x="576071" y="1197990"/>
                  </a:lnTo>
                  <a:lnTo>
                    <a:pt x="594994" y="1191767"/>
                  </a:lnTo>
                  <a:lnTo>
                    <a:pt x="605282" y="1193291"/>
                  </a:lnTo>
                  <a:lnTo>
                    <a:pt x="637666" y="1217548"/>
                  </a:lnTo>
                  <a:lnTo>
                    <a:pt x="643127" y="1237868"/>
                  </a:lnTo>
                </a:path>
                <a:path w="2287904" h="1811020">
                  <a:moveTo>
                    <a:pt x="635508" y="1246631"/>
                  </a:moveTo>
                  <a:lnTo>
                    <a:pt x="748284" y="1249679"/>
                  </a:lnTo>
                </a:path>
                <a:path w="2287904" h="1811020">
                  <a:moveTo>
                    <a:pt x="0" y="1237488"/>
                  </a:moveTo>
                  <a:lnTo>
                    <a:pt x="155447" y="1239011"/>
                  </a:lnTo>
                </a:path>
                <a:path w="2287904" h="1811020">
                  <a:moveTo>
                    <a:pt x="1499615" y="0"/>
                  </a:moveTo>
                  <a:lnTo>
                    <a:pt x="1540764" y="4825"/>
                  </a:lnTo>
                  <a:lnTo>
                    <a:pt x="1579498" y="21462"/>
                  </a:lnTo>
                  <a:lnTo>
                    <a:pt x="1612772" y="46227"/>
                  </a:lnTo>
                  <a:lnTo>
                    <a:pt x="1639569" y="78866"/>
                  </a:lnTo>
                  <a:lnTo>
                    <a:pt x="1657858" y="116966"/>
                  </a:lnTo>
                  <a:lnTo>
                    <a:pt x="1665732" y="158368"/>
                  </a:lnTo>
                  <a:lnTo>
                    <a:pt x="1665732" y="179069"/>
                  </a:lnTo>
                  <a:lnTo>
                    <a:pt x="1657858" y="220471"/>
                  </a:lnTo>
                  <a:lnTo>
                    <a:pt x="1639569" y="259460"/>
                  </a:lnTo>
                  <a:lnTo>
                    <a:pt x="1612772" y="292100"/>
                  </a:lnTo>
                  <a:lnTo>
                    <a:pt x="1579498" y="316864"/>
                  </a:lnTo>
                  <a:lnTo>
                    <a:pt x="1540764" y="333501"/>
                  </a:lnTo>
                  <a:lnTo>
                    <a:pt x="1520189" y="337565"/>
                  </a:lnTo>
                  <a:lnTo>
                    <a:pt x="1499615" y="338327"/>
                  </a:lnTo>
                </a:path>
                <a:path w="2287904" h="1811020">
                  <a:moveTo>
                    <a:pt x="1519427" y="0"/>
                  </a:moveTo>
                  <a:lnTo>
                    <a:pt x="1264919" y="1523"/>
                  </a:lnTo>
                </a:path>
                <a:path w="2287904" h="1811020">
                  <a:moveTo>
                    <a:pt x="1519427" y="339851"/>
                  </a:moveTo>
                  <a:lnTo>
                    <a:pt x="1264919" y="341375"/>
                  </a:lnTo>
                </a:path>
                <a:path w="2287904" h="1811020">
                  <a:moveTo>
                    <a:pt x="1264919" y="0"/>
                  </a:moveTo>
                  <a:lnTo>
                    <a:pt x="1266443" y="339851"/>
                  </a:lnTo>
                </a:path>
                <a:path w="2287904" h="1811020">
                  <a:moveTo>
                    <a:pt x="1086612" y="56387"/>
                  </a:moveTo>
                  <a:lnTo>
                    <a:pt x="1255775" y="57911"/>
                  </a:lnTo>
                </a:path>
                <a:path w="2287904" h="1811020">
                  <a:moveTo>
                    <a:pt x="1086612" y="268223"/>
                  </a:moveTo>
                  <a:lnTo>
                    <a:pt x="1255775" y="269747"/>
                  </a:lnTo>
                </a:path>
                <a:path w="2287904" h="1811020">
                  <a:moveTo>
                    <a:pt x="1677923" y="182879"/>
                  </a:moveTo>
                  <a:lnTo>
                    <a:pt x="1783080" y="184403"/>
                  </a:lnTo>
                </a:path>
                <a:path w="2287904" h="1811020">
                  <a:moveTo>
                    <a:pt x="1499615" y="1469135"/>
                  </a:moveTo>
                  <a:lnTo>
                    <a:pt x="1540764" y="1474723"/>
                  </a:lnTo>
                  <a:lnTo>
                    <a:pt x="1579498" y="1491360"/>
                  </a:lnTo>
                  <a:lnTo>
                    <a:pt x="1612772" y="1515998"/>
                  </a:lnTo>
                  <a:lnTo>
                    <a:pt x="1639569" y="1548510"/>
                  </a:lnTo>
                  <a:lnTo>
                    <a:pt x="1657858" y="1586738"/>
                  </a:lnTo>
                  <a:lnTo>
                    <a:pt x="1665732" y="1628012"/>
                  </a:lnTo>
                  <a:lnTo>
                    <a:pt x="1665732" y="1648586"/>
                  </a:lnTo>
                  <a:lnTo>
                    <a:pt x="1657858" y="1689861"/>
                  </a:lnTo>
                  <a:lnTo>
                    <a:pt x="1639569" y="1728850"/>
                  </a:lnTo>
                  <a:lnTo>
                    <a:pt x="1612772" y="1761362"/>
                  </a:lnTo>
                  <a:lnTo>
                    <a:pt x="1579498" y="1786000"/>
                  </a:lnTo>
                  <a:lnTo>
                    <a:pt x="1540764" y="1802637"/>
                  </a:lnTo>
                  <a:lnTo>
                    <a:pt x="1520189" y="1806701"/>
                  </a:lnTo>
                  <a:lnTo>
                    <a:pt x="1499615" y="1807463"/>
                  </a:lnTo>
                </a:path>
                <a:path w="2287904" h="1811020">
                  <a:moveTo>
                    <a:pt x="1519427" y="1469135"/>
                  </a:moveTo>
                  <a:lnTo>
                    <a:pt x="1264919" y="1470659"/>
                  </a:lnTo>
                </a:path>
                <a:path w="2287904" h="1811020">
                  <a:moveTo>
                    <a:pt x="1519427" y="1808987"/>
                  </a:moveTo>
                  <a:lnTo>
                    <a:pt x="1264919" y="1810511"/>
                  </a:lnTo>
                </a:path>
                <a:path w="2287904" h="1811020">
                  <a:moveTo>
                    <a:pt x="1264919" y="1469135"/>
                  </a:moveTo>
                  <a:lnTo>
                    <a:pt x="1266443" y="1808987"/>
                  </a:lnTo>
                </a:path>
                <a:path w="2287904" h="1811020">
                  <a:moveTo>
                    <a:pt x="1086612" y="1527047"/>
                  </a:moveTo>
                  <a:lnTo>
                    <a:pt x="1255775" y="1528571"/>
                  </a:lnTo>
                </a:path>
                <a:path w="2287904" h="1811020">
                  <a:moveTo>
                    <a:pt x="1086612" y="1737359"/>
                  </a:moveTo>
                  <a:lnTo>
                    <a:pt x="1255775" y="1738883"/>
                  </a:lnTo>
                </a:path>
                <a:path w="2287904" h="1811020">
                  <a:moveTo>
                    <a:pt x="1677923" y="1653539"/>
                  </a:moveTo>
                  <a:lnTo>
                    <a:pt x="1783080" y="1655063"/>
                  </a:lnTo>
                </a:path>
                <a:path w="2287904" h="1811020">
                  <a:moveTo>
                    <a:pt x="2119884" y="819911"/>
                  </a:moveTo>
                  <a:lnTo>
                    <a:pt x="2287523" y="821435"/>
                  </a:lnTo>
                </a:path>
                <a:path w="2287904" h="1811020">
                  <a:moveTo>
                    <a:pt x="2097023" y="1074419"/>
                  </a:moveTo>
                  <a:lnTo>
                    <a:pt x="2287523" y="107594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98286" y="2065782"/>
              <a:ext cx="1473835" cy="1905"/>
            </a:xfrm>
            <a:custGeom>
              <a:avLst/>
              <a:gdLst/>
              <a:ahLst/>
              <a:cxnLst/>
              <a:rect l="l" t="t" r="r" b="b"/>
              <a:pathLst>
                <a:path w="1473834" h="1905">
                  <a:moveTo>
                    <a:pt x="1473708" y="0"/>
                  </a:moveTo>
                  <a:lnTo>
                    <a:pt x="0" y="1523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70142" y="2065782"/>
              <a:ext cx="1271270" cy="1186180"/>
            </a:xfrm>
            <a:custGeom>
              <a:avLst/>
              <a:gdLst/>
              <a:ahLst/>
              <a:cxnLst/>
              <a:rect l="l" t="t" r="r" b="b"/>
              <a:pathLst>
                <a:path w="1271270" h="1186179">
                  <a:moveTo>
                    <a:pt x="1271015" y="210312"/>
                  </a:moveTo>
                  <a:lnTo>
                    <a:pt x="990600" y="211835"/>
                  </a:lnTo>
                </a:path>
                <a:path w="1271270" h="1186179">
                  <a:moveTo>
                    <a:pt x="990600" y="217931"/>
                  </a:moveTo>
                  <a:lnTo>
                    <a:pt x="992124" y="1176527"/>
                  </a:lnTo>
                </a:path>
                <a:path w="1271270" h="1186179">
                  <a:moveTo>
                    <a:pt x="736091" y="1184147"/>
                  </a:moveTo>
                  <a:lnTo>
                    <a:pt x="998219" y="1185671"/>
                  </a:lnTo>
                </a:path>
                <a:path w="1271270" h="1186179">
                  <a:moveTo>
                    <a:pt x="0" y="598931"/>
                  </a:moveTo>
                  <a:lnTo>
                    <a:pt x="1524" y="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58662" y="3748278"/>
              <a:ext cx="1682750" cy="1905"/>
            </a:xfrm>
            <a:custGeom>
              <a:avLst/>
              <a:gdLst/>
              <a:ahLst/>
              <a:cxnLst/>
              <a:rect l="l" t="t" r="r" b="b"/>
              <a:pathLst>
                <a:path w="1682750" h="1904">
                  <a:moveTo>
                    <a:pt x="1682495" y="0"/>
                  </a:moveTo>
                  <a:lnTo>
                    <a:pt x="0" y="1524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70142" y="2189226"/>
              <a:ext cx="2217420" cy="1559560"/>
            </a:xfrm>
            <a:custGeom>
              <a:avLst/>
              <a:gdLst/>
              <a:ahLst/>
              <a:cxnLst/>
              <a:rect l="l" t="t" r="r" b="b"/>
              <a:pathLst>
                <a:path w="2217420" h="1559560">
                  <a:moveTo>
                    <a:pt x="751332" y="475488"/>
                  </a:moveTo>
                  <a:lnTo>
                    <a:pt x="752856" y="1350264"/>
                  </a:lnTo>
                </a:path>
                <a:path w="2217420" h="1559560">
                  <a:moveTo>
                    <a:pt x="1257300" y="1350264"/>
                  </a:moveTo>
                  <a:lnTo>
                    <a:pt x="752856" y="1351788"/>
                  </a:lnTo>
                </a:path>
                <a:path w="2217420" h="1559560">
                  <a:moveTo>
                    <a:pt x="2188464" y="641603"/>
                  </a:moveTo>
                  <a:lnTo>
                    <a:pt x="1786128" y="643127"/>
                  </a:lnTo>
                </a:path>
                <a:path w="2217420" h="1559560">
                  <a:moveTo>
                    <a:pt x="1793748" y="0"/>
                  </a:moveTo>
                  <a:lnTo>
                    <a:pt x="1795272" y="633984"/>
                  </a:lnTo>
                </a:path>
                <a:path w="2217420" h="1559560">
                  <a:moveTo>
                    <a:pt x="1799843" y="1473708"/>
                  </a:moveTo>
                  <a:lnTo>
                    <a:pt x="1801367" y="902208"/>
                  </a:lnTo>
                </a:path>
                <a:path w="2217420" h="1559560">
                  <a:moveTo>
                    <a:pt x="1805939" y="896112"/>
                  </a:moveTo>
                  <a:lnTo>
                    <a:pt x="2217419" y="897636"/>
                  </a:lnTo>
                </a:path>
                <a:path w="2217420" h="1559560">
                  <a:moveTo>
                    <a:pt x="0" y="1060703"/>
                  </a:moveTo>
                  <a:lnTo>
                    <a:pt x="1524" y="1559052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2992" y="2020824"/>
              <a:ext cx="102107" cy="10058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6040" y="3686556"/>
              <a:ext cx="102108" cy="100583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5890386" y="1934336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77559" y="3592195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943472" y="4523232"/>
            <a:ext cx="2774315" cy="1751330"/>
            <a:chOff x="5943472" y="4523232"/>
            <a:chExt cx="2774315" cy="1751330"/>
          </a:xfrm>
        </p:grpSpPr>
        <p:sp>
          <p:nvSpPr>
            <p:cNvPr id="16" name="object 16" descr=""/>
            <p:cNvSpPr/>
            <p:nvPr/>
          </p:nvSpPr>
          <p:spPr>
            <a:xfrm>
              <a:off x="5958077" y="4574286"/>
              <a:ext cx="2745105" cy="1663064"/>
            </a:xfrm>
            <a:custGeom>
              <a:avLst/>
              <a:gdLst/>
              <a:ahLst/>
              <a:cxnLst/>
              <a:rect l="l" t="t" r="r" b="b"/>
              <a:pathLst>
                <a:path w="2745104" h="1663064">
                  <a:moveTo>
                    <a:pt x="1574292" y="0"/>
                  </a:moveTo>
                  <a:lnTo>
                    <a:pt x="28956" y="1524"/>
                  </a:lnTo>
                </a:path>
                <a:path w="2745104" h="1663064">
                  <a:moveTo>
                    <a:pt x="1513331" y="1661159"/>
                  </a:moveTo>
                  <a:lnTo>
                    <a:pt x="0" y="1662683"/>
                  </a:lnTo>
                </a:path>
                <a:path w="2745104" h="1663064">
                  <a:moveTo>
                    <a:pt x="2744724" y="780288"/>
                  </a:moveTo>
                  <a:lnTo>
                    <a:pt x="2322576" y="781811"/>
                  </a:lnTo>
                </a:path>
                <a:path w="2745104" h="1663064">
                  <a:moveTo>
                    <a:pt x="2313431" y="138683"/>
                  </a:moveTo>
                  <a:lnTo>
                    <a:pt x="2314955" y="771144"/>
                  </a:lnTo>
                </a:path>
                <a:path w="2745104" h="1663064">
                  <a:moveTo>
                    <a:pt x="2319528" y="1566671"/>
                  </a:moveTo>
                  <a:lnTo>
                    <a:pt x="2321052" y="996695"/>
                  </a:lnTo>
                </a:path>
                <a:path w="2745104" h="1663064">
                  <a:moveTo>
                    <a:pt x="2313431" y="984504"/>
                  </a:moveTo>
                  <a:lnTo>
                    <a:pt x="2744724" y="98602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3" y="4523232"/>
              <a:ext cx="105155" cy="10058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5267" y="6172200"/>
              <a:ext cx="105155" cy="102107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2723" y="5399532"/>
            <a:ext cx="135635" cy="129540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9418066" y="5341442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765918" y="5333441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85484" y="4444746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69609" y="6108903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374891" y="4504944"/>
            <a:ext cx="3016250" cy="1816735"/>
            <a:chOff x="6374891" y="4504944"/>
            <a:chExt cx="3016250" cy="1816735"/>
          </a:xfrm>
        </p:grpSpPr>
        <p:sp>
          <p:nvSpPr>
            <p:cNvPr id="25" name="object 25" descr=""/>
            <p:cNvSpPr/>
            <p:nvPr/>
          </p:nvSpPr>
          <p:spPr>
            <a:xfrm>
              <a:off x="6389369" y="4519422"/>
              <a:ext cx="2987040" cy="1788160"/>
            </a:xfrm>
            <a:custGeom>
              <a:avLst/>
              <a:gdLst/>
              <a:ahLst/>
              <a:cxnLst/>
              <a:rect l="l" t="t" r="r" b="b"/>
              <a:pathLst>
                <a:path w="2987040" h="1788160">
                  <a:moveTo>
                    <a:pt x="1537715" y="0"/>
                  </a:moveTo>
                  <a:lnTo>
                    <a:pt x="1580896" y="5460"/>
                  </a:lnTo>
                  <a:lnTo>
                    <a:pt x="1623313" y="22097"/>
                  </a:lnTo>
                  <a:lnTo>
                    <a:pt x="1658493" y="46481"/>
                  </a:lnTo>
                  <a:lnTo>
                    <a:pt x="1687322" y="78104"/>
                  </a:lnTo>
                  <a:lnTo>
                    <a:pt x="1706499" y="116712"/>
                  </a:lnTo>
                  <a:lnTo>
                    <a:pt x="1714500" y="157733"/>
                  </a:lnTo>
                  <a:lnTo>
                    <a:pt x="1714500" y="178307"/>
                  </a:lnTo>
                  <a:lnTo>
                    <a:pt x="1706499" y="219328"/>
                  </a:lnTo>
                  <a:lnTo>
                    <a:pt x="1687322" y="257175"/>
                  </a:lnTo>
                  <a:lnTo>
                    <a:pt x="1658493" y="289559"/>
                  </a:lnTo>
                  <a:lnTo>
                    <a:pt x="1623313" y="313944"/>
                  </a:lnTo>
                  <a:lnTo>
                    <a:pt x="1580896" y="330580"/>
                  </a:lnTo>
                  <a:lnTo>
                    <a:pt x="1559305" y="334517"/>
                  </a:lnTo>
                  <a:lnTo>
                    <a:pt x="1537715" y="335279"/>
                  </a:lnTo>
                </a:path>
                <a:path w="2987040" h="1788160">
                  <a:moveTo>
                    <a:pt x="1562100" y="0"/>
                  </a:moveTo>
                  <a:lnTo>
                    <a:pt x="1295400" y="1523"/>
                  </a:lnTo>
                </a:path>
                <a:path w="2987040" h="1788160">
                  <a:moveTo>
                    <a:pt x="1562100" y="336803"/>
                  </a:moveTo>
                  <a:lnTo>
                    <a:pt x="1295400" y="339851"/>
                  </a:lnTo>
                </a:path>
                <a:path w="2987040" h="1788160">
                  <a:moveTo>
                    <a:pt x="1295400" y="0"/>
                  </a:moveTo>
                  <a:lnTo>
                    <a:pt x="1296924" y="336803"/>
                  </a:lnTo>
                </a:path>
                <a:path w="2987040" h="1788160">
                  <a:moveTo>
                    <a:pt x="1106424" y="54863"/>
                  </a:moveTo>
                  <a:lnTo>
                    <a:pt x="1283207" y="56387"/>
                  </a:lnTo>
                </a:path>
                <a:path w="2987040" h="1788160">
                  <a:moveTo>
                    <a:pt x="1106424" y="266700"/>
                  </a:moveTo>
                  <a:lnTo>
                    <a:pt x="1283207" y="268223"/>
                  </a:lnTo>
                </a:path>
                <a:path w="2987040" h="1788160">
                  <a:moveTo>
                    <a:pt x="1805939" y="180594"/>
                  </a:moveTo>
                  <a:lnTo>
                    <a:pt x="1787652" y="219836"/>
                  </a:lnTo>
                  <a:lnTo>
                    <a:pt x="1755902" y="228600"/>
                  </a:lnTo>
                  <a:lnTo>
                    <a:pt x="1745614" y="226186"/>
                  </a:lnTo>
                  <a:lnTo>
                    <a:pt x="1713864" y="197357"/>
                  </a:lnTo>
                  <a:lnTo>
                    <a:pt x="1711452" y="186181"/>
                  </a:lnTo>
                  <a:lnTo>
                    <a:pt x="1711452" y="175767"/>
                  </a:lnTo>
                  <a:lnTo>
                    <a:pt x="1736089" y="138937"/>
                  </a:lnTo>
                  <a:lnTo>
                    <a:pt x="1755902" y="132587"/>
                  </a:lnTo>
                  <a:lnTo>
                    <a:pt x="1767077" y="134238"/>
                  </a:lnTo>
                  <a:lnTo>
                    <a:pt x="1801113" y="158241"/>
                  </a:lnTo>
                  <a:lnTo>
                    <a:pt x="1805939" y="180594"/>
                  </a:lnTo>
                </a:path>
                <a:path w="2987040" h="1788160">
                  <a:moveTo>
                    <a:pt x="1798320" y="188975"/>
                  </a:moveTo>
                  <a:lnTo>
                    <a:pt x="1894331" y="190500"/>
                  </a:lnTo>
                </a:path>
                <a:path w="2987040" h="1788160">
                  <a:moveTo>
                    <a:pt x="1534668" y="1447799"/>
                  </a:moveTo>
                  <a:lnTo>
                    <a:pt x="1578482" y="1452537"/>
                  </a:lnTo>
                  <a:lnTo>
                    <a:pt x="1620647" y="1469097"/>
                  </a:lnTo>
                  <a:lnTo>
                    <a:pt x="1655699" y="1493558"/>
                  </a:lnTo>
                  <a:lnTo>
                    <a:pt x="1684401" y="1525904"/>
                  </a:lnTo>
                  <a:lnTo>
                    <a:pt x="1703451" y="1563763"/>
                  </a:lnTo>
                  <a:lnTo>
                    <a:pt x="1711452" y="1604784"/>
                  </a:lnTo>
                  <a:lnTo>
                    <a:pt x="1711452" y="1625295"/>
                  </a:lnTo>
                  <a:lnTo>
                    <a:pt x="1703451" y="1666328"/>
                  </a:lnTo>
                  <a:lnTo>
                    <a:pt x="1684401" y="1704975"/>
                  </a:lnTo>
                  <a:lnTo>
                    <a:pt x="1655699" y="1737321"/>
                  </a:lnTo>
                  <a:lnTo>
                    <a:pt x="1620647" y="1760994"/>
                  </a:lnTo>
                  <a:lnTo>
                    <a:pt x="1578482" y="1777555"/>
                  </a:lnTo>
                  <a:lnTo>
                    <a:pt x="1557020" y="1781505"/>
                  </a:lnTo>
                  <a:lnTo>
                    <a:pt x="1534668" y="1783079"/>
                  </a:lnTo>
                </a:path>
                <a:path w="2987040" h="1788160">
                  <a:moveTo>
                    <a:pt x="1557527" y="1447799"/>
                  </a:moveTo>
                  <a:lnTo>
                    <a:pt x="1290827" y="1449323"/>
                  </a:lnTo>
                </a:path>
                <a:path w="2987040" h="1788160">
                  <a:moveTo>
                    <a:pt x="1557527" y="1784603"/>
                  </a:moveTo>
                  <a:lnTo>
                    <a:pt x="1290827" y="1787652"/>
                  </a:lnTo>
                </a:path>
                <a:path w="2987040" h="1788160">
                  <a:moveTo>
                    <a:pt x="1290827" y="1447799"/>
                  </a:moveTo>
                  <a:lnTo>
                    <a:pt x="1292352" y="1784603"/>
                  </a:lnTo>
                </a:path>
                <a:path w="2987040" h="1788160">
                  <a:moveTo>
                    <a:pt x="1101852" y="1504187"/>
                  </a:moveTo>
                  <a:lnTo>
                    <a:pt x="1278635" y="1505711"/>
                  </a:lnTo>
                </a:path>
                <a:path w="2987040" h="1788160">
                  <a:moveTo>
                    <a:pt x="1101852" y="1716023"/>
                  </a:moveTo>
                  <a:lnTo>
                    <a:pt x="1278635" y="1717547"/>
                  </a:lnTo>
                </a:path>
                <a:path w="2987040" h="1788160">
                  <a:moveTo>
                    <a:pt x="1802891" y="1628787"/>
                  </a:moveTo>
                  <a:lnTo>
                    <a:pt x="1783841" y="1666875"/>
                  </a:lnTo>
                  <a:lnTo>
                    <a:pt x="1752853" y="1676400"/>
                  </a:lnTo>
                  <a:lnTo>
                    <a:pt x="1742566" y="1673225"/>
                  </a:lnTo>
                  <a:lnTo>
                    <a:pt x="1710816" y="1645450"/>
                  </a:lnTo>
                  <a:lnTo>
                    <a:pt x="1708403" y="1633550"/>
                  </a:lnTo>
                  <a:lnTo>
                    <a:pt x="1708403" y="1623237"/>
                  </a:lnTo>
                  <a:lnTo>
                    <a:pt x="1733041" y="1587525"/>
                  </a:lnTo>
                  <a:lnTo>
                    <a:pt x="1752853" y="1580387"/>
                  </a:lnTo>
                  <a:lnTo>
                    <a:pt x="1764029" y="1581975"/>
                  </a:lnTo>
                  <a:lnTo>
                    <a:pt x="1797303" y="1606575"/>
                  </a:lnTo>
                  <a:lnTo>
                    <a:pt x="1802891" y="1628787"/>
                  </a:lnTo>
                </a:path>
                <a:path w="2987040" h="1788160">
                  <a:moveTo>
                    <a:pt x="1795272" y="1636776"/>
                  </a:moveTo>
                  <a:lnTo>
                    <a:pt x="1889759" y="1638300"/>
                  </a:lnTo>
                </a:path>
                <a:path w="2987040" h="1788160">
                  <a:moveTo>
                    <a:pt x="2631948" y="772667"/>
                  </a:moveTo>
                  <a:lnTo>
                    <a:pt x="2674620" y="778255"/>
                  </a:lnTo>
                  <a:lnTo>
                    <a:pt x="2716403" y="794892"/>
                  </a:lnTo>
                  <a:lnTo>
                    <a:pt x="2751962" y="819403"/>
                  </a:lnTo>
                  <a:lnTo>
                    <a:pt x="2780410" y="851153"/>
                  </a:lnTo>
                  <a:lnTo>
                    <a:pt x="2798572" y="890015"/>
                  </a:lnTo>
                  <a:lnTo>
                    <a:pt x="2807207" y="931163"/>
                  </a:lnTo>
                  <a:lnTo>
                    <a:pt x="2807207" y="951737"/>
                  </a:lnTo>
                  <a:lnTo>
                    <a:pt x="2798572" y="993012"/>
                  </a:lnTo>
                  <a:lnTo>
                    <a:pt x="2780410" y="1030985"/>
                  </a:lnTo>
                  <a:lnTo>
                    <a:pt x="2751962" y="1063497"/>
                  </a:lnTo>
                  <a:lnTo>
                    <a:pt x="2716403" y="1088072"/>
                  </a:lnTo>
                  <a:lnTo>
                    <a:pt x="2674620" y="1104722"/>
                  </a:lnTo>
                  <a:lnTo>
                    <a:pt x="2653283" y="1108684"/>
                  </a:lnTo>
                  <a:lnTo>
                    <a:pt x="2631948" y="1109471"/>
                  </a:lnTo>
                </a:path>
                <a:path w="2987040" h="1788160">
                  <a:moveTo>
                    <a:pt x="2653283" y="772667"/>
                  </a:moveTo>
                  <a:lnTo>
                    <a:pt x="2386583" y="774191"/>
                  </a:lnTo>
                </a:path>
                <a:path w="2987040" h="1788160">
                  <a:moveTo>
                    <a:pt x="2653283" y="1110995"/>
                  </a:moveTo>
                  <a:lnTo>
                    <a:pt x="2386583" y="1112519"/>
                  </a:lnTo>
                </a:path>
                <a:path w="2987040" h="1788160">
                  <a:moveTo>
                    <a:pt x="2386583" y="772667"/>
                  </a:moveTo>
                  <a:lnTo>
                    <a:pt x="2388107" y="1110995"/>
                  </a:lnTo>
                </a:path>
                <a:path w="2987040" h="1788160">
                  <a:moveTo>
                    <a:pt x="2199131" y="842771"/>
                  </a:moveTo>
                  <a:lnTo>
                    <a:pt x="2375915" y="844295"/>
                  </a:lnTo>
                </a:path>
                <a:path w="2987040" h="1788160">
                  <a:moveTo>
                    <a:pt x="2199131" y="1039367"/>
                  </a:moveTo>
                  <a:lnTo>
                    <a:pt x="2375915" y="1040891"/>
                  </a:lnTo>
                </a:path>
                <a:path w="2987040" h="1788160">
                  <a:moveTo>
                    <a:pt x="2900172" y="953261"/>
                  </a:moveTo>
                  <a:lnTo>
                    <a:pt x="2880995" y="992504"/>
                  </a:lnTo>
                  <a:lnTo>
                    <a:pt x="2849753" y="1001267"/>
                  </a:lnTo>
                  <a:lnTo>
                    <a:pt x="2838577" y="998854"/>
                  </a:lnTo>
                  <a:lnTo>
                    <a:pt x="2807334" y="970025"/>
                  </a:lnTo>
                  <a:lnTo>
                    <a:pt x="2804159" y="958087"/>
                  </a:lnTo>
                  <a:lnTo>
                    <a:pt x="2804159" y="947673"/>
                  </a:lnTo>
                  <a:lnTo>
                    <a:pt x="2828925" y="911605"/>
                  </a:lnTo>
                  <a:lnTo>
                    <a:pt x="2849753" y="905255"/>
                  </a:lnTo>
                  <a:lnTo>
                    <a:pt x="2860166" y="906906"/>
                  </a:lnTo>
                  <a:lnTo>
                    <a:pt x="2894583" y="930909"/>
                  </a:lnTo>
                  <a:lnTo>
                    <a:pt x="2900172" y="953261"/>
                  </a:lnTo>
                </a:path>
                <a:path w="2987040" h="1788160">
                  <a:moveTo>
                    <a:pt x="2892552" y="961643"/>
                  </a:moveTo>
                  <a:lnTo>
                    <a:pt x="2987039" y="963167"/>
                  </a:lnTo>
                </a:path>
                <a:path w="2987040" h="1788160">
                  <a:moveTo>
                    <a:pt x="446531" y="731519"/>
                  </a:moveTo>
                  <a:lnTo>
                    <a:pt x="489711" y="736345"/>
                  </a:lnTo>
                  <a:lnTo>
                    <a:pt x="532129" y="752982"/>
                  </a:lnTo>
                  <a:lnTo>
                    <a:pt x="567308" y="777747"/>
                  </a:lnTo>
                  <a:lnTo>
                    <a:pt x="596137" y="810386"/>
                  </a:lnTo>
                  <a:lnTo>
                    <a:pt x="615314" y="849375"/>
                  </a:lnTo>
                  <a:lnTo>
                    <a:pt x="623315" y="889888"/>
                  </a:lnTo>
                  <a:lnTo>
                    <a:pt x="623315" y="910589"/>
                  </a:lnTo>
                  <a:lnTo>
                    <a:pt x="615314" y="951991"/>
                  </a:lnTo>
                  <a:lnTo>
                    <a:pt x="596137" y="990980"/>
                  </a:lnTo>
                  <a:lnTo>
                    <a:pt x="567308" y="1023619"/>
                  </a:lnTo>
                  <a:lnTo>
                    <a:pt x="532129" y="1047495"/>
                  </a:lnTo>
                  <a:lnTo>
                    <a:pt x="489711" y="1065021"/>
                  </a:lnTo>
                  <a:lnTo>
                    <a:pt x="468122" y="1068196"/>
                  </a:lnTo>
                  <a:lnTo>
                    <a:pt x="446531" y="1069847"/>
                  </a:lnTo>
                </a:path>
                <a:path w="2987040" h="1788160">
                  <a:moveTo>
                    <a:pt x="470915" y="731519"/>
                  </a:moveTo>
                  <a:lnTo>
                    <a:pt x="204215" y="733043"/>
                  </a:lnTo>
                </a:path>
                <a:path w="2987040" h="1788160">
                  <a:moveTo>
                    <a:pt x="470915" y="1071371"/>
                  </a:moveTo>
                  <a:lnTo>
                    <a:pt x="204215" y="1072895"/>
                  </a:lnTo>
                </a:path>
                <a:path w="2987040" h="1788160">
                  <a:moveTo>
                    <a:pt x="204215" y="731519"/>
                  </a:moveTo>
                  <a:lnTo>
                    <a:pt x="205739" y="1071371"/>
                  </a:lnTo>
                </a:path>
                <a:path w="2987040" h="1788160">
                  <a:moveTo>
                    <a:pt x="15239" y="787907"/>
                  </a:moveTo>
                  <a:lnTo>
                    <a:pt x="193548" y="789431"/>
                  </a:lnTo>
                </a:path>
                <a:path w="2987040" h="1788160">
                  <a:moveTo>
                    <a:pt x="15239" y="999743"/>
                  </a:moveTo>
                  <a:lnTo>
                    <a:pt x="193548" y="1001267"/>
                  </a:lnTo>
                </a:path>
                <a:path w="2987040" h="1788160">
                  <a:moveTo>
                    <a:pt x="714755" y="913637"/>
                  </a:moveTo>
                  <a:lnTo>
                    <a:pt x="696213" y="951991"/>
                  </a:lnTo>
                  <a:lnTo>
                    <a:pt x="665226" y="961643"/>
                  </a:lnTo>
                  <a:lnTo>
                    <a:pt x="655065" y="958468"/>
                  </a:lnTo>
                  <a:lnTo>
                    <a:pt x="644271" y="955293"/>
                  </a:lnTo>
                  <a:lnTo>
                    <a:pt x="636524" y="948054"/>
                  </a:lnTo>
                  <a:lnTo>
                    <a:pt x="629538" y="939291"/>
                  </a:lnTo>
                  <a:lnTo>
                    <a:pt x="624077" y="930401"/>
                  </a:lnTo>
                  <a:lnTo>
                    <a:pt x="621791" y="918463"/>
                  </a:lnTo>
                  <a:lnTo>
                    <a:pt x="621791" y="908049"/>
                  </a:lnTo>
                  <a:lnTo>
                    <a:pt x="645795" y="871981"/>
                  </a:lnTo>
                  <a:lnTo>
                    <a:pt x="665226" y="865631"/>
                  </a:lnTo>
                  <a:lnTo>
                    <a:pt x="676021" y="866393"/>
                  </a:lnTo>
                  <a:lnTo>
                    <a:pt x="709295" y="891285"/>
                  </a:lnTo>
                  <a:lnTo>
                    <a:pt x="714755" y="913637"/>
                  </a:lnTo>
                </a:path>
                <a:path w="2987040" h="1788160">
                  <a:moveTo>
                    <a:pt x="707135" y="922019"/>
                  </a:moveTo>
                  <a:lnTo>
                    <a:pt x="804672" y="923543"/>
                  </a:lnTo>
                </a:path>
                <a:path w="2987040" h="1788160">
                  <a:moveTo>
                    <a:pt x="1091183" y="288035"/>
                  </a:moveTo>
                  <a:lnTo>
                    <a:pt x="1092707" y="1496567"/>
                  </a:lnTo>
                </a:path>
                <a:path w="2987040" h="1788160">
                  <a:moveTo>
                    <a:pt x="786383" y="929639"/>
                  </a:moveTo>
                  <a:lnTo>
                    <a:pt x="1068324" y="931163"/>
                  </a:lnTo>
                </a:path>
                <a:path w="2987040" h="1788160">
                  <a:moveTo>
                    <a:pt x="0" y="789431"/>
                  </a:moveTo>
                  <a:lnTo>
                    <a:pt x="1524" y="47243"/>
                  </a:lnTo>
                </a:path>
                <a:path w="2987040" h="1788160">
                  <a:moveTo>
                    <a:pt x="0" y="1001267"/>
                  </a:moveTo>
                  <a:lnTo>
                    <a:pt x="1524" y="170078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3403" y="5382768"/>
              <a:ext cx="105155" cy="102107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8722614" y="2733294"/>
            <a:ext cx="624840" cy="436245"/>
          </a:xfrm>
          <a:custGeom>
            <a:avLst/>
            <a:gdLst/>
            <a:ahLst/>
            <a:cxnLst/>
            <a:rect l="l" t="t" r="r" b="b"/>
            <a:pathLst>
              <a:path w="624840" h="436244">
                <a:moveTo>
                  <a:pt x="0" y="0"/>
                </a:moveTo>
                <a:lnTo>
                  <a:pt x="29209" y="71881"/>
                </a:lnTo>
                <a:lnTo>
                  <a:pt x="40512" y="118744"/>
                </a:lnTo>
                <a:lnTo>
                  <a:pt x="49402" y="171830"/>
                </a:lnTo>
                <a:lnTo>
                  <a:pt x="55371" y="214883"/>
                </a:lnTo>
                <a:lnTo>
                  <a:pt x="51688" y="255777"/>
                </a:lnTo>
                <a:lnTo>
                  <a:pt x="43433" y="301878"/>
                </a:lnTo>
                <a:lnTo>
                  <a:pt x="33654" y="346582"/>
                </a:lnTo>
                <a:lnTo>
                  <a:pt x="20954" y="387476"/>
                </a:lnTo>
                <a:lnTo>
                  <a:pt x="0" y="432815"/>
                </a:lnTo>
                <a:lnTo>
                  <a:pt x="157352" y="435863"/>
                </a:lnTo>
                <a:lnTo>
                  <a:pt x="222503" y="431291"/>
                </a:lnTo>
                <a:lnTo>
                  <a:pt x="256158" y="429005"/>
                </a:lnTo>
                <a:lnTo>
                  <a:pt x="280924" y="423036"/>
                </a:lnTo>
                <a:lnTo>
                  <a:pt x="306324" y="415416"/>
                </a:lnTo>
                <a:lnTo>
                  <a:pt x="333375" y="403351"/>
                </a:lnTo>
                <a:lnTo>
                  <a:pt x="364108" y="389763"/>
                </a:lnTo>
                <a:lnTo>
                  <a:pt x="394080" y="370839"/>
                </a:lnTo>
                <a:lnTo>
                  <a:pt x="413511" y="355600"/>
                </a:lnTo>
                <a:lnTo>
                  <a:pt x="432180" y="338200"/>
                </a:lnTo>
                <a:lnTo>
                  <a:pt x="452500" y="317753"/>
                </a:lnTo>
                <a:lnTo>
                  <a:pt x="470407" y="301116"/>
                </a:lnTo>
                <a:lnTo>
                  <a:pt x="487679" y="280034"/>
                </a:lnTo>
                <a:lnTo>
                  <a:pt x="509396" y="251967"/>
                </a:lnTo>
                <a:lnTo>
                  <a:pt x="530351" y="216407"/>
                </a:lnTo>
                <a:lnTo>
                  <a:pt x="510920" y="185419"/>
                </a:lnTo>
                <a:lnTo>
                  <a:pt x="477900" y="139953"/>
                </a:lnTo>
                <a:lnTo>
                  <a:pt x="443483" y="104393"/>
                </a:lnTo>
                <a:lnTo>
                  <a:pt x="413511" y="77977"/>
                </a:lnTo>
                <a:lnTo>
                  <a:pt x="379094" y="54482"/>
                </a:lnTo>
                <a:lnTo>
                  <a:pt x="337819" y="32511"/>
                </a:lnTo>
                <a:lnTo>
                  <a:pt x="288416" y="15112"/>
                </a:lnTo>
                <a:lnTo>
                  <a:pt x="234441" y="3809"/>
                </a:lnTo>
                <a:lnTo>
                  <a:pt x="208279" y="761"/>
                </a:lnTo>
                <a:lnTo>
                  <a:pt x="189483" y="761"/>
                </a:lnTo>
                <a:lnTo>
                  <a:pt x="170052" y="0"/>
                </a:lnTo>
                <a:lnTo>
                  <a:pt x="0" y="0"/>
                </a:lnTo>
                <a:close/>
              </a:path>
              <a:path w="624840" h="436244">
                <a:moveTo>
                  <a:pt x="509015" y="213359"/>
                </a:moveTo>
                <a:lnTo>
                  <a:pt x="624839" y="213359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64623" y="2859023"/>
            <a:ext cx="135635" cy="129539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9379966" y="2801238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727818" y="2793237"/>
            <a:ext cx="172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373" y="142747"/>
            <a:ext cx="59797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Odd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Even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3373" y="1335786"/>
            <a:ext cx="10223500" cy="5002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408305" indent="-343535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even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functions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on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K-map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form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“checkerboard” patterns.</a:t>
            </a:r>
            <a:endParaRPr sz="2800">
              <a:latin typeface="Times New Roman"/>
              <a:cs typeface="Times New Roman"/>
            </a:endParaRPr>
          </a:p>
          <a:p>
            <a:pPr marL="355600" marR="673735" indent="-343535">
              <a:lnSpc>
                <a:spcPct val="100000"/>
              </a:lnSpc>
              <a:spcBef>
                <a:spcPts val="670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1s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correspond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minterms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having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an </a:t>
            </a:r>
            <a:r>
              <a:rPr dirty="0" sz="2800" b="1">
                <a:latin typeface="Times New Roman"/>
                <a:cs typeface="Times New Roman"/>
              </a:rPr>
              <a:t>index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with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number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1s.</a:t>
            </a:r>
            <a:endParaRPr sz="2800">
              <a:latin typeface="Times New Roman"/>
              <a:cs typeface="Times New Roman"/>
            </a:endParaRPr>
          </a:p>
          <a:p>
            <a:pPr marL="355600" marR="558165" indent="-343535">
              <a:lnSpc>
                <a:spcPct val="100000"/>
              </a:lnSpc>
              <a:spcBef>
                <a:spcPts val="675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1s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even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correspond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to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minterms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having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an </a:t>
            </a:r>
            <a:r>
              <a:rPr dirty="0" sz="2800" b="1">
                <a:latin typeface="Times New Roman"/>
                <a:cs typeface="Times New Roman"/>
              </a:rPr>
              <a:t>index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with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even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number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1s.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</a:tabLst>
            </a:pPr>
            <a:r>
              <a:rPr dirty="0" sz="2800" b="1">
                <a:latin typeface="Times New Roman"/>
                <a:cs typeface="Times New Roman"/>
              </a:rPr>
              <a:t>Implementation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even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functions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10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greater</a:t>
            </a:r>
            <a:r>
              <a:rPr dirty="0" sz="2800" spc="-1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than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four </a:t>
            </a:r>
            <a:r>
              <a:rPr dirty="0" sz="2800" b="1">
                <a:latin typeface="Times New Roman"/>
                <a:cs typeface="Times New Roman"/>
              </a:rPr>
              <a:t>variables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as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two-</a:t>
            </a:r>
            <a:r>
              <a:rPr dirty="0" sz="2800" b="1">
                <a:latin typeface="Times New Roman"/>
                <a:cs typeface="Times New Roman"/>
              </a:rPr>
              <a:t>level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circuit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is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difficult,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so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we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use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“trees”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made </a:t>
            </a:r>
            <a:r>
              <a:rPr dirty="0" sz="2800" b="1">
                <a:latin typeface="Times New Roman"/>
                <a:cs typeface="Times New Roman"/>
              </a:rPr>
              <a:t>up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9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spc="-10" b="1">
                <a:latin typeface="Times New Roman"/>
                <a:cs typeface="Times New Roman"/>
              </a:rPr>
              <a:t>2-</a:t>
            </a:r>
            <a:r>
              <a:rPr dirty="0" sz="2400" b="1">
                <a:latin typeface="Times New Roman"/>
                <a:cs typeface="Times New Roman"/>
              </a:rPr>
              <a:t>input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XOR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XNORs</a:t>
            </a:r>
            <a:endParaRPr sz="2400">
              <a:latin typeface="Times New Roman"/>
              <a:cs typeface="Times New Roman"/>
            </a:endParaRPr>
          </a:p>
          <a:p>
            <a:pPr lvl="1" marL="756285" indent="-286385">
              <a:lnSpc>
                <a:spcPct val="100000"/>
              </a:lnSpc>
              <a:spcBef>
                <a:spcPts val="575"/>
              </a:spcBef>
              <a:buClr>
                <a:srgbClr val="3333FF"/>
              </a:buClr>
              <a:buFont typeface="Times New Roman"/>
              <a:buChar char="•"/>
              <a:tabLst>
                <a:tab pos="756285" algn="l"/>
              </a:tabLst>
            </a:pPr>
            <a:r>
              <a:rPr dirty="0" sz="2400" b="1">
                <a:latin typeface="Times New Roman"/>
                <a:cs typeface="Times New Roman"/>
              </a:rPr>
              <a:t>3-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4-</a:t>
            </a:r>
            <a:r>
              <a:rPr dirty="0" sz="2400" b="1">
                <a:latin typeface="Times New Roman"/>
                <a:cs typeface="Times New Roman"/>
              </a:rPr>
              <a:t>input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odd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or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even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794" y="345694"/>
            <a:ext cx="798893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Example:</a:t>
            </a:r>
            <a:r>
              <a:rPr dirty="0" sz="3600" spc="-6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Odd</a:t>
            </a:r>
            <a:r>
              <a:rPr dirty="0" sz="3600" spc="-5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Function</a:t>
            </a:r>
            <a:r>
              <a:rPr dirty="0" sz="3600" spc="-5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Implementation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988302" y="1459230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4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4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4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4" y="262128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4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64373" y="1465325"/>
            <a:ext cx="260985" cy="262255"/>
          </a:xfrm>
          <a:custGeom>
            <a:avLst/>
            <a:gdLst/>
            <a:ahLst/>
            <a:cxnLst/>
            <a:rect l="l" t="t" r="r" b="b"/>
            <a:pathLst>
              <a:path w="260984" h="262255">
                <a:moveTo>
                  <a:pt x="0" y="131063"/>
                </a:moveTo>
                <a:lnTo>
                  <a:pt x="10233" y="80045"/>
                </a:lnTo>
                <a:lnTo>
                  <a:pt x="38147" y="38385"/>
                </a:lnTo>
                <a:lnTo>
                  <a:pt x="79563" y="10298"/>
                </a:lnTo>
                <a:lnTo>
                  <a:pt x="130301" y="0"/>
                </a:lnTo>
                <a:lnTo>
                  <a:pt x="181040" y="10298"/>
                </a:lnTo>
                <a:lnTo>
                  <a:pt x="222456" y="38385"/>
                </a:lnTo>
                <a:lnTo>
                  <a:pt x="250370" y="80045"/>
                </a:lnTo>
                <a:lnTo>
                  <a:pt x="260603" y="131063"/>
                </a:lnTo>
                <a:lnTo>
                  <a:pt x="250370" y="182082"/>
                </a:lnTo>
                <a:lnTo>
                  <a:pt x="222456" y="223742"/>
                </a:lnTo>
                <a:lnTo>
                  <a:pt x="181040" y="251829"/>
                </a:lnTo>
                <a:lnTo>
                  <a:pt x="130301" y="262127"/>
                </a:lnTo>
                <a:lnTo>
                  <a:pt x="79563" y="251829"/>
                </a:lnTo>
                <a:lnTo>
                  <a:pt x="38147" y="223742"/>
                </a:lnTo>
                <a:lnTo>
                  <a:pt x="10233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123182" y="2379726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3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3" y="262127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862321" y="2385822"/>
            <a:ext cx="260985" cy="262255"/>
          </a:xfrm>
          <a:custGeom>
            <a:avLst/>
            <a:gdLst/>
            <a:ahLst/>
            <a:cxnLst/>
            <a:rect l="l" t="t" r="r" b="b"/>
            <a:pathLst>
              <a:path w="260985" h="262255">
                <a:moveTo>
                  <a:pt x="0" y="131063"/>
                </a:moveTo>
                <a:lnTo>
                  <a:pt x="10233" y="80045"/>
                </a:lnTo>
                <a:lnTo>
                  <a:pt x="38147" y="38385"/>
                </a:lnTo>
                <a:lnTo>
                  <a:pt x="79563" y="10298"/>
                </a:lnTo>
                <a:lnTo>
                  <a:pt x="130301" y="0"/>
                </a:lnTo>
                <a:lnTo>
                  <a:pt x="181040" y="10298"/>
                </a:lnTo>
                <a:lnTo>
                  <a:pt x="222456" y="38385"/>
                </a:lnTo>
                <a:lnTo>
                  <a:pt x="250370" y="80045"/>
                </a:lnTo>
                <a:lnTo>
                  <a:pt x="260603" y="131063"/>
                </a:lnTo>
                <a:lnTo>
                  <a:pt x="250370" y="182082"/>
                </a:lnTo>
                <a:lnTo>
                  <a:pt x="222456" y="223742"/>
                </a:lnTo>
                <a:lnTo>
                  <a:pt x="181040" y="251829"/>
                </a:lnTo>
                <a:lnTo>
                  <a:pt x="130301" y="262127"/>
                </a:lnTo>
                <a:lnTo>
                  <a:pt x="79563" y="251829"/>
                </a:lnTo>
                <a:lnTo>
                  <a:pt x="38147" y="223742"/>
                </a:lnTo>
                <a:lnTo>
                  <a:pt x="10233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7640" y="1335786"/>
            <a:ext cx="7075805" cy="190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  <a:tab pos="5043170" algn="l"/>
              </a:tabLst>
            </a:pPr>
            <a:r>
              <a:rPr dirty="0" sz="2800" b="1">
                <a:latin typeface="Times New Roman"/>
                <a:cs typeface="Times New Roman"/>
              </a:rPr>
              <a:t>Design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3-</a:t>
            </a:r>
            <a:r>
              <a:rPr dirty="0" sz="2800" b="1">
                <a:latin typeface="Times New Roman"/>
                <a:cs typeface="Times New Roman"/>
              </a:rPr>
              <a:t>input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function</a:t>
            </a:r>
            <a:r>
              <a:rPr dirty="0" sz="2800" b="1">
                <a:latin typeface="Times New Roman"/>
                <a:cs typeface="Times New Roman"/>
              </a:rPr>
              <a:t>	F</a:t>
            </a:r>
            <a:r>
              <a:rPr dirty="0" sz="2800" spc="-1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=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</a:t>
            </a:r>
            <a:r>
              <a:rPr dirty="0" sz="2800" spc="145" b="1">
                <a:latin typeface="Times New Roman"/>
                <a:cs typeface="Times New Roman"/>
              </a:rPr>
              <a:t> </a:t>
            </a:r>
            <a:r>
              <a:rPr dirty="0" baseline="-1984" sz="4200">
                <a:latin typeface="Times New Roman"/>
                <a:cs typeface="Times New Roman"/>
              </a:rPr>
              <a:t>+</a:t>
            </a:r>
            <a:r>
              <a:rPr dirty="0" baseline="-1984" sz="4200" spc="-652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baseline="-2976" sz="4200">
                <a:latin typeface="Times New Roman"/>
                <a:cs typeface="Times New Roman"/>
              </a:rPr>
              <a:t>+</a:t>
            </a:r>
            <a:r>
              <a:rPr dirty="0" baseline="-2976" sz="4200" spc="-37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Z </a:t>
            </a:r>
            <a:r>
              <a:rPr dirty="0" sz="2800" b="1">
                <a:latin typeface="Times New Roman"/>
                <a:cs typeface="Times New Roman"/>
              </a:rPr>
              <a:t>with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2-</a:t>
            </a:r>
            <a:r>
              <a:rPr dirty="0" sz="2800" b="1">
                <a:latin typeface="Times New Roman"/>
                <a:cs typeface="Times New Roman"/>
              </a:rPr>
              <a:t>input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XOR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gates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  <a:tab pos="2103120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Factoring,</a:t>
            </a:r>
            <a:r>
              <a:rPr dirty="0" sz="2800" b="1">
                <a:latin typeface="Times New Roman"/>
                <a:cs typeface="Times New Roman"/>
              </a:rPr>
              <a:t>	F</a:t>
            </a:r>
            <a:r>
              <a:rPr dirty="0" sz="2800" spc="-1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=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(X</a:t>
            </a:r>
            <a:r>
              <a:rPr dirty="0" sz="2800" spc="-19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Y)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14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circuit: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213354" y="3491484"/>
            <a:ext cx="4305300" cy="1574800"/>
            <a:chOff x="3213354" y="3491484"/>
            <a:chExt cx="4305300" cy="1574800"/>
          </a:xfrm>
        </p:grpSpPr>
        <p:sp>
          <p:nvSpPr>
            <p:cNvPr id="9" name="object 9" descr=""/>
            <p:cNvSpPr/>
            <p:nvPr/>
          </p:nvSpPr>
          <p:spPr>
            <a:xfrm>
              <a:off x="4074414" y="3510534"/>
              <a:ext cx="3083560" cy="1536700"/>
            </a:xfrm>
            <a:custGeom>
              <a:avLst/>
              <a:gdLst/>
              <a:ahLst/>
              <a:cxnLst/>
              <a:rect l="l" t="t" r="r" b="b"/>
              <a:pathLst>
                <a:path w="3083559" h="1536700">
                  <a:moveTo>
                    <a:pt x="1958339" y="621791"/>
                  </a:moveTo>
                  <a:lnTo>
                    <a:pt x="1985390" y="685291"/>
                  </a:lnTo>
                  <a:lnTo>
                    <a:pt x="2020315" y="772667"/>
                  </a:lnTo>
                  <a:lnTo>
                    <a:pt x="2044064" y="871092"/>
                  </a:lnTo>
                  <a:lnTo>
                    <a:pt x="2063241" y="982217"/>
                  </a:lnTo>
                  <a:lnTo>
                    <a:pt x="2075941" y="1072768"/>
                  </a:lnTo>
                  <a:lnTo>
                    <a:pt x="2067940" y="1158493"/>
                  </a:lnTo>
                  <a:lnTo>
                    <a:pt x="2050414" y="1255395"/>
                  </a:lnTo>
                  <a:lnTo>
                    <a:pt x="2029840" y="1349120"/>
                  </a:lnTo>
                  <a:lnTo>
                    <a:pt x="2002789" y="1434845"/>
                  </a:lnTo>
                  <a:lnTo>
                    <a:pt x="1958339" y="1530095"/>
                  </a:lnTo>
                  <a:lnTo>
                    <a:pt x="2288794" y="1530095"/>
                  </a:lnTo>
                  <a:lnTo>
                    <a:pt x="2430144" y="1526920"/>
                  </a:lnTo>
                  <a:lnTo>
                    <a:pt x="2501645" y="1522095"/>
                  </a:lnTo>
                  <a:lnTo>
                    <a:pt x="2554096" y="1509395"/>
                  </a:lnTo>
                  <a:lnTo>
                    <a:pt x="2608071" y="1493520"/>
                  </a:lnTo>
                  <a:lnTo>
                    <a:pt x="2665221" y="1468120"/>
                  </a:lnTo>
                  <a:lnTo>
                    <a:pt x="2730372" y="1439545"/>
                  </a:lnTo>
                  <a:lnTo>
                    <a:pt x="2793872" y="1399920"/>
                  </a:lnTo>
                  <a:lnTo>
                    <a:pt x="2835275" y="1368170"/>
                  </a:lnTo>
                  <a:lnTo>
                    <a:pt x="2874899" y="1331595"/>
                  </a:lnTo>
                  <a:lnTo>
                    <a:pt x="2917825" y="1288668"/>
                  </a:lnTo>
                  <a:lnTo>
                    <a:pt x="2955925" y="1253743"/>
                  </a:lnTo>
                  <a:lnTo>
                    <a:pt x="2992501" y="1209293"/>
                  </a:lnTo>
                  <a:lnTo>
                    <a:pt x="3038602" y="1150620"/>
                  </a:lnTo>
                  <a:lnTo>
                    <a:pt x="3083052" y="1075943"/>
                  </a:lnTo>
                  <a:lnTo>
                    <a:pt x="3041777" y="1010792"/>
                  </a:lnTo>
                  <a:lnTo>
                    <a:pt x="3003677" y="955293"/>
                  </a:lnTo>
                  <a:lnTo>
                    <a:pt x="2971800" y="915542"/>
                  </a:lnTo>
                  <a:lnTo>
                    <a:pt x="2936875" y="877442"/>
                  </a:lnTo>
                  <a:lnTo>
                    <a:pt x="2898775" y="840866"/>
                  </a:lnTo>
                  <a:lnTo>
                    <a:pt x="2867025" y="812291"/>
                  </a:lnTo>
                  <a:lnTo>
                    <a:pt x="2835275" y="785367"/>
                  </a:lnTo>
                  <a:lnTo>
                    <a:pt x="2797047" y="756792"/>
                  </a:lnTo>
                  <a:lnTo>
                    <a:pt x="2762122" y="736091"/>
                  </a:lnTo>
                  <a:lnTo>
                    <a:pt x="2720847" y="713866"/>
                  </a:lnTo>
                  <a:lnTo>
                    <a:pt x="2674746" y="690117"/>
                  </a:lnTo>
                  <a:lnTo>
                    <a:pt x="2617596" y="667892"/>
                  </a:lnTo>
                  <a:lnTo>
                    <a:pt x="2569971" y="653541"/>
                  </a:lnTo>
                  <a:lnTo>
                    <a:pt x="2514345" y="639317"/>
                  </a:lnTo>
                  <a:lnTo>
                    <a:pt x="2455544" y="629792"/>
                  </a:lnTo>
                  <a:lnTo>
                    <a:pt x="2399919" y="623315"/>
                  </a:lnTo>
                  <a:lnTo>
                    <a:pt x="2360295" y="623315"/>
                  </a:lnTo>
                  <a:lnTo>
                    <a:pt x="2318893" y="621791"/>
                  </a:lnTo>
                  <a:lnTo>
                    <a:pt x="1958339" y="621791"/>
                  </a:lnTo>
                  <a:close/>
                </a:path>
                <a:path w="3083559" h="1536700">
                  <a:moveTo>
                    <a:pt x="1859407" y="627888"/>
                  </a:moveTo>
                  <a:lnTo>
                    <a:pt x="1867219" y="648612"/>
                  </a:lnTo>
                  <a:lnTo>
                    <a:pt x="1879044" y="678243"/>
                  </a:lnTo>
                  <a:lnTo>
                    <a:pt x="1891750" y="710826"/>
                  </a:lnTo>
                  <a:lnTo>
                    <a:pt x="1910260" y="766534"/>
                  </a:lnTo>
                  <a:lnTo>
                    <a:pt x="1924512" y="817544"/>
                  </a:lnTo>
                  <a:lnTo>
                    <a:pt x="1930781" y="841882"/>
                  </a:lnTo>
                  <a:lnTo>
                    <a:pt x="1936662" y="864542"/>
                  </a:lnTo>
                  <a:lnTo>
                    <a:pt x="1942401" y="886285"/>
                  </a:lnTo>
                  <a:lnTo>
                    <a:pt x="1947854" y="909194"/>
                  </a:lnTo>
                  <a:lnTo>
                    <a:pt x="1952878" y="935354"/>
                  </a:lnTo>
                  <a:lnTo>
                    <a:pt x="1958560" y="966464"/>
                  </a:lnTo>
                  <a:lnTo>
                    <a:pt x="1964991" y="1000966"/>
                  </a:lnTo>
                  <a:lnTo>
                    <a:pt x="1970541" y="1036349"/>
                  </a:lnTo>
                  <a:lnTo>
                    <a:pt x="1973580" y="1070102"/>
                  </a:lnTo>
                  <a:lnTo>
                    <a:pt x="1972659" y="1101840"/>
                  </a:lnTo>
                  <a:lnTo>
                    <a:pt x="1968785" y="1132554"/>
                  </a:lnTo>
                  <a:lnTo>
                    <a:pt x="1963721" y="1161792"/>
                  </a:lnTo>
                  <a:lnTo>
                    <a:pt x="1959228" y="1189101"/>
                  </a:lnTo>
                  <a:lnTo>
                    <a:pt x="1955397" y="1212978"/>
                  </a:lnTo>
                  <a:lnTo>
                    <a:pt x="1950958" y="1234201"/>
                  </a:lnTo>
                  <a:lnTo>
                    <a:pt x="1945923" y="1255448"/>
                  </a:lnTo>
                  <a:lnTo>
                    <a:pt x="1940306" y="1279397"/>
                  </a:lnTo>
                  <a:lnTo>
                    <a:pt x="1927590" y="1337468"/>
                  </a:lnTo>
                  <a:lnTo>
                    <a:pt x="1910207" y="1401445"/>
                  </a:lnTo>
                  <a:lnTo>
                    <a:pt x="1881219" y="1474152"/>
                  </a:lnTo>
                  <a:lnTo>
                    <a:pt x="1866022" y="1509101"/>
                  </a:lnTo>
                  <a:lnTo>
                    <a:pt x="1854708" y="1536191"/>
                  </a:lnTo>
                </a:path>
                <a:path w="3083559" h="1536700">
                  <a:moveTo>
                    <a:pt x="105156" y="0"/>
                  </a:moveTo>
                  <a:lnTo>
                    <a:pt x="132080" y="63500"/>
                  </a:lnTo>
                  <a:lnTo>
                    <a:pt x="167005" y="150875"/>
                  </a:lnTo>
                  <a:lnTo>
                    <a:pt x="190881" y="249300"/>
                  </a:lnTo>
                  <a:lnTo>
                    <a:pt x="209803" y="360425"/>
                  </a:lnTo>
                  <a:lnTo>
                    <a:pt x="222503" y="450976"/>
                  </a:lnTo>
                  <a:lnTo>
                    <a:pt x="214630" y="536701"/>
                  </a:lnTo>
                  <a:lnTo>
                    <a:pt x="197231" y="633602"/>
                  </a:lnTo>
                  <a:lnTo>
                    <a:pt x="176530" y="727328"/>
                  </a:lnTo>
                  <a:lnTo>
                    <a:pt x="149606" y="813053"/>
                  </a:lnTo>
                  <a:lnTo>
                    <a:pt x="105156" y="908303"/>
                  </a:lnTo>
                  <a:lnTo>
                    <a:pt x="435101" y="908303"/>
                  </a:lnTo>
                  <a:lnTo>
                    <a:pt x="576326" y="905128"/>
                  </a:lnTo>
                  <a:lnTo>
                    <a:pt x="647700" y="900302"/>
                  </a:lnTo>
                  <a:lnTo>
                    <a:pt x="700024" y="887602"/>
                  </a:lnTo>
                  <a:lnTo>
                    <a:pt x="753999" y="871727"/>
                  </a:lnTo>
                  <a:lnTo>
                    <a:pt x="811149" y="846327"/>
                  </a:lnTo>
                  <a:lnTo>
                    <a:pt x="876173" y="817752"/>
                  </a:lnTo>
                  <a:lnTo>
                    <a:pt x="939673" y="778128"/>
                  </a:lnTo>
                  <a:lnTo>
                    <a:pt x="980821" y="746378"/>
                  </a:lnTo>
                  <a:lnTo>
                    <a:pt x="1020572" y="709802"/>
                  </a:lnTo>
                  <a:lnTo>
                    <a:pt x="1063371" y="666876"/>
                  </a:lnTo>
                  <a:lnTo>
                    <a:pt x="1101471" y="631951"/>
                  </a:lnTo>
                  <a:lnTo>
                    <a:pt x="1137920" y="587501"/>
                  </a:lnTo>
                  <a:lnTo>
                    <a:pt x="1183894" y="528827"/>
                  </a:lnTo>
                  <a:lnTo>
                    <a:pt x="1228344" y="454151"/>
                  </a:lnTo>
                  <a:lnTo>
                    <a:pt x="1187069" y="389000"/>
                  </a:lnTo>
                  <a:lnTo>
                    <a:pt x="1148969" y="333501"/>
                  </a:lnTo>
                  <a:lnTo>
                    <a:pt x="1117346" y="293750"/>
                  </a:lnTo>
                  <a:lnTo>
                    <a:pt x="1082421" y="255650"/>
                  </a:lnTo>
                  <a:lnTo>
                    <a:pt x="1044321" y="219074"/>
                  </a:lnTo>
                  <a:lnTo>
                    <a:pt x="1012571" y="190499"/>
                  </a:lnTo>
                  <a:lnTo>
                    <a:pt x="980821" y="163575"/>
                  </a:lnTo>
                  <a:lnTo>
                    <a:pt x="942848" y="135000"/>
                  </a:lnTo>
                  <a:lnTo>
                    <a:pt x="907923" y="114299"/>
                  </a:lnTo>
                  <a:lnTo>
                    <a:pt x="866648" y="92075"/>
                  </a:lnTo>
                  <a:lnTo>
                    <a:pt x="820674" y="68325"/>
                  </a:lnTo>
                  <a:lnTo>
                    <a:pt x="763524" y="46100"/>
                  </a:lnTo>
                  <a:lnTo>
                    <a:pt x="715899" y="31750"/>
                  </a:lnTo>
                  <a:lnTo>
                    <a:pt x="660400" y="17525"/>
                  </a:lnTo>
                  <a:lnTo>
                    <a:pt x="601726" y="8000"/>
                  </a:lnTo>
                  <a:lnTo>
                    <a:pt x="546226" y="1650"/>
                  </a:lnTo>
                  <a:lnTo>
                    <a:pt x="506475" y="1650"/>
                  </a:lnTo>
                  <a:lnTo>
                    <a:pt x="465327" y="0"/>
                  </a:lnTo>
                  <a:lnTo>
                    <a:pt x="105156" y="0"/>
                  </a:lnTo>
                  <a:close/>
                </a:path>
                <a:path w="3083559" h="1536700">
                  <a:moveTo>
                    <a:pt x="4699" y="4571"/>
                  </a:moveTo>
                  <a:lnTo>
                    <a:pt x="12511" y="25318"/>
                  </a:lnTo>
                  <a:lnTo>
                    <a:pt x="24336" y="55006"/>
                  </a:lnTo>
                  <a:lnTo>
                    <a:pt x="37042" y="87671"/>
                  </a:lnTo>
                  <a:lnTo>
                    <a:pt x="55552" y="143492"/>
                  </a:lnTo>
                  <a:lnTo>
                    <a:pt x="69804" y="194589"/>
                  </a:lnTo>
                  <a:lnTo>
                    <a:pt x="76073" y="218947"/>
                  </a:lnTo>
                  <a:lnTo>
                    <a:pt x="81954" y="241611"/>
                  </a:lnTo>
                  <a:lnTo>
                    <a:pt x="87693" y="263382"/>
                  </a:lnTo>
                  <a:lnTo>
                    <a:pt x="93146" y="286367"/>
                  </a:lnTo>
                  <a:lnTo>
                    <a:pt x="98171" y="312673"/>
                  </a:lnTo>
                  <a:lnTo>
                    <a:pt x="103852" y="343802"/>
                  </a:lnTo>
                  <a:lnTo>
                    <a:pt x="110283" y="378348"/>
                  </a:lnTo>
                  <a:lnTo>
                    <a:pt x="115833" y="413775"/>
                  </a:lnTo>
                  <a:lnTo>
                    <a:pt x="118872" y="447547"/>
                  </a:lnTo>
                  <a:lnTo>
                    <a:pt x="117951" y="479359"/>
                  </a:lnTo>
                  <a:lnTo>
                    <a:pt x="114077" y="510111"/>
                  </a:lnTo>
                  <a:lnTo>
                    <a:pt x="109013" y="539363"/>
                  </a:lnTo>
                  <a:lnTo>
                    <a:pt x="104521" y="566673"/>
                  </a:lnTo>
                  <a:lnTo>
                    <a:pt x="100689" y="590645"/>
                  </a:lnTo>
                  <a:lnTo>
                    <a:pt x="96250" y="611949"/>
                  </a:lnTo>
                  <a:lnTo>
                    <a:pt x="91215" y="633253"/>
                  </a:lnTo>
                  <a:lnTo>
                    <a:pt x="85598" y="657224"/>
                  </a:lnTo>
                  <a:lnTo>
                    <a:pt x="72882" y="715359"/>
                  </a:lnTo>
                  <a:lnTo>
                    <a:pt x="55499" y="779398"/>
                  </a:lnTo>
                  <a:lnTo>
                    <a:pt x="26511" y="852281"/>
                  </a:lnTo>
                  <a:lnTo>
                    <a:pt x="11314" y="887287"/>
                  </a:lnTo>
                  <a:lnTo>
                    <a:pt x="0" y="9143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213354" y="3734562"/>
              <a:ext cx="4305300" cy="1130935"/>
            </a:xfrm>
            <a:custGeom>
              <a:avLst/>
              <a:gdLst/>
              <a:ahLst/>
              <a:cxnLst/>
              <a:rect l="l" t="t" r="r" b="b"/>
              <a:pathLst>
                <a:path w="4305300" h="1130935">
                  <a:moveTo>
                    <a:pt x="2769108" y="1130808"/>
                  </a:moveTo>
                  <a:lnTo>
                    <a:pt x="0" y="1130808"/>
                  </a:lnTo>
                </a:path>
                <a:path w="4305300" h="1130935">
                  <a:moveTo>
                    <a:pt x="2071116" y="240792"/>
                  </a:moveTo>
                  <a:lnTo>
                    <a:pt x="2350008" y="240792"/>
                  </a:lnTo>
                </a:path>
                <a:path w="4305300" h="1130935">
                  <a:moveTo>
                    <a:pt x="2337816" y="240792"/>
                  </a:moveTo>
                  <a:lnTo>
                    <a:pt x="2337816" y="609600"/>
                  </a:lnTo>
                </a:path>
                <a:path w="4305300" h="1130935">
                  <a:moveTo>
                    <a:pt x="2324099" y="609600"/>
                  </a:moveTo>
                  <a:lnTo>
                    <a:pt x="2795016" y="609600"/>
                  </a:lnTo>
                </a:path>
                <a:path w="4305300" h="1130935">
                  <a:moveTo>
                    <a:pt x="914399" y="0"/>
                  </a:moveTo>
                  <a:lnTo>
                    <a:pt x="0" y="0"/>
                  </a:lnTo>
                </a:path>
                <a:path w="4305300" h="1130935">
                  <a:moveTo>
                    <a:pt x="914399" y="495300"/>
                  </a:moveTo>
                  <a:lnTo>
                    <a:pt x="0" y="495300"/>
                  </a:lnTo>
                </a:path>
                <a:path w="4305300" h="1130935">
                  <a:moveTo>
                    <a:pt x="3938016" y="864107"/>
                  </a:moveTo>
                  <a:lnTo>
                    <a:pt x="4305300" y="86410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895345" y="3434829"/>
            <a:ext cx="282575" cy="162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</a:pPr>
            <a:r>
              <a:rPr dirty="0" sz="2800" spc="-50">
                <a:latin typeface="Times New Roman"/>
                <a:cs typeface="Times New Roman"/>
              </a:rPr>
              <a:t>X Y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39"/>
              </a:spcBef>
            </a:pPr>
            <a:r>
              <a:rPr dirty="0" sz="2800" spc="-5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594854" y="4355413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794" y="345694"/>
            <a:ext cx="811593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Example:</a:t>
            </a:r>
            <a:r>
              <a:rPr dirty="0" sz="3600" spc="-6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Even</a:t>
            </a:r>
            <a:r>
              <a:rPr dirty="0" sz="3600" spc="-5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Function</a:t>
            </a:r>
            <a:r>
              <a:rPr dirty="0" sz="3600" spc="-5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Implementation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369045" y="1437894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3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3" y="262127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943593" y="144398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3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3" y="262127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591293" y="144398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3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3" y="262127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49646" y="2388870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5">
                <a:moveTo>
                  <a:pt x="0" y="131063"/>
                </a:moveTo>
                <a:lnTo>
                  <a:pt x="10298" y="80045"/>
                </a:lnTo>
                <a:lnTo>
                  <a:pt x="38385" y="38385"/>
                </a:lnTo>
                <a:lnTo>
                  <a:pt x="80045" y="10298"/>
                </a:lnTo>
                <a:lnTo>
                  <a:pt x="131063" y="0"/>
                </a:lnTo>
                <a:lnTo>
                  <a:pt x="182082" y="10298"/>
                </a:lnTo>
                <a:lnTo>
                  <a:pt x="223742" y="38385"/>
                </a:lnTo>
                <a:lnTo>
                  <a:pt x="251829" y="80045"/>
                </a:lnTo>
                <a:lnTo>
                  <a:pt x="262127" y="131063"/>
                </a:lnTo>
                <a:lnTo>
                  <a:pt x="251829" y="182082"/>
                </a:lnTo>
                <a:lnTo>
                  <a:pt x="223742" y="223742"/>
                </a:lnTo>
                <a:lnTo>
                  <a:pt x="182082" y="251829"/>
                </a:lnTo>
                <a:lnTo>
                  <a:pt x="131063" y="262127"/>
                </a:lnTo>
                <a:lnTo>
                  <a:pt x="80045" y="251829"/>
                </a:lnTo>
                <a:lnTo>
                  <a:pt x="38385" y="223742"/>
                </a:lnTo>
                <a:lnTo>
                  <a:pt x="10298" y="182082"/>
                </a:lnTo>
                <a:lnTo>
                  <a:pt x="0" y="13106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275070" y="2382773"/>
            <a:ext cx="262255" cy="260985"/>
          </a:xfrm>
          <a:custGeom>
            <a:avLst/>
            <a:gdLst/>
            <a:ahLst/>
            <a:cxnLst/>
            <a:rect l="l" t="t" r="r" b="b"/>
            <a:pathLst>
              <a:path w="262254" h="260985">
                <a:moveTo>
                  <a:pt x="0" y="130301"/>
                </a:moveTo>
                <a:lnTo>
                  <a:pt x="10298" y="79563"/>
                </a:lnTo>
                <a:lnTo>
                  <a:pt x="38385" y="38147"/>
                </a:lnTo>
                <a:lnTo>
                  <a:pt x="80045" y="10233"/>
                </a:lnTo>
                <a:lnTo>
                  <a:pt x="131063" y="0"/>
                </a:lnTo>
                <a:lnTo>
                  <a:pt x="182082" y="10233"/>
                </a:lnTo>
                <a:lnTo>
                  <a:pt x="223742" y="38147"/>
                </a:lnTo>
                <a:lnTo>
                  <a:pt x="251829" y="79563"/>
                </a:lnTo>
                <a:lnTo>
                  <a:pt x="262127" y="130301"/>
                </a:lnTo>
                <a:lnTo>
                  <a:pt x="251829" y="181040"/>
                </a:lnTo>
                <a:lnTo>
                  <a:pt x="223742" y="222456"/>
                </a:lnTo>
                <a:lnTo>
                  <a:pt x="182082" y="250370"/>
                </a:lnTo>
                <a:lnTo>
                  <a:pt x="131063" y="260603"/>
                </a:lnTo>
                <a:lnTo>
                  <a:pt x="80045" y="250370"/>
                </a:lnTo>
                <a:lnTo>
                  <a:pt x="38385" y="222456"/>
                </a:lnTo>
                <a:lnTo>
                  <a:pt x="10298" y="181040"/>
                </a:lnTo>
                <a:lnTo>
                  <a:pt x="0" y="13030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973061" y="2382773"/>
            <a:ext cx="262255" cy="260985"/>
          </a:xfrm>
          <a:custGeom>
            <a:avLst/>
            <a:gdLst/>
            <a:ahLst/>
            <a:cxnLst/>
            <a:rect l="l" t="t" r="r" b="b"/>
            <a:pathLst>
              <a:path w="262254" h="260985">
                <a:moveTo>
                  <a:pt x="0" y="130301"/>
                </a:moveTo>
                <a:lnTo>
                  <a:pt x="10298" y="79563"/>
                </a:lnTo>
                <a:lnTo>
                  <a:pt x="38385" y="38147"/>
                </a:lnTo>
                <a:lnTo>
                  <a:pt x="80045" y="10233"/>
                </a:lnTo>
                <a:lnTo>
                  <a:pt x="131064" y="0"/>
                </a:lnTo>
                <a:lnTo>
                  <a:pt x="182082" y="10233"/>
                </a:lnTo>
                <a:lnTo>
                  <a:pt x="223742" y="38147"/>
                </a:lnTo>
                <a:lnTo>
                  <a:pt x="251829" y="79563"/>
                </a:lnTo>
                <a:lnTo>
                  <a:pt x="262128" y="130301"/>
                </a:lnTo>
                <a:lnTo>
                  <a:pt x="251829" y="181040"/>
                </a:lnTo>
                <a:lnTo>
                  <a:pt x="223742" y="222456"/>
                </a:lnTo>
                <a:lnTo>
                  <a:pt x="182082" y="250370"/>
                </a:lnTo>
                <a:lnTo>
                  <a:pt x="131064" y="260603"/>
                </a:lnTo>
                <a:lnTo>
                  <a:pt x="80045" y="250370"/>
                </a:lnTo>
                <a:lnTo>
                  <a:pt x="38385" y="222456"/>
                </a:lnTo>
                <a:lnTo>
                  <a:pt x="10298" y="181040"/>
                </a:lnTo>
                <a:lnTo>
                  <a:pt x="0" y="130301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4524628" y="4108703"/>
            <a:ext cx="4563110" cy="2247900"/>
            <a:chOff x="4524628" y="4108703"/>
            <a:chExt cx="4563110" cy="2247900"/>
          </a:xfrm>
        </p:grpSpPr>
        <p:sp>
          <p:nvSpPr>
            <p:cNvPr id="10" name="object 10" descr=""/>
            <p:cNvSpPr/>
            <p:nvPr/>
          </p:nvSpPr>
          <p:spPr>
            <a:xfrm>
              <a:off x="5400293" y="4127753"/>
              <a:ext cx="1228725" cy="914400"/>
            </a:xfrm>
            <a:custGeom>
              <a:avLst/>
              <a:gdLst/>
              <a:ahLst/>
              <a:cxnLst/>
              <a:rect l="l" t="t" r="r" b="b"/>
              <a:pathLst>
                <a:path w="1228725" h="914400">
                  <a:moveTo>
                    <a:pt x="103631" y="0"/>
                  </a:moveTo>
                  <a:lnTo>
                    <a:pt x="130682" y="63500"/>
                  </a:lnTo>
                  <a:lnTo>
                    <a:pt x="165607" y="150876"/>
                  </a:lnTo>
                  <a:lnTo>
                    <a:pt x="189356" y="249301"/>
                  </a:lnTo>
                  <a:lnTo>
                    <a:pt x="208533" y="360426"/>
                  </a:lnTo>
                  <a:lnTo>
                    <a:pt x="221233" y="450977"/>
                  </a:lnTo>
                  <a:lnTo>
                    <a:pt x="213232" y="536702"/>
                  </a:lnTo>
                  <a:lnTo>
                    <a:pt x="195706" y="633603"/>
                  </a:lnTo>
                  <a:lnTo>
                    <a:pt x="175132" y="727329"/>
                  </a:lnTo>
                  <a:lnTo>
                    <a:pt x="148081" y="813054"/>
                  </a:lnTo>
                  <a:lnTo>
                    <a:pt x="103631" y="908304"/>
                  </a:lnTo>
                  <a:lnTo>
                    <a:pt x="434085" y="908304"/>
                  </a:lnTo>
                  <a:lnTo>
                    <a:pt x="575436" y="905129"/>
                  </a:lnTo>
                  <a:lnTo>
                    <a:pt x="646938" y="900303"/>
                  </a:lnTo>
                  <a:lnTo>
                    <a:pt x="699388" y="887603"/>
                  </a:lnTo>
                  <a:lnTo>
                    <a:pt x="753363" y="871728"/>
                  </a:lnTo>
                  <a:lnTo>
                    <a:pt x="810513" y="846328"/>
                  </a:lnTo>
                  <a:lnTo>
                    <a:pt x="875664" y="817753"/>
                  </a:lnTo>
                  <a:lnTo>
                    <a:pt x="939164" y="778129"/>
                  </a:lnTo>
                  <a:lnTo>
                    <a:pt x="980566" y="746379"/>
                  </a:lnTo>
                  <a:lnTo>
                    <a:pt x="1020190" y="709803"/>
                  </a:lnTo>
                  <a:lnTo>
                    <a:pt x="1063116" y="666877"/>
                  </a:lnTo>
                  <a:lnTo>
                    <a:pt x="1101216" y="631952"/>
                  </a:lnTo>
                  <a:lnTo>
                    <a:pt x="1137792" y="587502"/>
                  </a:lnTo>
                  <a:lnTo>
                    <a:pt x="1183894" y="528828"/>
                  </a:lnTo>
                  <a:lnTo>
                    <a:pt x="1228344" y="454152"/>
                  </a:lnTo>
                  <a:lnTo>
                    <a:pt x="1187069" y="389001"/>
                  </a:lnTo>
                  <a:lnTo>
                    <a:pt x="1148969" y="333502"/>
                  </a:lnTo>
                  <a:lnTo>
                    <a:pt x="1117091" y="293751"/>
                  </a:lnTo>
                  <a:lnTo>
                    <a:pt x="1082166" y="255651"/>
                  </a:lnTo>
                  <a:lnTo>
                    <a:pt x="1044066" y="219075"/>
                  </a:lnTo>
                  <a:lnTo>
                    <a:pt x="1012316" y="190500"/>
                  </a:lnTo>
                  <a:lnTo>
                    <a:pt x="980566" y="163576"/>
                  </a:lnTo>
                  <a:lnTo>
                    <a:pt x="942339" y="135001"/>
                  </a:lnTo>
                  <a:lnTo>
                    <a:pt x="907414" y="114300"/>
                  </a:lnTo>
                  <a:lnTo>
                    <a:pt x="866139" y="92075"/>
                  </a:lnTo>
                  <a:lnTo>
                    <a:pt x="820038" y="68326"/>
                  </a:lnTo>
                  <a:lnTo>
                    <a:pt x="762888" y="46101"/>
                  </a:lnTo>
                  <a:lnTo>
                    <a:pt x="715263" y="31750"/>
                  </a:lnTo>
                  <a:lnTo>
                    <a:pt x="659638" y="17526"/>
                  </a:lnTo>
                  <a:lnTo>
                    <a:pt x="600836" y="8001"/>
                  </a:lnTo>
                  <a:lnTo>
                    <a:pt x="545210" y="1651"/>
                  </a:lnTo>
                  <a:lnTo>
                    <a:pt x="505586" y="1651"/>
                  </a:lnTo>
                  <a:lnTo>
                    <a:pt x="464184" y="0"/>
                  </a:lnTo>
                  <a:lnTo>
                    <a:pt x="103631" y="0"/>
                  </a:lnTo>
                  <a:close/>
                </a:path>
                <a:path w="1228725" h="914400">
                  <a:moveTo>
                    <a:pt x="4698" y="4572"/>
                  </a:moveTo>
                  <a:lnTo>
                    <a:pt x="12511" y="25318"/>
                  </a:lnTo>
                  <a:lnTo>
                    <a:pt x="24336" y="55006"/>
                  </a:lnTo>
                  <a:lnTo>
                    <a:pt x="37042" y="87671"/>
                  </a:lnTo>
                  <a:lnTo>
                    <a:pt x="55552" y="143492"/>
                  </a:lnTo>
                  <a:lnTo>
                    <a:pt x="69804" y="194589"/>
                  </a:lnTo>
                  <a:lnTo>
                    <a:pt x="76072" y="218948"/>
                  </a:lnTo>
                  <a:lnTo>
                    <a:pt x="81954" y="241611"/>
                  </a:lnTo>
                  <a:lnTo>
                    <a:pt x="87693" y="263382"/>
                  </a:lnTo>
                  <a:lnTo>
                    <a:pt x="93146" y="286367"/>
                  </a:lnTo>
                  <a:lnTo>
                    <a:pt x="98170" y="312674"/>
                  </a:lnTo>
                  <a:lnTo>
                    <a:pt x="103852" y="343802"/>
                  </a:lnTo>
                  <a:lnTo>
                    <a:pt x="110283" y="378348"/>
                  </a:lnTo>
                  <a:lnTo>
                    <a:pt x="115833" y="413775"/>
                  </a:lnTo>
                  <a:lnTo>
                    <a:pt x="118871" y="447548"/>
                  </a:lnTo>
                  <a:lnTo>
                    <a:pt x="117951" y="479359"/>
                  </a:lnTo>
                  <a:lnTo>
                    <a:pt x="114077" y="510111"/>
                  </a:lnTo>
                  <a:lnTo>
                    <a:pt x="109013" y="539363"/>
                  </a:lnTo>
                  <a:lnTo>
                    <a:pt x="104520" y="566674"/>
                  </a:lnTo>
                  <a:lnTo>
                    <a:pt x="100689" y="590645"/>
                  </a:lnTo>
                  <a:lnTo>
                    <a:pt x="96250" y="611949"/>
                  </a:lnTo>
                  <a:lnTo>
                    <a:pt x="91215" y="633253"/>
                  </a:lnTo>
                  <a:lnTo>
                    <a:pt x="85597" y="657225"/>
                  </a:lnTo>
                  <a:lnTo>
                    <a:pt x="72882" y="715359"/>
                  </a:lnTo>
                  <a:lnTo>
                    <a:pt x="55498" y="779399"/>
                  </a:lnTo>
                  <a:lnTo>
                    <a:pt x="26511" y="852281"/>
                  </a:lnTo>
                  <a:lnTo>
                    <a:pt x="11314" y="887287"/>
                  </a:lnTo>
                  <a:lnTo>
                    <a:pt x="0" y="9144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39233" y="4351781"/>
              <a:ext cx="4533900" cy="876300"/>
            </a:xfrm>
            <a:custGeom>
              <a:avLst/>
              <a:gdLst/>
              <a:ahLst/>
              <a:cxnLst/>
              <a:rect l="l" t="t" r="r" b="b"/>
              <a:pathLst>
                <a:path w="4533900" h="876300">
                  <a:moveTo>
                    <a:pt x="2069591" y="242316"/>
                  </a:moveTo>
                  <a:lnTo>
                    <a:pt x="2350008" y="242316"/>
                  </a:lnTo>
                </a:path>
                <a:path w="4533900" h="876300">
                  <a:moveTo>
                    <a:pt x="2336291" y="242316"/>
                  </a:moveTo>
                  <a:lnTo>
                    <a:pt x="2336291" y="609600"/>
                  </a:lnTo>
                </a:path>
                <a:path w="4533900" h="876300">
                  <a:moveTo>
                    <a:pt x="2324099" y="609600"/>
                  </a:moveTo>
                  <a:lnTo>
                    <a:pt x="2793491" y="609600"/>
                  </a:lnTo>
                </a:path>
                <a:path w="4533900" h="876300">
                  <a:moveTo>
                    <a:pt x="914400" y="0"/>
                  </a:moveTo>
                  <a:lnTo>
                    <a:pt x="0" y="0"/>
                  </a:lnTo>
                </a:path>
                <a:path w="4533900" h="876300">
                  <a:moveTo>
                    <a:pt x="914400" y="495300"/>
                  </a:moveTo>
                  <a:lnTo>
                    <a:pt x="0" y="495300"/>
                  </a:lnTo>
                </a:path>
                <a:path w="4533900" h="876300">
                  <a:moveTo>
                    <a:pt x="4165091" y="876300"/>
                  </a:moveTo>
                  <a:lnTo>
                    <a:pt x="4533899" y="876300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12485" y="5423153"/>
              <a:ext cx="1228725" cy="914400"/>
            </a:xfrm>
            <a:custGeom>
              <a:avLst/>
              <a:gdLst/>
              <a:ahLst/>
              <a:cxnLst/>
              <a:rect l="l" t="t" r="r" b="b"/>
              <a:pathLst>
                <a:path w="1228725" h="914400">
                  <a:moveTo>
                    <a:pt x="105155" y="914400"/>
                  </a:moveTo>
                  <a:lnTo>
                    <a:pt x="132079" y="850988"/>
                  </a:lnTo>
                  <a:lnTo>
                    <a:pt x="167004" y="763803"/>
                  </a:lnTo>
                  <a:lnTo>
                    <a:pt x="190880" y="665505"/>
                  </a:lnTo>
                  <a:lnTo>
                    <a:pt x="209803" y="554545"/>
                  </a:lnTo>
                  <a:lnTo>
                    <a:pt x="222503" y="464185"/>
                  </a:lnTo>
                  <a:lnTo>
                    <a:pt x="214629" y="378574"/>
                  </a:lnTo>
                  <a:lnTo>
                    <a:pt x="197230" y="281876"/>
                  </a:lnTo>
                  <a:lnTo>
                    <a:pt x="176529" y="188341"/>
                  </a:lnTo>
                  <a:lnTo>
                    <a:pt x="149605" y="102743"/>
                  </a:lnTo>
                  <a:lnTo>
                    <a:pt x="105155" y="7620"/>
                  </a:lnTo>
                  <a:lnTo>
                    <a:pt x="435101" y="7620"/>
                  </a:lnTo>
                  <a:lnTo>
                    <a:pt x="576326" y="10795"/>
                  </a:lnTo>
                  <a:lnTo>
                    <a:pt x="647700" y="15494"/>
                  </a:lnTo>
                  <a:lnTo>
                    <a:pt x="700024" y="28194"/>
                  </a:lnTo>
                  <a:lnTo>
                    <a:pt x="753999" y="44069"/>
                  </a:lnTo>
                  <a:lnTo>
                    <a:pt x="811149" y="69469"/>
                  </a:lnTo>
                  <a:lnTo>
                    <a:pt x="876173" y="97917"/>
                  </a:lnTo>
                  <a:lnTo>
                    <a:pt x="939673" y="137668"/>
                  </a:lnTo>
                  <a:lnTo>
                    <a:pt x="980821" y="169316"/>
                  </a:lnTo>
                  <a:lnTo>
                    <a:pt x="1020572" y="205778"/>
                  </a:lnTo>
                  <a:lnTo>
                    <a:pt x="1063371" y="248577"/>
                  </a:lnTo>
                  <a:lnTo>
                    <a:pt x="1101470" y="283464"/>
                  </a:lnTo>
                  <a:lnTo>
                    <a:pt x="1137919" y="327850"/>
                  </a:lnTo>
                  <a:lnTo>
                    <a:pt x="1183893" y="386499"/>
                  </a:lnTo>
                  <a:lnTo>
                    <a:pt x="1228343" y="461010"/>
                  </a:lnTo>
                  <a:lnTo>
                    <a:pt x="1187068" y="526008"/>
                  </a:lnTo>
                  <a:lnTo>
                    <a:pt x="1148968" y="581494"/>
                  </a:lnTo>
                  <a:lnTo>
                    <a:pt x="1117345" y="621118"/>
                  </a:lnTo>
                  <a:lnTo>
                    <a:pt x="1082421" y="659168"/>
                  </a:lnTo>
                  <a:lnTo>
                    <a:pt x="1044321" y="695629"/>
                  </a:lnTo>
                  <a:lnTo>
                    <a:pt x="1012571" y="724166"/>
                  </a:lnTo>
                  <a:lnTo>
                    <a:pt x="980821" y="751116"/>
                  </a:lnTo>
                  <a:lnTo>
                    <a:pt x="942848" y="779653"/>
                  </a:lnTo>
                  <a:lnTo>
                    <a:pt x="907923" y="800265"/>
                  </a:lnTo>
                  <a:lnTo>
                    <a:pt x="866648" y="822452"/>
                  </a:lnTo>
                  <a:lnTo>
                    <a:pt x="820674" y="846226"/>
                  </a:lnTo>
                  <a:lnTo>
                    <a:pt x="763524" y="868426"/>
                  </a:lnTo>
                  <a:lnTo>
                    <a:pt x="715899" y="882688"/>
                  </a:lnTo>
                  <a:lnTo>
                    <a:pt x="660400" y="896962"/>
                  </a:lnTo>
                  <a:lnTo>
                    <a:pt x="601726" y="906475"/>
                  </a:lnTo>
                  <a:lnTo>
                    <a:pt x="546226" y="912812"/>
                  </a:lnTo>
                  <a:lnTo>
                    <a:pt x="506475" y="912812"/>
                  </a:lnTo>
                  <a:lnTo>
                    <a:pt x="465327" y="914400"/>
                  </a:lnTo>
                  <a:lnTo>
                    <a:pt x="105155" y="914400"/>
                  </a:lnTo>
                  <a:close/>
                </a:path>
                <a:path w="1228725" h="914400">
                  <a:moveTo>
                    <a:pt x="4699" y="909828"/>
                  </a:moveTo>
                  <a:lnTo>
                    <a:pt x="12511" y="889089"/>
                  </a:lnTo>
                  <a:lnTo>
                    <a:pt x="24336" y="859416"/>
                  </a:lnTo>
                  <a:lnTo>
                    <a:pt x="37042" y="826765"/>
                  </a:lnTo>
                  <a:lnTo>
                    <a:pt x="55552" y="770943"/>
                  </a:lnTo>
                  <a:lnTo>
                    <a:pt x="69804" y="719832"/>
                  </a:lnTo>
                  <a:lnTo>
                    <a:pt x="76073" y="695464"/>
                  </a:lnTo>
                  <a:lnTo>
                    <a:pt x="81954" y="672793"/>
                  </a:lnTo>
                  <a:lnTo>
                    <a:pt x="87693" y="651013"/>
                  </a:lnTo>
                  <a:lnTo>
                    <a:pt x="93146" y="628040"/>
                  </a:lnTo>
                  <a:lnTo>
                    <a:pt x="98171" y="601789"/>
                  </a:lnTo>
                  <a:lnTo>
                    <a:pt x="103852" y="570650"/>
                  </a:lnTo>
                  <a:lnTo>
                    <a:pt x="110283" y="536089"/>
                  </a:lnTo>
                  <a:lnTo>
                    <a:pt x="115833" y="500637"/>
                  </a:lnTo>
                  <a:lnTo>
                    <a:pt x="118872" y="466826"/>
                  </a:lnTo>
                  <a:lnTo>
                    <a:pt x="117951" y="435042"/>
                  </a:lnTo>
                  <a:lnTo>
                    <a:pt x="114077" y="404301"/>
                  </a:lnTo>
                  <a:lnTo>
                    <a:pt x="109013" y="375050"/>
                  </a:lnTo>
                  <a:lnTo>
                    <a:pt x="104521" y="347738"/>
                  </a:lnTo>
                  <a:lnTo>
                    <a:pt x="100689" y="323769"/>
                  </a:lnTo>
                  <a:lnTo>
                    <a:pt x="96250" y="302482"/>
                  </a:lnTo>
                  <a:lnTo>
                    <a:pt x="91215" y="281194"/>
                  </a:lnTo>
                  <a:lnTo>
                    <a:pt x="85598" y="257225"/>
                  </a:lnTo>
                  <a:lnTo>
                    <a:pt x="72882" y="199080"/>
                  </a:lnTo>
                  <a:lnTo>
                    <a:pt x="55499" y="135001"/>
                  </a:lnTo>
                  <a:lnTo>
                    <a:pt x="26511" y="62118"/>
                  </a:lnTo>
                  <a:lnTo>
                    <a:pt x="11314" y="27112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51425" y="5508497"/>
              <a:ext cx="2795270" cy="634365"/>
            </a:xfrm>
            <a:custGeom>
              <a:avLst/>
              <a:gdLst/>
              <a:ahLst/>
              <a:cxnLst/>
              <a:rect l="l" t="t" r="r" b="b"/>
              <a:pathLst>
                <a:path w="2795270" h="634364">
                  <a:moveTo>
                    <a:pt x="2071116" y="367283"/>
                  </a:moveTo>
                  <a:lnTo>
                    <a:pt x="2350007" y="367283"/>
                  </a:lnTo>
                </a:path>
                <a:path w="2795270" h="634364">
                  <a:moveTo>
                    <a:pt x="2337816" y="367283"/>
                  </a:moveTo>
                  <a:lnTo>
                    <a:pt x="2337816" y="0"/>
                  </a:lnTo>
                </a:path>
                <a:path w="2795270" h="634364">
                  <a:moveTo>
                    <a:pt x="2324100" y="0"/>
                  </a:moveTo>
                  <a:lnTo>
                    <a:pt x="2795016" y="0"/>
                  </a:lnTo>
                </a:path>
                <a:path w="2795270" h="634364">
                  <a:moveTo>
                    <a:pt x="914400" y="138683"/>
                  </a:moveTo>
                  <a:lnTo>
                    <a:pt x="0" y="138683"/>
                  </a:lnTo>
                </a:path>
                <a:path w="2795270" h="634364">
                  <a:moveTo>
                    <a:pt x="914400" y="633983"/>
                  </a:moveTo>
                  <a:lnTo>
                    <a:pt x="0" y="633983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358644" y="1335786"/>
            <a:ext cx="7774940" cy="5016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FF"/>
              </a:buClr>
              <a:buFont typeface="Wingdings"/>
              <a:buChar char=""/>
              <a:tabLst>
                <a:tab pos="355600" algn="l"/>
                <a:tab pos="3284220" algn="l"/>
                <a:tab pos="5043170" algn="l"/>
              </a:tabLst>
            </a:pPr>
            <a:r>
              <a:rPr dirty="0" sz="2800" b="1">
                <a:latin typeface="Times New Roman"/>
                <a:cs typeface="Times New Roman"/>
              </a:rPr>
              <a:t>Design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4-</a:t>
            </a:r>
            <a:r>
              <a:rPr dirty="0" sz="2800" b="1">
                <a:latin typeface="Times New Roman"/>
                <a:cs typeface="Times New Roman"/>
              </a:rPr>
              <a:t>input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odd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function</a:t>
            </a:r>
            <a:r>
              <a:rPr dirty="0" sz="2800" b="1">
                <a:latin typeface="Times New Roman"/>
                <a:cs typeface="Times New Roman"/>
              </a:rPr>
              <a:t>	F</a:t>
            </a:r>
            <a:r>
              <a:rPr dirty="0" sz="2800" spc="-1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=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W</a:t>
            </a:r>
            <a:r>
              <a:rPr dirty="0" sz="2800" spc="-114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135">
                <a:latin typeface="Times New Roman"/>
                <a:cs typeface="Times New Roman"/>
              </a:rPr>
              <a:t> </a:t>
            </a:r>
            <a:r>
              <a:rPr dirty="0" sz="2800" spc="-30" b="1">
                <a:latin typeface="Times New Roman"/>
                <a:cs typeface="Times New Roman"/>
              </a:rPr>
              <a:t>X</a:t>
            </a:r>
            <a:r>
              <a:rPr dirty="0" sz="2800" spc="-35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Y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31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Times New Roman"/>
                <a:cs typeface="Times New Roman"/>
              </a:rPr>
              <a:t>Z </a:t>
            </a:r>
            <a:r>
              <a:rPr dirty="0" sz="2800" b="1">
                <a:latin typeface="Times New Roman"/>
                <a:cs typeface="Times New Roman"/>
              </a:rPr>
              <a:t>with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2-</a:t>
            </a:r>
            <a:r>
              <a:rPr dirty="0" sz="2800" b="1">
                <a:latin typeface="Times New Roman"/>
                <a:cs typeface="Times New Roman"/>
              </a:rPr>
              <a:t>input</a:t>
            </a:r>
            <a:r>
              <a:rPr dirty="0" sz="2800" spc="-6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XOR</a:t>
            </a:r>
            <a:r>
              <a:rPr dirty="0" sz="2800" b="1">
                <a:latin typeface="Times New Roman"/>
                <a:cs typeface="Times New Roman"/>
              </a:rPr>
              <a:t>	and</a:t>
            </a:r>
            <a:r>
              <a:rPr dirty="0" sz="2800" spc="-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XNOR</a:t>
            </a:r>
            <a:r>
              <a:rPr dirty="0" sz="2800" spc="-4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gates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1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  <a:tab pos="2103120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Factoring,</a:t>
            </a:r>
            <a:r>
              <a:rPr dirty="0" sz="2800" b="1">
                <a:latin typeface="Times New Roman"/>
                <a:cs typeface="Times New Roman"/>
              </a:rPr>
              <a:t>	F</a:t>
            </a:r>
            <a:r>
              <a:rPr dirty="0" sz="2800" spc="-1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=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(W</a:t>
            </a:r>
            <a:r>
              <a:rPr dirty="0" sz="2800" spc="-15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X)</a:t>
            </a:r>
            <a:r>
              <a:rPr dirty="0" sz="2800" spc="-14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(Y</a:t>
            </a:r>
            <a:r>
              <a:rPr dirty="0" sz="2800" spc="-395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10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Z)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Implementation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even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function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odd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inputs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Clr>
                <a:srgbClr val="3333FF"/>
              </a:buClr>
              <a:buFont typeface="Wingdings"/>
              <a:buChar char=""/>
              <a:tabLst>
                <a:tab pos="354965" algn="l"/>
              </a:tabLst>
            </a:pP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circuit:</a:t>
            </a:r>
            <a:endParaRPr sz="2800">
              <a:latin typeface="Times New Roman"/>
              <a:cs typeface="Times New Roman"/>
            </a:endParaRPr>
          </a:p>
          <a:p>
            <a:pPr marL="1874520" marR="5556250">
              <a:lnSpc>
                <a:spcPct val="113199"/>
              </a:lnSpc>
              <a:spcBef>
                <a:spcPts val="3160"/>
              </a:spcBef>
            </a:pPr>
            <a:r>
              <a:rPr dirty="0" sz="2800" spc="-50">
                <a:latin typeface="Times New Roman"/>
                <a:cs typeface="Times New Roman"/>
              </a:rPr>
              <a:t>W X</a:t>
            </a:r>
            <a:endParaRPr sz="2800">
              <a:latin typeface="Times New Roman"/>
              <a:cs typeface="Times New Roman"/>
            </a:endParaRPr>
          </a:p>
          <a:p>
            <a:pPr marL="6764655">
              <a:lnSpc>
                <a:spcPts val="3000"/>
              </a:lnSpc>
            </a:pPr>
            <a:r>
              <a:rPr dirty="0" sz="2800" spc="-50">
                <a:latin typeface="Times New Roman"/>
                <a:cs typeface="Times New Roman"/>
              </a:rPr>
              <a:t>F</a:t>
            </a:r>
            <a:endParaRPr sz="2800">
              <a:latin typeface="Times New Roman"/>
              <a:cs typeface="Times New Roman"/>
            </a:endParaRPr>
          </a:p>
          <a:p>
            <a:pPr marL="1887855">
              <a:lnSpc>
                <a:spcPct val="100000"/>
              </a:lnSpc>
              <a:spcBef>
                <a:spcPts val="40"/>
              </a:spcBef>
            </a:pPr>
            <a:r>
              <a:rPr dirty="0" sz="2800" spc="-50">
                <a:latin typeface="Times New Roman"/>
                <a:cs typeface="Times New Roman"/>
              </a:rPr>
              <a:t>Y</a:t>
            </a:r>
            <a:endParaRPr sz="2800">
              <a:latin typeface="Times New Roman"/>
              <a:cs typeface="Times New Roman"/>
            </a:endParaRPr>
          </a:p>
          <a:p>
            <a:pPr marL="1912620">
              <a:lnSpc>
                <a:spcPct val="100000"/>
              </a:lnSpc>
              <a:spcBef>
                <a:spcPts val="540"/>
              </a:spcBef>
            </a:pPr>
            <a:r>
              <a:rPr dirty="0" sz="2800" spc="-50">
                <a:latin typeface="Times New Roman"/>
                <a:cs typeface="Times New Roman"/>
              </a:rPr>
              <a:t>Z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272528" y="4756403"/>
            <a:ext cx="1464945" cy="952500"/>
            <a:chOff x="7272528" y="4756403"/>
            <a:chExt cx="1464945" cy="952500"/>
          </a:xfrm>
        </p:grpSpPr>
        <p:sp>
          <p:nvSpPr>
            <p:cNvPr id="16" name="object 16" descr=""/>
            <p:cNvSpPr/>
            <p:nvPr/>
          </p:nvSpPr>
          <p:spPr>
            <a:xfrm>
              <a:off x="7291578" y="4775453"/>
              <a:ext cx="1229995" cy="914400"/>
            </a:xfrm>
            <a:custGeom>
              <a:avLst/>
              <a:gdLst/>
              <a:ahLst/>
              <a:cxnLst/>
              <a:rect l="l" t="t" r="r" b="b"/>
              <a:pathLst>
                <a:path w="1229995" h="914400">
                  <a:moveTo>
                    <a:pt x="105155" y="0"/>
                  </a:moveTo>
                  <a:lnTo>
                    <a:pt x="132206" y="63500"/>
                  </a:lnTo>
                  <a:lnTo>
                    <a:pt x="167131" y="150876"/>
                  </a:lnTo>
                  <a:lnTo>
                    <a:pt x="190880" y="249301"/>
                  </a:lnTo>
                  <a:lnTo>
                    <a:pt x="210057" y="360426"/>
                  </a:lnTo>
                  <a:lnTo>
                    <a:pt x="222757" y="450977"/>
                  </a:lnTo>
                  <a:lnTo>
                    <a:pt x="214756" y="536702"/>
                  </a:lnTo>
                  <a:lnTo>
                    <a:pt x="197230" y="633603"/>
                  </a:lnTo>
                  <a:lnTo>
                    <a:pt x="176656" y="727329"/>
                  </a:lnTo>
                  <a:lnTo>
                    <a:pt x="149605" y="813028"/>
                  </a:lnTo>
                  <a:lnTo>
                    <a:pt x="105155" y="908304"/>
                  </a:lnTo>
                  <a:lnTo>
                    <a:pt x="435610" y="908304"/>
                  </a:lnTo>
                  <a:lnTo>
                    <a:pt x="576961" y="905129"/>
                  </a:lnTo>
                  <a:lnTo>
                    <a:pt x="648462" y="900366"/>
                  </a:lnTo>
                  <a:lnTo>
                    <a:pt x="700913" y="887666"/>
                  </a:lnTo>
                  <a:lnTo>
                    <a:pt x="754888" y="871778"/>
                  </a:lnTo>
                  <a:lnTo>
                    <a:pt x="812038" y="846378"/>
                  </a:lnTo>
                  <a:lnTo>
                    <a:pt x="877189" y="817791"/>
                  </a:lnTo>
                  <a:lnTo>
                    <a:pt x="940689" y="778129"/>
                  </a:lnTo>
                  <a:lnTo>
                    <a:pt x="982091" y="746379"/>
                  </a:lnTo>
                  <a:lnTo>
                    <a:pt x="1021715" y="709803"/>
                  </a:lnTo>
                  <a:lnTo>
                    <a:pt x="1064641" y="666877"/>
                  </a:lnTo>
                  <a:lnTo>
                    <a:pt x="1102741" y="631952"/>
                  </a:lnTo>
                  <a:lnTo>
                    <a:pt x="1139317" y="587502"/>
                  </a:lnTo>
                  <a:lnTo>
                    <a:pt x="1185418" y="528828"/>
                  </a:lnTo>
                  <a:lnTo>
                    <a:pt x="1229868" y="454152"/>
                  </a:lnTo>
                  <a:lnTo>
                    <a:pt x="1188593" y="389001"/>
                  </a:lnTo>
                  <a:lnTo>
                    <a:pt x="1150493" y="333502"/>
                  </a:lnTo>
                  <a:lnTo>
                    <a:pt x="1118616" y="293751"/>
                  </a:lnTo>
                  <a:lnTo>
                    <a:pt x="1083691" y="255651"/>
                  </a:lnTo>
                  <a:lnTo>
                    <a:pt x="1045591" y="219075"/>
                  </a:lnTo>
                  <a:lnTo>
                    <a:pt x="1013841" y="190500"/>
                  </a:lnTo>
                  <a:lnTo>
                    <a:pt x="982091" y="163576"/>
                  </a:lnTo>
                  <a:lnTo>
                    <a:pt x="943864" y="135001"/>
                  </a:lnTo>
                  <a:lnTo>
                    <a:pt x="908939" y="114300"/>
                  </a:lnTo>
                  <a:lnTo>
                    <a:pt x="867664" y="92075"/>
                  </a:lnTo>
                  <a:lnTo>
                    <a:pt x="821563" y="68326"/>
                  </a:lnTo>
                  <a:lnTo>
                    <a:pt x="764413" y="46101"/>
                  </a:lnTo>
                  <a:lnTo>
                    <a:pt x="716788" y="31750"/>
                  </a:lnTo>
                  <a:lnTo>
                    <a:pt x="661162" y="17526"/>
                  </a:lnTo>
                  <a:lnTo>
                    <a:pt x="602361" y="8001"/>
                  </a:lnTo>
                  <a:lnTo>
                    <a:pt x="546735" y="1651"/>
                  </a:lnTo>
                  <a:lnTo>
                    <a:pt x="507111" y="1651"/>
                  </a:lnTo>
                  <a:lnTo>
                    <a:pt x="465708" y="0"/>
                  </a:lnTo>
                  <a:lnTo>
                    <a:pt x="105155" y="0"/>
                  </a:lnTo>
                  <a:close/>
                </a:path>
                <a:path w="1229995" h="914400">
                  <a:moveTo>
                    <a:pt x="4699" y="4572"/>
                  </a:moveTo>
                  <a:lnTo>
                    <a:pt x="12511" y="25318"/>
                  </a:lnTo>
                  <a:lnTo>
                    <a:pt x="24336" y="55006"/>
                  </a:lnTo>
                  <a:lnTo>
                    <a:pt x="37042" y="87671"/>
                  </a:lnTo>
                  <a:lnTo>
                    <a:pt x="55552" y="143492"/>
                  </a:lnTo>
                  <a:lnTo>
                    <a:pt x="69804" y="194589"/>
                  </a:lnTo>
                  <a:lnTo>
                    <a:pt x="76073" y="218948"/>
                  </a:lnTo>
                  <a:lnTo>
                    <a:pt x="81954" y="241611"/>
                  </a:lnTo>
                  <a:lnTo>
                    <a:pt x="87693" y="263382"/>
                  </a:lnTo>
                  <a:lnTo>
                    <a:pt x="93146" y="286367"/>
                  </a:lnTo>
                  <a:lnTo>
                    <a:pt x="98171" y="312674"/>
                  </a:lnTo>
                  <a:lnTo>
                    <a:pt x="103852" y="343802"/>
                  </a:lnTo>
                  <a:lnTo>
                    <a:pt x="110283" y="378348"/>
                  </a:lnTo>
                  <a:lnTo>
                    <a:pt x="115833" y="413775"/>
                  </a:lnTo>
                  <a:lnTo>
                    <a:pt x="118872" y="447548"/>
                  </a:lnTo>
                  <a:lnTo>
                    <a:pt x="117951" y="479359"/>
                  </a:lnTo>
                  <a:lnTo>
                    <a:pt x="114077" y="510111"/>
                  </a:lnTo>
                  <a:lnTo>
                    <a:pt x="109013" y="539363"/>
                  </a:lnTo>
                  <a:lnTo>
                    <a:pt x="104521" y="566674"/>
                  </a:lnTo>
                  <a:lnTo>
                    <a:pt x="100689" y="590645"/>
                  </a:lnTo>
                  <a:lnTo>
                    <a:pt x="96250" y="611949"/>
                  </a:lnTo>
                  <a:lnTo>
                    <a:pt x="91215" y="633253"/>
                  </a:lnTo>
                  <a:lnTo>
                    <a:pt x="85598" y="657225"/>
                  </a:lnTo>
                  <a:lnTo>
                    <a:pt x="72882" y="715359"/>
                  </a:lnTo>
                  <a:lnTo>
                    <a:pt x="55499" y="779399"/>
                  </a:lnTo>
                  <a:lnTo>
                    <a:pt x="26511" y="852266"/>
                  </a:lnTo>
                  <a:lnTo>
                    <a:pt x="11314" y="887278"/>
                  </a:lnTo>
                  <a:lnTo>
                    <a:pt x="0" y="9144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4776" y="5108447"/>
              <a:ext cx="242316" cy="2407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Parity</a:t>
            </a:r>
            <a:r>
              <a:rPr dirty="0" spc="-160"/>
              <a:t> </a:t>
            </a:r>
            <a:r>
              <a:rPr dirty="0" spc="-10"/>
              <a:t>Generators/</a:t>
            </a:r>
            <a:r>
              <a:rPr dirty="0" spc="-165"/>
              <a:t> </a:t>
            </a:r>
            <a:r>
              <a:rPr dirty="0" spc="-10"/>
              <a:t>Checkers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411985"/>
            <a:ext cx="9360535" cy="19234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Chapter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added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n-</a:t>
            </a: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produce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+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code:</a:t>
            </a:r>
            <a:endParaRPr sz="2400">
              <a:latin typeface="Calibri"/>
              <a:cs typeface="Calibri"/>
            </a:endParaRPr>
          </a:p>
          <a:p>
            <a:pPr lvl="1" marL="1187450" indent="-4572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1187450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parity</a:t>
            </a:r>
            <a:endParaRPr sz="2400">
              <a:latin typeface="Calibri"/>
              <a:cs typeface="Calibri"/>
            </a:endParaRPr>
          </a:p>
          <a:p>
            <a:pPr lvl="1" marL="1187450" indent="-457200">
              <a:lnSpc>
                <a:spcPct val="100000"/>
              </a:lnSpc>
              <a:spcBef>
                <a:spcPts val="145"/>
              </a:spcBef>
              <a:buFont typeface="Wingdings"/>
              <a:buChar char=""/>
              <a:tabLst>
                <a:tab pos="1187450" algn="l"/>
              </a:tabLst>
            </a:pPr>
            <a:r>
              <a:rPr dirty="0" sz="2400">
                <a:latin typeface="Calibri"/>
                <a:cs typeface="Calibri"/>
              </a:rPr>
              <a:t>Add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parity</a:t>
            </a:r>
            <a:endParaRPr sz="2400">
              <a:latin typeface="Calibri"/>
              <a:cs typeface="Calibri"/>
            </a:endParaRPr>
          </a:p>
          <a:p>
            <a:pPr lvl="1" marL="1187450" indent="-4572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1187450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circuit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check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parity</a:t>
            </a:r>
            <a:endParaRPr sz="2400">
              <a:latin typeface="Calibri"/>
              <a:cs typeface="Calibri"/>
            </a:endParaRPr>
          </a:p>
          <a:p>
            <a:pPr lvl="1" marL="1187450" indent="-457200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1187450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circuit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check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939" y="3327907"/>
            <a:ext cx="6515100" cy="26917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240029" marR="2288540" indent="-227329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Example: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3.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even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length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four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generator:</a:t>
            </a:r>
            <a:endParaRPr sz="2400">
              <a:latin typeface="Calibri"/>
              <a:cs typeface="Calibri"/>
            </a:endParaRPr>
          </a:p>
          <a:p>
            <a:pPr marL="12700" marR="121285" indent="227329">
              <a:lnSpc>
                <a:spcPct val="1046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  <a:tab pos="4398010" algn="l"/>
              </a:tabLst>
            </a:pPr>
            <a:r>
              <a:rPr dirty="0" sz="2400">
                <a:latin typeface="Calibri"/>
                <a:cs typeface="Calibri"/>
              </a:rPr>
              <a:t>Check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words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</a:t>
            </a:r>
            <a:r>
              <a:rPr dirty="0" sz="2400">
                <a:latin typeface="Calibri"/>
                <a:cs typeface="Calibri"/>
              </a:rPr>
              <a:t>	length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four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with </a:t>
            </a:r>
            <a:r>
              <a:rPr dirty="0" sz="2400">
                <a:latin typeface="Calibri"/>
                <a:cs typeface="Calibri"/>
              </a:rPr>
              <a:t>odd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parity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checker: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Operation: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70">
                <a:latin typeface="Calibri"/>
                <a:cs typeface="Calibri"/>
              </a:rPr>
              <a:t>(X,Y,Z)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(0,0,1)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gives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(X,Y,Z,P)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(0,0,1,1)</a:t>
            </a:r>
            <a:endParaRPr sz="2400">
              <a:latin typeface="Calibri"/>
              <a:cs typeface="Calibri"/>
            </a:endParaRPr>
          </a:p>
          <a:p>
            <a:pPr marL="12700" marR="83185">
              <a:lnSpc>
                <a:spcPct val="70000"/>
              </a:lnSpc>
              <a:spcBef>
                <a:spcPts val="994"/>
              </a:spcBef>
            </a:pP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0.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0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between generator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35">
                <a:latin typeface="Calibri"/>
                <a:cs typeface="Calibri"/>
              </a:rPr>
              <a:t>checker,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=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indicates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error.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632697" y="3300984"/>
            <a:ext cx="3088005" cy="2715895"/>
            <a:chOff x="8632697" y="3300984"/>
            <a:chExt cx="3088005" cy="2715895"/>
          </a:xfrm>
        </p:grpSpPr>
        <p:sp>
          <p:nvSpPr>
            <p:cNvPr id="6" name="object 6" descr=""/>
            <p:cNvSpPr/>
            <p:nvPr/>
          </p:nvSpPr>
          <p:spPr>
            <a:xfrm>
              <a:off x="9234677" y="3320034"/>
              <a:ext cx="2150745" cy="1073150"/>
            </a:xfrm>
            <a:custGeom>
              <a:avLst/>
              <a:gdLst/>
              <a:ahLst/>
              <a:cxnLst/>
              <a:rect l="l" t="t" r="r" b="b"/>
              <a:pathLst>
                <a:path w="2150745" h="1073150">
                  <a:moveTo>
                    <a:pt x="1367027" y="435863"/>
                  </a:moveTo>
                  <a:lnTo>
                    <a:pt x="1385824" y="480059"/>
                  </a:lnTo>
                  <a:lnTo>
                    <a:pt x="1410207" y="540892"/>
                  </a:lnTo>
                  <a:lnTo>
                    <a:pt x="1426718" y="609472"/>
                  </a:lnTo>
                  <a:lnTo>
                    <a:pt x="1440052" y="686815"/>
                  </a:lnTo>
                  <a:lnTo>
                    <a:pt x="1448943" y="749934"/>
                  </a:lnTo>
                  <a:lnTo>
                    <a:pt x="1443354" y="809624"/>
                  </a:lnTo>
                  <a:lnTo>
                    <a:pt x="1431163" y="877061"/>
                  </a:lnTo>
                  <a:lnTo>
                    <a:pt x="1416812" y="942213"/>
                  </a:lnTo>
                  <a:lnTo>
                    <a:pt x="1398016" y="1002029"/>
                  </a:lnTo>
                  <a:lnTo>
                    <a:pt x="1367027" y="1068323"/>
                  </a:lnTo>
                  <a:lnTo>
                    <a:pt x="1597152" y="1068323"/>
                  </a:lnTo>
                  <a:lnTo>
                    <a:pt x="1695577" y="1066164"/>
                  </a:lnTo>
                  <a:lnTo>
                    <a:pt x="1745361" y="1062735"/>
                  </a:lnTo>
                  <a:lnTo>
                    <a:pt x="1819528" y="1042923"/>
                  </a:lnTo>
                  <a:lnTo>
                    <a:pt x="1859406" y="1025143"/>
                  </a:lnTo>
                  <a:lnTo>
                    <a:pt x="1904746" y="1005332"/>
                  </a:lnTo>
                  <a:lnTo>
                    <a:pt x="1948942" y="977645"/>
                  </a:lnTo>
                  <a:lnTo>
                    <a:pt x="1977771" y="955547"/>
                  </a:lnTo>
                  <a:lnTo>
                    <a:pt x="2005456" y="930147"/>
                  </a:lnTo>
                  <a:lnTo>
                    <a:pt x="2035302" y="900302"/>
                  </a:lnTo>
                  <a:lnTo>
                    <a:pt x="2061845" y="875918"/>
                  </a:lnTo>
                  <a:lnTo>
                    <a:pt x="2087245" y="844930"/>
                  </a:lnTo>
                  <a:lnTo>
                    <a:pt x="2119376" y="804036"/>
                  </a:lnTo>
                  <a:lnTo>
                    <a:pt x="2150364" y="752093"/>
                  </a:lnTo>
                  <a:lnTo>
                    <a:pt x="2121535" y="706754"/>
                  </a:lnTo>
                  <a:lnTo>
                    <a:pt x="2094992" y="668019"/>
                  </a:lnTo>
                  <a:lnTo>
                    <a:pt x="2048637" y="613917"/>
                  </a:lnTo>
                  <a:lnTo>
                    <a:pt x="1999869" y="568578"/>
                  </a:lnTo>
                  <a:lnTo>
                    <a:pt x="1951227" y="529843"/>
                  </a:lnTo>
                  <a:lnTo>
                    <a:pt x="1898142" y="499998"/>
                  </a:lnTo>
                  <a:lnTo>
                    <a:pt x="1826132" y="467867"/>
                  </a:lnTo>
                  <a:lnTo>
                    <a:pt x="1754251" y="448055"/>
                  </a:lnTo>
                  <a:lnTo>
                    <a:pt x="1713356" y="441451"/>
                  </a:lnTo>
                  <a:lnTo>
                    <a:pt x="1674622" y="437006"/>
                  </a:lnTo>
                  <a:lnTo>
                    <a:pt x="1646936" y="437006"/>
                  </a:lnTo>
                  <a:lnTo>
                    <a:pt x="1618233" y="435863"/>
                  </a:lnTo>
                  <a:lnTo>
                    <a:pt x="1367027" y="435863"/>
                  </a:lnTo>
                  <a:close/>
                </a:path>
                <a:path w="2150745" h="1073150">
                  <a:moveTo>
                    <a:pt x="1297177" y="438911"/>
                  </a:moveTo>
                  <a:lnTo>
                    <a:pt x="1302627" y="453391"/>
                  </a:lnTo>
                  <a:lnTo>
                    <a:pt x="1310862" y="474075"/>
                  </a:lnTo>
                  <a:lnTo>
                    <a:pt x="1319716" y="496829"/>
                  </a:lnTo>
                  <a:lnTo>
                    <a:pt x="1332547" y="535703"/>
                  </a:lnTo>
                  <a:lnTo>
                    <a:pt x="1346835" y="588263"/>
                  </a:lnTo>
                  <a:lnTo>
                    <a:pt x="1350932" y="604053"/>
                  </a:lnTo>
                  <a:lnTo>
                    <a:pt x="1354947" y="619236"/>
                  </a:lnTo>
                  <a:lnTo>
                    <a:pt x="1358747" y="635252"/>
                  </a:lnTo>
                  <a:lnTo>
                    <a:pt x="1362202" y="653541"/>
                  </a:lnTo>
                  <a:lnTo>
                    <a:pt x="1366176" y="675229"/>
                  </a:lnTo>
                  <a:lnTo>
                    <a:pt x="1370663" y="699309"/>
                  </a:lnTo>
                  <a:lnTo>
                    <a:pt x="1374507" y="724032"/>
                  </a:lnTo>
                  <a:lnTo>
                    <a:pt x="1376552" y="747648"/>
                  </a:lnTo>
                  <a:lnTo>
                    <a:pt x="1375951" y="769768"/>
                  </a:lnTo>
                  <a:lnTo>
                    <a:pt x="1373266" y="791162"/>
                  </a:lnTo>
                  <a:lnTo>
                    <a:pt x="1369748" y="811531"/>
                  </a:lnTo>
                  <a:lnTo>
                    <a:pt x="1366647" y="830579"/>
                  </a:lnTo>
                  <a:lnTo>
                    <a:pt x="1363958" y="847300"/>
                  </a:lnTo>
                  <a:lnTo>
                    <a:pt x="1360852" y="862139"/>
                  </a:lnTo>
                  <a:lnTo>
                    <a:pt x="1357342" y="876978"/>
                  </a:lnTo>
                  <a:lnTo>
                    <a:pt x="1353439" y="893698"/>
                  </a:lnTo>
                  <a:lnTo>
                    <a:pt x="1344628" y="934148"/>
                  </a:lnTo>
                  <a:lnTo>
                    <a:pt x="1332483" y="978788"/>
                  </a:lnTo>
                  <a:lnTo>
                    <a:pt x="1312370" y="1029604"/>
                  </a:lnTo>
                  <a:lnTo>
                    <a:pt x="1301783" y="1053994"/>
                  </a:lnTo>
                  <a:lnTo>
                    <a:pt x="1293876" y="1072895"/>
                  </a:lnTo>
                </a:path>
                <a:path w="2150745" h="1073150">
                  <a:moveTo>
                    <a:pt x="73151" y="0"/>
                  </a:moveTo>
                  <a:lnTo>
                    <a:pt x="91948" y="44323"/>
                  </a:lnTo>
                  <a:lnTo>
                    <a:pt x="116331" y="105282"/>
                  </a:lnTo>
                  <a:lnTo>
                    <a:pt x="132842" y="173989"/>
                  </a:lnTo>
                  <a:lnTo>
                    <a:pt x="146176" y="251587"/>
                  </a:lnTo>
                  <a:lnTo>
                    <a:pt x="155067" y="314832"/>
                  </a:lnTo>
                  <a:lnTo>
                    <a:pt x="149478" y="374649"/>
                  </a:lnTo>
                  <a:lnTo>
                    <a:pt x="137287" y="442213"/>
                  </a:lnTo>
                  <a:lnTo>
                    <a:pt x="122936" y="507618"/>
                  </a:lnTo>
                  <a:lnTo>
                    <a:pt x="104140" y="567435"/>
                  </a:lnTo>
                  <a:lnTo>
                    <a:pt x="73151" y="633983"/>
                  </a:lnTo>
                  <a:lnTo>
                    <a:pt x="303275" y="633983"/>
                  </a:lnTo>
                  <a:lnTo>
                    <a:pt x="401700" y="631824"/>
                  </a:lnTo>
                  <a:lnTo>
                    <a:pt x="451485" y="628395"/>
                  </a:lnTo>
                  <a:lnTo>
                    <a:pt x="525652" y="608457"/>
                  </a:lnTo>
                  <a:lnTo>
                    <a:pt x="565530" y="590803"/>
                  </a:lnTo>
                  <a:lnTo>
                    <a:pt x="610870" y="570864"/>
                  </a:lnTo>
                  <a:lnTo>
                    <a:pt x="655066" y="543051"/>
                  </a:lnTo>
                  <a:lnTo>
                    <a:pt x="683895" y="520953"/>
                  </a:lnTo>
                  <a:lnTo>
                    <a:pt x="711580" y="495426"/>
                  </a:lnTo>
                  <a:lnTo>
                    <a:pt x="741426" y="465454"/>
                  </a:lnTo>
                  <a:lnTo>
                    <a:pt x="767969" y="441070"/>
                  </a:lnTo>
                  <a:lnTo>
                    <a:pt x="793369" y="410082"/>
                  </a:lnTo>
                  <a:lnTo>
                    <a:pt x="825500" y="369061"/>
                  </a:lnTo>
                  <a:lnTo>
                    <a:pt x="856488" y="316991"/>
                  </a:lnTo>
                  <a:lnTo>
                    <a:pt x="827658" y="271525"/>
                  </a:lnTo>
                  <a:lnTo>
                    <a:pt x="801116" y="232790"/>
                  </a:lnTo>
                  <a:lnTo>
                    <a:pt x="754761" y="178435"/>
                  </a:lnTo>
                  <a:lnTo>
                    <a:pt x="705993" y="132968"/>
                  </a:lnTo>
                  <a:lnTo>
                    <a:pt x="657351" y="94233"/>
                  </a:lnTo>
                  <a:lnTo>
                    <a:pt x="604266" y="64262"/>
                  </a:lnTo>
                  <a:lnTo>
                    <a:pt x="532256" y="32130"/>
                  </a:lnTo>
                  <a:lnTo>
                    <a:pt x="460375" y="12191"/>
                  </a:lnTo>
                  <a:lnTo>
                    <a:pt x="419480" y="5587"/>
                  </a:lnTo>
                  <a:lnTo>
                    <a:pt x="380746" y="1142"/>
                  </a:lnTo>
                  <a:lnTo>
                    <a:pt x="353060" y="1142"/>
                  </a:lnTo>
                  <a:lnTo>
                    <a:pt x="324357" y="0"/>
                  </a:lnTo>
                  <a:lnTo>
                    <a:pt x="73151" y="0"/>
                  </a:lnTo>
                  <a:close/>
                </a:path>
                <a:path w="2150745" h="1073150">
                  <a:moveTo>
                    <a:pt x="3301" y="3048"/>
                  </a:moveTo>
                  <a:lnTo>
                    <a:pt x="8751" y="17547"/>
                  </a:lnTo>
                  <a:lnTo>
                    <a:pt x="16986" y="38274"/>
                  </a:lnTo>
                  <a:lnTo>
                    <a:pt x="25840" y="61073"/>
                  </a:lnTo>
                  <a:lnTo>
                    <a:pt x="38671" y="100042"/>
                  </a:lnTo>
                  <a:lnTo>
                    <a:pt x="52958" y="152780"/>
                  </a:lnTo>
                  <a:lnTo>
                    <a:pt x="57056" y="168644"/>
                  </a:lnTo>
                  <a:lnTo>
                    <a:pt x="61071" y="183864"/>
                  </a:lnTo>
                  <a:lnTo>
                    <a:pt x="64871" y="199894"/>
                  </a:lnTo>
                  <a:lnTo>
                    <a:pt x="68325" y="218186"/>
                  </a:lnTo>
                  <a:lnTo>
                    <a:pt x="72300" y="239964"/>
                  </a:lnTo>
                  <a:lnTo>
                    <a:pt x="76787" y="264112"/>
                  </a:lnTo>
                  <a:lnTo>
                    <a:pt x="80631" y="288855"/>
                  </a:lnTo>
                  <a:lnTo>
                    <a:pt x="82676" y="312419"/>
                  </a:lnTo>
                  <a:lnTo>
                    <a:pt x="82075" y="334633"/>
                  </a:lnTo>
                  <a:lnTo>
                    <a:pt x="79390" y="356107"/>
                  </a:lnTo>
                  <a:lnTo>
                    <a:pt x="75872" y="376535"/>
                  </a:lnTo>
                  <a:lnTo>
                    <a:pt x="72771" y="395604"/>
                  </a:lnTo>
                  <a:lnTo>
                    <a:pt x="70082" y="412398"/>
                  </a:lnTo>
                  <a:lnTo>
                    <a:pt x="66976" y="427275"/>
                  </a:lnTo>
                  <a:lnTo>
                    <a:pt x="63466" y="442128"/>
                  </a:lnTo>
                  <a:lnTo>
                    <a:pt x="59563" y="458850"/>
                  </a:lnTo>
                  <a:lnTo>
                    <a:pt x="50752" y="499490"/>
                  </a:lnTo>
                  <a:lnTo>
                    <a:pt x="38607" y="544321"/>
                  </a:lnTo>
                  <a:lnTo>
                    <a:pt x="18494" y="595153"/>
                  </a:lnTo>
                  <a:lnTo>
                    <a:pt x="7907" y="619617"/>
                  </a:lnTo>
                  <a:lnTo>
                    <a:pt x="0" y="63855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32697" y="3477006"/>
              <a:ext cx="3005455" cy="789940"/>
            </a:xfrm>
            <a:custGeom>
              <a:avLst/>
              <a:gdLst/>
              <a:ahLst/>
              <a:cxnLst/>
              <a:rect l="l" t="t" r="r" b="b"/>
              <a:pathLst>
                <a:path w="3005454" h="789939">
                  <a:moveTo>
                    <a:pt x="1933955" y="789432"/>
                  </a:moveTo>
                  <a:lnTo>
                    <a:pt x="0" y="789432"/>
                  </a:lnTo>
                </a:path>
                <a:path w="3005454" h="789939">
                  <a:moveTo>
                    <a:pt x="1444752" y="169164"/>
                  </a:moveTo>
                  <a:lnTo>
                    <a:pt x="1639824" y="169164"/>
                  </a:lnTo>
                </a:path>
                <a:path w="3005454" h="789939">
                  <a:moveTo>
                    <a:pt x="1630679" y="169164"/>
                  </a:moveTo>
                  <a:lnTo>
                    <a:pt x="1630679" y="425196"/>
                  </a:lnTo>
                </a:path>
                <a:path w="3005454" h="789939">
                  <a:moveTo>
                    <a:pt x="1623059" y="425196"/>
                  </a:moveTo>
                  <a:lnTo>
                    <a:pt x="1950720" y="425196"/>
                  </a:lnTo>
                </a:path>
                <a:path w="3005454" h="789939">
                  <a:moveTo>
                    <a:pt x="638555" y="0"/>
                  </a:moveTo>
                  <a:lnTo>
                    <a:pt x="0" y="0"/>
                  </a:lnTo>
                </a:path>
                <a:path w="3005454" h="789939">
                  <a:moveTo>
                    <a:pt x="638555" y="344424"/>
                  </a:moveTo>
                  <a:lnTo>
                    <a:pt x="0" y="344424"/>
                  </a:lnTo>
                </a:path>
                <a:path w="3005454" h="789939">
                  <a:moveTo>
                    <a:pt x="2747772" y="603504"/>
                  </a:moveTo>
                  <a:lnTo>
                    <a:pt x="3005328" y="60350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237725" y="4452366"/>
              <a:ext cx="859790" cy="640080"/>
            </a:xfrm>
            <a:custGeom>
              <a:avLst/>
              <a:gdLst/>
              <a:ahLst/>
              <a:cxnLst/>
              <a:rect l="l" t="t" r="r" b="b"/>
              <a:pathLst>
                <a:path w="859790" h="640079">
                  <a:moveTo>
                    <a:pt x="73151" y="0"/>
                  </a:moveTo>
                  <a:lnTo>
                    <a:pt x="92075" y="44449"/>
                  </a:lnTo>
                  <a:lnTo>
                    <a:pt x="116458" y="105536"/>
                  </a:lnTo>
                  <a:lnTo>
                    <a:pt x="133096" y="174370"/>
                  </a:lnTo>
                  <a:lnTo>
                    <a:pt x="146430" y="252221"/>
                  </a:lnTo>
                  <a:lnTo>
                    <a:pt x="155321" y="315594"/>
                  </a:lnTo>
                  <a:lnTo>
                    <a:pt x="149732" y="375538"/>
                  </a:lnTo>
                  <a:lnTo>
                    <a:pt x="137541" y="443356"/>
                  </a:lnTo>
                  <a:lnTo>
                    <a:pt x="123190" y="508888"/>
                  </a:lnTo>
                  <a:lnTo>
                    <a:pt x="104267" y="568832"/>
                  </a:lnTo>
                  <a:lnTo>
                    <a:pt x="73151" y="635507"/>
                  </a:lnTo>
                  <a:lnTo>
                    <a:pt x="304165" y="635507"/>
                  </a:lnTo>
                  <a:lnTo>
                    <a:pt x="402971" y="633348"/>
                  </a:lnTo>
                  <a:lnTo>
                    <a:pt x="453008" y="629919"/>
                  </a:lnTo>
                  <a:lnTo>
                    <a:pt x="527430" y="609980"/>
                  </a:lnTo>
                  <a:lnTo>
                    <a:pt x="567435" y="592200"/>
                  </a:lnTo>
                  <a:lnTo>
                    <a:pt x="612901" y="572134"/>
                  </a:lnTo>
                  <a:lnTo>
                    <a:pt x="657351" y="544448"/>
                  </a:lnTo>
                  <a:lnTo>
                    <a:pt x="686307" y="522223"/>
                  </a:lnTo>
                  <a:lnTo>
                    <a:pt x="713994" y="496569"/>
                  </a:lnTo>
                  <a:lnTo>
                    <a:pt x="743966" y="466597"/>
                  </a:lnTo>
                  <a:lnTo>
                    <a:pt x="770635" y="442213"/>
                  </a:lnTo>
                  <a:lnTo>
                    <a:pt x="796163" y="411098"/>
                  </a:lnTo>
                  <a:lnTo>
                    <a:pt x="828421" y="369950"/>
                  </a:lnTo>
                  <a:lnTo>
                    <a:pt x="859535" y="317753"/>
                  </a:lnTo>
                  <a:lnTo>
                    <a:pt x="830706" y="272160"/>
                  </a:lnTo>
                  <a:lnTo>
                    <a:pt x="804037" y="233298"/>
                  </a:lnTo>
                  <a:lnTo>
                    <a:pt x="757301" y="178815"/>
                  </a:lnTo>
                  <a:lnTo>
                    <a:pt x="708532" y="133349"/>
                  </a:lnTo>
                  <a:lnTo>
                    <a:pt x="659638" y="94487"/>
                  </a:lnTo>
                  <a:lnTo>
                    <a:pt x="606298" y="64388"/>
                  </a:lnTo>
                  <a:lnTo>
                    <a:pt x="534034" y="32257"/>
                  </a:lnTo>
                  <a:lnTo>
                    <a:pt x="461899" y="12191"/>
                  </a:lnTo>
                  <a:lnTo>
                    <a:pt x="420750" y="5587"/>
                  </a:lnTo>
                  <a:lnTo>
                    <a:pt x="381889" y="1142"/>
                  </a:lnTo>
                  <a:lnTo>
                    <a:pt x="354202" y="1142"/>
                  </a:lnTo>
                  <a:lnTo>
                    <a:pt x="325247" y="0"/>
                  </a:lnTo>
                  <a:lnTo>
                    <a:pt x="73151" y="0"/>
                  </a:lnTo>
                  <a:close/>
                </a:path>
                <a:path w="859790" h="640079">
                  <a:moveTo>
                    <a:pt x="3301" y="3047"/>
                  </a:moveTo>
                  <a:lnTo>
                    <a:pt x="8751" y="17569"/>
                  </a:lnTo>
                  <a:lnTo>
                    <a:pt x="16986" y="38353"/>
                  </a:lnTo>
                  <a:lnTo>
                    <a:pt x="25840" y="61233"/>
                  </a:lnTo>
                  <a:lnTo>
                    <a:pt x="38671" y="100316"/>
                  </a:lnTo>
                  <a:lnTo>
                    <a:pt x="52958" y="153161"/>
                  </a:lnTo>
                  <a:lnTo>
                    <a:pt x="57056" y="169027"/>
                  </a:lnTo>
                  <a:lnTo>
                    <a:pt x="61071" y="184261"/>
                  </a:lnTo>
                  <a:lnTo>
                    <a:pt x="64871" y="200328"/>
                  </a:lnTo>
                  <a:lnTo>
                    <a:pt x="68325" y="218693"/>
                  </a:lnTo>
                  <a:lnTo>
                    <a:pt x="72300" y="240494"/>
                  </a:lnTo>
                  <a:lnTo>
                    <a:pt x="76787" y="264699"/>
                  </a:lnTo>
                  <a:lnTo>
                    <a:pt x="80631" y="289524"/>
                  </a:lnTo>
                  <a:lnTo>
                    <a:pt x="82676" y="313181"/>
                  </a:lnTo>
                  <a:lnTo>
                    <a:pt x="82075" y="335470"/>
                  </a:lnTo>
                  <a:lnTo>
                    <a:pt x="79390" y="356996"/>
                  </a:lnTo>
                  <a:lnTo>
                    <a:pt x="75872" y="377475"/>
                  </a:lnTo>
                  <a:lnTo>
                    <a:pt x="72771" y="396620"/>
                  </a:lnTo>
                  <a:lnTo>
                    <a:pt x="70082" y="413363"/>
                  </a:lnTo>
                  <a:lnTo>
                    <a:pt x="66976" y="428259"/>
                  </a:lnTo>
                  <a:lnTo>
                    <a:pt x="63466" y="443180"/>
                  </a:lnTo>
                  <a:lnTo>
                    <a:pt x="59563" y="459993"/>
                  </a:lnTo>
                  <a:lnTo>
                    <a:pt x="50752" y="500697"/>
                  </a:lnTo>
                  <a:lnTo>
                    <a:pt x="38607" y="545591"/>
                  </a:lnTo>
                  <a:lnTo>
                    <a:pt x="18494" y="596550"/>
                  </a:lnTo>
                  <a:lnTo>
                    <a:pt x="7907" y="621065"/>
                  </a:lnTo>
                  <a:lnTo>
                    <a:pt x="0" y="64007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634221" y="4609338"/>
              <a:ext cx="3086100" cy="612775"/>
            </a:xfrm>
            <a:custGeom>
              <a:avLst/>
              <a:gdLst/>
              <a:ahLst/>
              <a:cxnLst/>
              <a:rect l="l" t="t" r="r" b="b"/>
              <a:pathLst>
                <a:path w="3086100" h="612775">
                  <a:moveTo>
                    <a:pt x="1449324" y="167639"/>
                  </a:moveTo>
                  <a:lnTo>
                    <a:pt x="1645920" y="167639"/>
                  </a:lnTo>
                </a:path>
                <a:path w="3086100" h="612775">
                  <a:moveTo>
                    <a:pt x="1636776" y="167639"/>
                  </a:moveTo>
                  <a:lnTo>
                    <a:pt x="1636776" y="426719"/>
                  </a:lnTo>
                </a:path>
                <a:path w="3086100" h="612775">
                  <a:moveTo>
                    <a:pt x="1627631" y="426719"/>
                  </a:moveTo>
                  <a:lnTo>
                    <a:pt x="1956816" y="426719"/>
                  </a:lnTo>
                </a:path>
                <a:path w="3086100" h="612775">
                  <a:moveTo>
                    <a:pt x="640079" y="0"/>
                  </a:moveTo>
                  <a:lnTo>
                    <a:pt x="0" y="0"/>
                  </a:lnTo>
                </a:path>
                <a:path w="3086100" h="612775">
                  <a:moveTo>
                    <a:pt x="640079" y="345948"/>
                  </a:moveTo>
                  <a:lnTo>
                    <a:pt x="0" y="345948"/>
                  </a:lnTo>
                </a:path>
                <a:path w="3086100" h="612775">
                  <a:moveTo>
                    <a:pt x="2828544" y="612648"/>
                  </a:moveTo>
                  <a:lnTo>
                    <a:pt x="3086100" y="612648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245345" y="5359146"/>
              <a:ext cx="861060" cy="638810"/>
            </a:xfrm>
            <a:custGeom>
              <a:avLst/>
              <a:gdLst/>
              <a:ahLst/>
              <a:cxnLst/>
              <a:rect l="l" t="t" r="r" b="b"/>
              <a:pathLst>
                <a:path w="861059" h="638810">
                  <a:moveTo>
                    <a:pt x="73151" y="638555"/>
                  </a:moveTo>
                  <a:lnTo>
                    <a:pt x="92075" y="594220"/>
                  </a:lnTo>
                  <a:lnTo>
                    <a:pt x="116585" y="533260"/>
                  </a:lnTo>
                  <a:lnTo>
                    <a:pt x="133223" y="464540"/>
                  </a:lnTo>
                  <a:lnTo>
                    <a:pt x="146557" y="386956"/>
                  </a:lnTo>
                  <a:lnTo>
                    <a:pt x="155448" y="323786"/>
                  </a:lnTo>
                  <a:lnTo>
                    <a:pt x="149986" y="263931"/>
                  </a:lnTo>
                  <a:lnTo>
                    <a:pt x="137668" y="196341"/>
                  </a:lnTo>
                  <a:lnTo>
                    <a:pt x="123189" y="130936"/>
                  </a:lnTo>
                  <a:lnTo>
                    <a:pt x="104267" y="71119"/>
                  </a:lnTo>
                  <a:lnTo>
                    <a:pt x="73151" y="4571"/>
                  </a:lnTo>
                  <a:lnTo>
                    <a:pt x="304673" y="4571"/>
                  </a:lnTo>
                  <a:lnTo>
                    <a:pt x="403732" y="6730"/>
                  </a:lnTo>
                  <a:lnTo>
                    <a:pt x="453771" y="10159"/>
                  </a:lnTo>
                  <a:lnTo>
                    <a:pt x="528320" y="30098"/>
                  </a:lnTo>
                  <a:lnTo>
                    <a:pt x="568325" y="47751"/>
                  </a:lnTo>
                  <a:lnTo>
                    <a:pt x="614045" y="67690"/>
                  </a:lnTo>
                  <a:lnTo>
                    <a:pt x="658495" y="95503"/>
                  </a:lnTo>
                  <a:lnTo>
                    <a:pt x="687451" y="117601"/>
                  </a:lnTo>
                  <a:lnTo>
                    <a:pt x="715263" y="143128"/>
                  </a:lnTo>
                  <a:lnTo>
                    <a:pt x="745362" y="173100"/>
                  </a:lnTo>
                  <a:lnTo>
                    <a:pt x="772032" y="197484"/>
                  </a:lnTo>
                  <a:lnTo>
                    <a:pt x="797686" y="228472"/>
                  </a:lnTo>
                  <a:lnTo>
                    <a:pt x="829945" y="269468"/>
                  </a:lnTo>
                  <a:lnTo>
                    <a:pt x="861059" y="321563"/>
                  </a:lnTo>
                  <a:lnTo>
                    <a:pt x="832103" y="367004"/>
                  </a:lnTo>
                  <a:lnTo>
                    <a:pt x="805433" y="405803"/>
                  </a:lnTo>
                  <a:lnTo>
                    <a:pt x="758698" y="460108"/>
                  </a:lnTo>
                  <a:lnTo>
                    <a:pt x="709676" y="505548"/>
                  </a:lnTo>
                  <a:lnTo>
                    <a:pt x="660780" y="544347"/>
                  </a:lnTo>
                  <a:lnTo>
                    <a:pt x="607313" y="574268"/>
                  </a:lnTo>
                  <a:lnTo>
                    <a:pt x="535051" y="606412"/>
                  </a:lnTo>
                  <a:lnTo>
                    <a:pt x="462660" y="626363"/>
                  </a:lnTo>
                  <a:lnTo>
                    <a:pt x="421512" y="633018"/>
                  </a:lnTo>
                  <a:lnTo>
                    <a:pt x="382524" y="637451"/>
                  </a:lnTo>
                  <a:lnTo>
                    <a:pt x="354710" y="637451"/>
                  </a:lnTo>
                  <a:lnTo>
                    <a:pt x="325754" y="638555"/>
                  </a:lnTo>
                  <a:lnTo>
                    <a:pt x="73151" y="638555"/>
                  </a:lnTo>
                  <a:close/>
                </a:path>
                <a:path w="861059" h="638810">
                  <a:moveTo>
                    <a:pt x="3428" y="635507"/>
                  </a:moveTo>
                  <a:lnTo>
                    <a:pt x="8919" y="621020"/>
                  </a:lnTo>
                  <a:lnTo>
                    <a:pt x="17256" y="600295"/>
                  </a:lnTo>
                  <a:lnTo>
                    <a:pt x="26235" y="577491"/>
                  </a:lnTo>
                  <a:lnTo>
                    <a:pt x="39346" y="538497"/>
                  </a:lnTo>
                  <a:lnTo>
                    <a:pt x="53848" y="485774"/>
                  </a:lnTo>
                  <a:lnTo>
                    <a:pt x="58094" y="469940"/>
                  </a:lnTo>
                  <a:lnTo>
                    <a:pt x="62198" y="454726"/>
                  </a:lnTo>
                  <a:lnTo>
                    <a:pt x="66063" y="438679"/>
                  </a:lnTo>
                  <a:lnTo>
                    <a:pt x="69596" y="420344"/>
                  </a:lnTo>
                  <a:lnTo>
                    <a:pt x="73646" y="398595"/>
                  </a:lnTo>
                  <a:lnTo>
                    <a:pt x="78184" y="374456"/>
                  </a:lnTo>
                  <a:lnTo>
                    <a:pt x="82079" y="349692"/>
                  </a:lnTo>
                  <a:lnTo>
                    <a:pt x="84200" y="326072"/>
                  </a:lnTo>
                  <a:lnTo>
                    <a:pt x="83579" y="303871"/>
                  </a:lnTo>
                  <a:lnTo>
                    <a:pt x="80851" y="282398"/>
                  </a:lnTo>
                  <a:lnTo>
                    <a:pt x="77289" y="261966"/>
                  </a:lnTo>
                  <a:lnTo>
                    <a:pt x="74168" y="242887"/>
                  </a:lnTo>
                  <a:lnTo>
                    <a:pt x="71401" y="226130"/>
                  </a:lnTo>
                  <a:lnTo>
                    <a:pt x="68230" y="211272"/>
                  </a:lnTo>
                  <a:lnTo>
                    <a:pt x="64631" y="196426"/>
                  </a:lnTo>
                  <a:lnTo>
                    <a:pt x="60578" y="179704"/>
                  </a:lnTo>
                  <a:lnTo>
                    <a:pt x="51625" y="139064"/>
                  </a:lnTo>
                  <a:lnTo>
                    <a:pt x="39243" y="94233"/>
                  </a:lnTo>
                  <a:lnTo>
                    <a:pt x="18811" y="43402"/>
                  </a:lnTo>
                  <a:lnTo>
                    <a:pt x="8042" y="18938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643365" y="5417058"/>
              <a:ext cx="1957070" cy="445134"/>
            </a:xfrm>
            <a:custGeom>
              <a:avLst/>
              <a:gdLst/>
              <a:ahLst/>
              <a:cxnLst/>
              <a:rect l="l" t="t" r="r" b="b"/>
              <a:pathLst>
                <a:path w="1957070" h="445135">
                  <a:moveTo>
                    <a:pt x="1449324" y="259079"/>
                  </a:moveTo>
                  <a:lnTo>
                    <a:pt x="1645919" y="259079"/>
                  </a:lnTo>
                </a:path>
                <a:path w="1957070" h="445135">
                  <a:moveTo>
                    <a:pt x="1636776" y="259079"/>
                  </a:moveTo>
                  <a:lnTo>
                    <a:pt x="1636776" y="0"/>
                  </a:lnTo>
                </a:path>
                <a:path w="1957070" h="445135">
                  <a:moveTo>
                    <a:pt x="1627631" y="0"/>
                  </a:moveTo>
                  <a:lnTo>
                    <a:pt x="1956815" y="0"/>
                  </a:lnTo>
                </a:path>
                <a:path w="1957070" h="445135">
                  <a:moveTo>
                    <a:pt x="640079" y="99059"/>
                  </a:moveTo>
                  <a:lnTo>
                    <a:pt x="0" y="99059"/>
                  </a:lnTo>
                </a:path>
                <a:path w="1957070" h="445135">
                  <a:moveTo>
                    <a:pt x="640079" y="445007"/>
                  </a:moveTo>
                  <a:lnTo>
                    <a:pt x="0" y="445007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562081" y="4906518"/>
              <a:ext cx="859790" cy="640080"/>
            </a:xfrm>
            <a:custGeom>
              <a:avLst/>
              <a:gdLst/>
              <a:ahLst/>
              <a:cxnLst/>
              <a:rect l="l" t="t" r="r" b="b"/>
              <a:pathLst>
                <a:path w="859790" h="640079">
                  <a:moveTo>
                    <a:pt x="73151" y="0"/>
                  </a:moveTo>
                  <a:lnTo>
                    <a:pt x="92075" y="44449"/>
                  </a:lnTo>
                  <a:lnTo>
                    <a:pt x="116459" y="105536"/>
                  </a:lnTo>
                  <a:lnTo>
                    <a:pt x="133096" y="174370"/>
                  </a:lnTo>
                  <a:lnTo>
                    <a:pt x="146431" y="252221"/>
                  </a:lnTo>
                  <a:lnTo>
                    <a:pt x="155321" y="315467"/>
                  </a:lnTo>
                  <a:lnTo>
                    <a:pt x="149733" y="375538"/>
                  </a:lnTo>
                  <a:lnTo>
                    <a:pt x="137541" y="443356"/>
                  </a:lnTo>
                  <a:lnTo>
                    <a:pt x="123190" y="508888"/>
                  </a:lnTo>
                  <a:lnTo>
                    <a:pt x="104267" y="568832"/>
                  </a:lnTo>
                  <a:lnTo>
                    <a:pt x="73151" y="635507"/>
                  </a:lnTo>
                  <a:lnTo>
                    <a:pt x="304165" y="635507"/>
                  </a:lnTo>
                  <a:lnTo>
                    <a:pt x="402971" y="633221"/>
                  </a:lnTo>
                  <a:lnTo>
                    <a:pt x="453009" y="629919"/>
                  </a:lnTo>
                  <a:lnTo>
                    <a:pt x="527431" y="609980"/>
                  </a:lnTo>
                  <a:lnTo>
                    <a:pt x="567436" y="592200"/>
                  </a:lnTo>
                  <a:lnTo>
                    <a:pt x="612901" y="572134"/>
                  </a:lnTo>
                  <a:lnTo>
                    <a:pt x="657351" y="544448"/>
                  </a:lnTo>
                  <a:lnTo>
                    <a:pt x="686308" y="522223"/>
                  </a:lnTo>
                  <a:lnTo>
                    <a:pt x="713994" y="496569"/>
                  </a:lnTo>
                  <a:lnTo>
                    <a:pt x="743966" y="466597"/>
                  </a:lnTo>
                  <a:lnTo>
                    <a:pt x="770636" y="442213"/>
                  </a:lnTo>
                  <a:lnTo>
                    <a:pt x="796163" y="411098"/>
                  </a:lnTo>
                  <a:lnTo>
                    <a:pt x="828421" y="369950"/>
                  </a:lnTo>
                  <a:lnTo>
                    <a:pt x="859536" y="317753"/>
                  </a:lnTo>
                  <a:lnTo>
                    <a:pt x="830707" y="272160"/>
                  </a:lnTo>
                  <a:lnTo>
                    <a:pt x="804037" y="233298"/>
                  </a:lnTo>
                  <a:lnTo>
                    <a:pt x="757301" y="178815"/>
                  </a:lnTo>
                  <a:lnTo>
                    <a:pt x="708533" y="133349"/>
                  </a:lnTo>
                  <a:lnTo>
                    <a:pt x="659638" y="94487"/>
                  </a:lnTo>
                  <a:lnTo>
                    <a:pt x="606298" y="64388"/>
                  </a:lnTo>
                  <a:lnTo>
                    <a:pt x="534035" y="32257"/>
                  </a:lnTo>
                  <a:lnTo>
                    <a:pt x="461899" y="12191"/>
                  </a:lnTo>
                  <a:lnTo>
                    <a:pt x="420750" y="5587"/>
                  </a:lnTo>
                  <a:lnTo>
                    <a:pt x="381889" y="1142"/>
                  </a:lnTo>
                  <a:lnTo>
                    <a:pt x="354202" y="1142"/>
                  </a:lnTo>
                  <a:lnTo>
                    <a:pt x="325247" y="0"/>
                  </a:lnTo>
                  <a:lnTo>
                    <a:pt x="73151" y="0"/>
                  </a:lnTo>
                  <a:close/>
                </a:path>
                <a:path w="859790" h="640079">
                  <a:moveTo>
                    <a:pt x="3301" y="3047"/>
                  </a:moveTo>
                  <a:lnTo>
                    <a:pt x="8751" y="17569"/>
                  </a:lnTo>
                  <a:lnTo>
                    <a:pt x="16986" y="38353"/>
                  </a:lnTo>
                  <a:lnTo>
                    <a:pt x="25840" y="61233"/>
                  </a:lnTo>
                  <a:lnTo>
                    <a:pt x="38671" y="100316"/>
                  </a:lnTo>
                  <a:lnTo>
                    <a:pt x="52959" y="153161"/>
                  </a:lnTo>
                  <a:lnTo>
                    <a:pt x="57056" y="169027"/>
                  </a:lnTo>
                  <a:lnTo>
                    <a:pt x="61071" y="184261"/>
                  </a:lnTo>
                  <a:lnTo>
                    <a:pt x="64871" y="200328"/>
                  </a:lnTo>
                  <a:lnTo>
                    <a:pt x="68325" y="218693"/>
                  </a:lnTo>
                  <a:lnTo>
                    <a:pt x="72300" y="240494"/>
                  </a:lnTo>
                  <a:lnTo>
                    <a:pt x="76787" y="264699"/>
                  </a:lnTo>
                  <a:lnTo>
                    <a:pt x="80631" y="289524"/>
                  </a:lnTo>
                  <a:lnTo>
                    <a:pt x="82676" y="313181"/>
                  </a:lnTo>
                  <a:lnTo>
                    <a:pt x="82075" y="335470"/>
                  </a:lnTo>
                  <a:lnTo>
                    <a:pt x="79390" y="356996"/>
                  </a:lnTo>
                  <a:lnTo>
                    <a:pt x="75872" y="377475"/>
                  </a:lnTo>
                  <a:lnTo>
                    <a:pt x="72771" y="396620"/>
                  </a:lnTo>
                  <a:lnTo>
                    <a:pt x="70082" y="413363"/>
                  </a:lnTo>
                  <a:lnTo>
                    <a:pt x="66976" y="428259"/>
                  </a:lnTo>
                  <a:lnTo>
                    <a:pt x="63466" y="443180"/>
                  </a:lnTo>
                  <a:lnTo>
                    <a:pt x="59563" y="459993"/>
                  </a:lnTo>
                  <a:lnTo>
                    <a:pt x="50752" y="500697"/>
                  </a:lnTo>
                  <a:lnTo>
                    <a:pt x="38608" y="545591"/>
                  </a:lnTo>
                  <a:lnTo>
                    <a:pt x="18494" y="596550"/>
                  </a:lnTo>
                  <a:lnTo>
                    <a:pt x="7907" y="621065"/>
                  </a:lnTo>
                  <a:lnTo>
                    <a:pt x="0" y="64007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715750" y="3871417"/>
            <a:ext cx="1835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libri"/>
                <a:cs typeface="Calibri"/>
              </a:rPr>
              <a:t>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346693" y="3255645"/>
            <a:ext cx="224154" cy="18732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50800" marR="6985">
              <a:lnSpc>
                <a:spcPts val="2650"/>
              </a:lnSpc>
              <a:spcBef>
                <a:spcPts val="380"/>
              </a:spcBef>
            </a:pPr>
            <a:r>
              <a:rPr dirty="0" sz="2400" spc="-50">
                <a:latin typeface="Calibri"/>
                <a:cs typeface="Calibri"/>
              </a:rPr>
              <a:t>X Y</a:t>
            </a:r>
            <a:endParaRPr sz="2400">
              <a:latin typeface="Calibri"/>
              <a:cs typeface="Calibri"/>
            </a:endParaRPr>
          </a:p>
          <a:p>
            <a:pPr algn="just" marL="12700" marR="5080" indent="55244">
              <a:lnSpc>
                <a:spcPct val="95800"/>
              </a:lnSpc>
              <a:spcBef>
                <a:spcPts val="690"/>
              </a:spcBef>
            </a:pPr>
            <a:r>
              <a:rPr dirty="0" sz="2400" spc="-50">
                <a:latin typeface="Calibri"/>
                <a:cs typeface="Calibri"/>
              </a:rPr>
              <a:t>Z X 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356218" y="5305755"/>
            <a:ext cx="200660" cy="739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9845" marR="5080" indent="-17780">
              <a:lnSpc>
                <a:spcPts val="2740"/>
              </a:lnSpc>
              <a:spcBef>
                <a:spcPts val="305"/>
              </a:spcBef>
            </a:pPr>
            <a:r>
              <a:rPr dirty="0" sz="2400" spc="-50">
                <a:latin typeface="Calibri"/>
                <a:cs typeface="Calibri"/>
              </a:rPr>
              <a:t>Z 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745848" y="5016195"/>
            <a:ext cx="1746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10240645" cy="130111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pc="-40"/>
              <a:t>Implementing</a:t>
            </a:r>
            <a:r>
              <a:rPr dirty="0" spc="-180"/>
              <a:t> </a:t>
            </a:r>
            <a:r>
              <a:rPr dirty="0" spc="-30"/>
              <a:t>functions</a:t>
            </a:r>
            <a:r>
              <a:rPr dirty="0" spc="-180"/>
              <a:t> </a:t>
            </a:r>
            <a:r>
              <a:rPr dirty="0"/>
              <a:t>with</a:t>
            </a:r>
            <a:r>
              <a:rPr dirty="0" spc="-185"/>
              <a:t> </a:t>
            </a:r>
            <a:r>
              <a:rPr dirty="0"/>
              <a:t>only</a:t>
            </a:r>
            <a:r>
              <a:rPr dirty="0" spc="-180"/>
              <a:t> </a:t>
            </a:r>
            <a:r>
              <a:rPr dirty="0"/>
              <a:t>OR</a:t>
            </a:r>
            <a:r>
              <a:rPr dirty="0" spc="-170"/>
              <a:t> </a:t>
            </a:r>
            <a:r>
              <a:rPr dirty="0"/>
              <a:t>and</a:t>
            </a:r>
            <a:r>
              <a:rPr dirty="0" spc="-175"/>
              <a:t> </a:t>
            </a:r>
            <a:r>
              <a:rPr dirty="0" spc="-25"/>
              <a:t>NOT </a:t>
            </a:r>
            <a:r>
              <a:rPr dirty="0" spc="-10"/>
              <a:t>gates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05"/>
            <a:ext cx="5013960" cy="335089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AB’C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A’C’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AB’C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A’C’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AB’C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A’C’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AB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Morgan's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Laws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(A’+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C’)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(A’+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B’)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(A’+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C’)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C)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(A’+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B’)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700022" y="2460498"/>
            <a:ext cx="2240915" cy="0"/>
          </a:xfrm>
          <a:custGeom>
            <a:avLst/>
            <a:gdLst/>
            <a:ahLst/>
            <a:cxnLst/>
            <a:rect l="l" t="t" r="r" b="b"/>
            <a:pathLst>
              <a:path w="2240915" h="0">
                <a:moveTo>
                  <a:pt x="0" y="0"/>
                </a:moveTo>
                <a:lnTo>
                  <a:pt x="224091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00022" y="2329433"/>
            <a:ext cx="2240915" cy="0"/>
          </a:xfrm>
          <a:custGeom>
            <a:avLst/>
            <a:gdLst/>
            <a:ahLst/>
            <a:cxnLst/>
            <a:rect l="l" t="t" r="r" b="b"/>
            <a:pathLst>
              <a:path w="2240915" h="0">
                <a:moveTo>
                  <a:pt x="0" y="0"/>
                </a:moveTo>
                <a:lnTo>
                  <a:pt x="224091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00022" y="2932938"/>
            <a:ext cx="2240915" cy="0"/>
          </a:xfrm>
          <a:custGeom>
            <a:avLst/>
            <a:gdLst/>
            <a:ahLst/>
            <a:cxnLst/>
            <a:rect l="l" t="t" r="r" b="b"/>
            <a:pathLst>
              <a:path w="2240915" h="0">
                <a:moveTo>
                  <a:pt x="0" y="0"/>
                </a:moveTo>
                <a:lnTo>
                  <a:pt x="2240915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700022" y="3027426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 h="0">
                <a:moveTo>
                  <a:pt x="0" y="0"/>
                </a:moveTo>
                <a:lnTo>
                  <a:pt x="656844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31770" y="3027426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4" h="0">
                <a:moveTo>
                  <a:pt x="0" y="0"/>
                </a:moveTo>
                <a:lnTo>
                  <a:pt x="448563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612641" y="3027426"/>
            <a:ext cx="328930" cy="0"/>
          </a:xfrm>
          <a:custGeom>
            <a:avLst/>
            <a:gdLst/>
            <a:ahLst/>
            <a:cxnLst/>
            <a:rect l="l" t="t" r="r" b="b"/>
            <a:pathLst>
              <a:path w="328929" h="0">
                <a:moveTo>
                  <a:pt x="0" y="0"/>
                </a:moveTo>
                <a:lnTo>
                  <a:pt x="328422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700022" y="4013453"/>
            <a:ext cx="4185920" cy="19685"/>
          </a:xfrm>
          <a:custGeom>
            <a:avLst/>
            <a:gdLst/>
            <a:ahLst/>
            <a:cxnLst/>
            <a:rect l="l" t="t" r="r" b="b"/>
            <a:pathLst>
              <a:path w="4185920" h="19685">
                <a:moveTo>
                  <a:pt x="0" y="19304"/>
                </a:moveTo>
                <a:lnTo>
                  <a:pt x="4185666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84782" y="4636770"/>
            <a:ext cx="1495425" cy="12065"/>
          </a:xfrm>
          <a:custGeom>
            <a:avLst/>
            <a:gdLst/>
            <a:ahLst/>
            <a:cxnLst/>
            <a:rect l="l" t="t" r="r" b="b"/>
            <a:pathLst>
              <a:path w="1495425" h="12064">
                <a:moveTo>
                  <a:pt x="0" y="0"/>
                </a:moveTo>
                <a:lnTo>
                  <a:pt x="1495044" y="1181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612641" y="4636770"/>
            <a:ext cx="869315" cy="12065"/>
          </a:xfrm>
          <a:custGeom>
            <a:avLst/>
            <a:gdLst/>
            <a:ahLst/>
            <a:cxnLst/>
            <a:rect l="l" t="t" r="r" b="b"/>
            <a:pathLst>
              <a:path w="869314" h="12064">
                <a:moveTo>
                  <a:pt x="0" y="0"/>
                </a:moveTo>
                <a:lnTo>
                  <a:pt x="869315" y="1181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915661" y="4636770"/>
            <a:ext cx="952500" cy="12065"/>
          </a:xfrm>
          <a:custGeom>
            <a:avLst/>
            <a:gdLst/>
            <a:ahLst/>
            <a:cxnLst/>
            <a:rect l="l" t="t" r="r" b="b"/>
            <a:pathLst>
              <a:path w="952500" h="12064">
                <a:moveTo>
                  <a:pt x="0" y="0"/>
                </a:moveTo>
                <a:lnTo>
                  <a:pt x="951991" y="1181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9500235" cy="130111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pc="-40"/>
              <a:t>Implementing</a:t>
            </a:r>
            <a:r>
              <a:rPr dirty="0" spc="-200"/>
              <a:t> </a:t>
            </a:r>
            <a:r>
              <a:rPr dirty="0" spc="-30"/>
              <a:t>functions</a:t>
            </a:r>
            <a:r>
              <a:rPr dirty="0" spc="-195"/>
              <a:t> </a:t>
            </a:r>
            <a:r>
              <a:rPr dirty="0"/>
              <a:t>with</a:t>
            </a:r>
            <a:r>
              <a:rPr dirty="0" spc="-204"/>
              <a:t> </a:t>
            </a:r>
            <a:r>
              <a:rPr dirty="0"/>
              <a:t>only</a:t>
            </a:r>
            <a:r>
              <a:rPr dirty="0" spc="-200"/>
              <a:t> </a:t>
            </a:r>
            <a:r>
              <a:rPr dirty="0"/>
              <a:t>AND</a:t>
            </a:r>
            <a:r>
              <a:rPr dirty="0" spc="-204"/>
              <a:t> </a:t>
            </a:r>
            <a:r>
              <a:rPr dirty="0" spc="-25"/>
              <a:t>and </a:t>
            </a:r>
            <a:r>
              <a:rPr dirty="0" spc="-45"/>
              <a:t>NOT</a:t>
            </a:r>
            <a:r>
              <a:rPr dirty="0" spc="-200"/>
              <a:t> </a:t>
            </a:r>
            <a:r>
              <a:rPr dirty="0" spc="-20"/>
              <a:t>gates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983689"/>
            <a:ext cx="6012180" cy="3521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(A+B’+C)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(A’+B+C)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(A’+C)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(B+C’)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(A+B’+C)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(A’+B+C)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(A’+C)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(B+C’)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(A+B’+C)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(A’+B+C)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(A’+C)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(B+C’)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(A’.B.C’)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(A.B’.C’)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(A.C’)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(B’.C)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F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(A’.B.C’)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(A.B’.C’)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(A.C’)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(B’.C)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725929" y="2769870"/>
            <a:ext cx="4881245" cy="26034"/>
          </a:xfrm>
          <a:custGeom>
            <a:avLst/>
            <a:gdLst/>
            <a:ahLst/>
            <a:cxnLst/>
            <a:rect l="l" t="t" r="r" b="b"/>
            <a:pathLst>
              <a:path w="4881245" h="26035">
                <a:moveTo>
                  <a:pt x="0" y="25780"/>
                </a:moveTo>
                <a:lnTo>
                  <a:pt x="4881118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25929" y="2663189"/>
            <a:ext cx="4881245" cy="26034"/>
          </a:xfrm>
          <a:custGeom>
            <a:avLst/>
            <a:gdLst/>
            <a:ahLst/>
            <a:cxnLst/>
            <a:rect l="l" t="t" r="r" b="b"/>
            <a:pathLst>
              <a:path w="4881245" h="26035">
                <a:moveTo>
                  <a:pt x="0" y="25781"/>
                </a:moveTo>
                <a:lnTo>
                  <a:pt x="4881118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25929" y="3443478"/>
            <a:ext cx="5126355" cy="15240"/>
          </a:xfrm>
          <a:custGeom>
            <a:avLst/>
            <a:gdLst/>
            <a:ahLst/>
            <a:cxnLst/>
            <a:rect l="l" t="t" r="r" b="b"/>
            <a:pathLst>
              <a:path w="5126355" h="15239">
                <a:moveTo>
                  <a:pt x="0" y="14986"/>
                </a:moveTo>
                <a:lnTo>
                  <a:pt x="5125847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725929" y="3580638"/>
            <a:ext cx="1133475" cy="0"/>
          </a:xfrm>
          <a:custGeom>
            <a:avLst/>
            <a:gdLst/>
            <a:ahLst/>
            <a:cxnLst/>
            <a:rect l="l" t="t" r="r" b="b"/>
            <a:pathLst>
              <a:path w="1133475" h="0">
                <a:moveTo>
                  <a:pt x="0" y="0"/>
                </a:moveTo>
                <a:lnTo>
                  <a:pt x="1133347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327653" y="3579114"/>
            <a:ext cx="1133475" cy="0"/>
          </a:xfrm>
          <a:custGeom>
            <a:avLst/>
            <a:gdLst/>
            <a:ahLst/>
            <a:cxnLst/>
            <a:rect l="l" t="t" r="r" b="b"/>
            <a:pathLst>
              <a:path w="1133475" h="0">
                <a:moveTo>
                  <a:pt x="0" y="0"/>
                </a:moveTo>
                <a:lnTo>
                  <a:pt x="1133348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40985" y="3579114"/>
            <a:ext cx="826769" cy="0"/>
          </a:xfrm>
          <a:custGeom>
            <a:avLst/>
            <a:gdLst/>
            <a:ahLst/>
            <a:cxnLst/>
            <a:rect l="l" t="t" r="r" b="b"/>
            <a:pathLst>
              <a:path w="826770" h="0">
                <a:moveTo>
                  <a:pt x="0" y="0"/>
                </a:moveTo>
                <a:lnTo>
                  <a:pt x="826388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040373" y="3579114"/>
            <a:ext cx="811530" cy="0"/>
          </a:xfrm>
          <a:custGeom>
            <a:avLst/>
            <a:gdLst/>
            <a:ahLst/>
            <a:cxnLst/>
            <a:rect l="l" t="t" r="r" b="b"/>
            <a:pathLst>
              <a:path w="811529" h="0">
                <a:moveTo>
                  <a:pt x="0" y="0"/>
                </a:moveTo>
                <a:lnTo>
                  <a:pt x="811402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25929" y="4307585"/>
            <a:ext cx="4720590" cy="15240"/>
          </a:xfrm>
          <a:custGeom>
            <a:avLst/>
            <a:gdLst/>
            <a:ahLst/>
            <a:cxnLst/>
            <a:rect l="l" t="t" r="r" b="b"/>
            <a:pathLst>
              <a:path w="4720590" h="15239">
                <a:moveTo>
                  <a:pt x="0" y="14986"/>
                </a:moveTo>
                <a:lnTo>
                  <a:pt x="4720082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34489" y="5086350"/>
            <a:ext cx="1133475" cy="0"/>
          </a:xfrm>
          <a:custGeom>
            <a:avLst/>
            <a:gdLst/>
            <a:ahLst/>
            <a:cxnLst/>
            <a:rect l="l" t="t" r="r" b="b"/>
            <a:pathLst>
              <a:path w="1133475" h="0">
                <a:moveTo>
                  <a:pt x="0" y="0"/>
                </a:moveTo>
                <a:lnTo>
                  <a:pt x="1133348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033522" y="5086350"/>
            <a:ext cx="1133475" cy="0"/>
          </a:xfrm>
          <a:custGeom>
            <a:avLst/>
            <a:gdLst/>
            <a:ahLst/>
            <a:cxnLst/>
            <a:rect l="l" t="t" r="r" b="b"/>
            <a:pathLst>
              <a:path w="1133475" h="0">
                <a:moveTo>
                  <a:pt x="0" y="0"/>
                </a:moveTo>
                <a:lnTo>
                  <a:pt x="1133348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461509" y="5086350"/>
            <a:ext cx="793115" cy="0"/>
          </a:xfrm>
          <a:custGeom>
            <a:avLst/>
            <a:gdLst/>
            <a:ahLst/>
            <a:cxnLst/>
            <a:rect l="l" t="t" r="r" b="b"/>
            <a:pathLst>
              <a:path w="793114" h="0">
                <a:moveTo>
                  <a:pt x="0" y="0"/>
                </a:moveTo>
                <a:lnTo>
                  <a:pt x="793114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499353" y="5086350"/>
            <a:ext cx="734060" cy="0"/>
          </a:xfrm>
          <a:custGeom>
            <a:avLst/>
            <a:gdLst/>
            <a:ahLst/>
            <a:cxnLst/>
            <a:rect l="l" t="t" r="r" b="b"/>
            <a:pathLst>
              <a:path w="734060" h="0">
                <a:moveTo>
                  <a:pt x="0" y="0"/>
                </a:moveTo>
                <a:lnTo>
                  <a:pt x="734060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37769"/>
            <a:ext cx="7105015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 sz="3600" spc="-45"/>
              <a:t>Implementation</a:t>
            </a:r>
            <a:r>
              <a:rPr dirty="0" sz="3600" spc="-160"/>
              <a:t> </a:t>
            </a:r>
            <a:r>
              <a:rPr dirty="0" sz="3600" spc="-10"/>
              <a:t>using</a:t>
            </a:r>
            <a:r>
              <a:rPr dirty="0" sz="3600" spc="-175"/>
              <a:t> </a:t>
            </a:r>
            <a:r>
              <a:rPr dirty="0" sz="3600"/>
              <a:t>only</a:t>
            </a:r>
            <a:r>
              <a:rPr dirty="0" sz="3600" spc="-155"/>
              <a:t> </a:t>
            </a:r>
            <a:r>
              <a:rPr dirty="0" sz="3600" spc="-20"/>
              <a:t>NAND</a:t>
            </a:r>
            <a:r>
              <a:rPr dirty="0" sz="3600" spc="-160"/>
              <a:t> </a:t>
            </a:r>
            <a:r>
              <a:rPr dirty="0" sz="3600" spc="-10"/>
              <a:t>Gate: </a:t>
            </a:r>
            <a:r>
              <a:rPr dirty="0" sz="3600"/>
              <a:t>F=(AB</a:t>
            </a:r>
            <a:r>
              <a:rPr dirty="0" sz="3600" spc="-85"/>
              <a:t> </a:t>
            </a:r>
            <a:r>
              <a:rPr dirty="0" sz="3600"/>
              <a:t>+</a:t>
            </a:r>
            <a:r>
              <a:rPr dirty="0" sz="3600" spc="-35"/>
              <a:t> </a:t>
            </a:r>
            <a:r>
              <a:rPr dirty="0" sz="3600"/>
              <a:t>C’)D</a:t>
            </a:r>
            <a:r>
              <a:rPr dirty="0" sz="3600" spc="-80"/>
              <a:t> </a:t>
            </a:r>
            <a:r>
              <a:rPr dirty="0" sz="3600"/>
              <a:t>+</a:t>
            </a:r>
            <a:r>
              <a:rPr dirty="0" sz="3600" spc="-50"/>
              <a:t> </a:t>
            </a:r>
            <a:r>
              <a:rPr dirty="0" sz="3600" spc="-25"/>
              <a:t>EF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036" y="3854128"/>
            <a:ext cx="8076139" cy="2708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4104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Example</a:t>
            </a:r>
            <a:r>
              <a:rPr dirty="0" spc="-160"/>
              <a:t> </a:t>
            </a:r>
            <a:r>
              <a:rPr dirty="0"/>
              <a:t>2:</a:t>
            </a:r>
            <a:r>
              <a:rPr dirty="0" spc="-55"/>
              <a:t> </a:t>
            </a:r>
            <a:r>
              <a:rPr dirty="0"/>
              <a:t>F</a:t>
            </a:r>
            <a:r>
              <a:rPr dirty="0" spc="-55"/>
              <a:t> </a:t>
            </a:r>
            <a:r>
              <a:rPr dirty="0"/>
              <a:t>=</a:t>
            </a:r>
            <a:r>
              <a:rPr dirty="0" spc="-75"/>
              <a:t> </a:t>
            </a:r>
            <a:r>
              <a:rPr dirty="0"/>
              <a:t>(A’+B’)C</a:t>
            </a:r>
            <a:r>
              <a:rPr dirty="0" spc="-95"/>
              <a:t> </a:t>
            </a:r>
            <a:r>
              <a:rPr dirty="0"/>
              <a:t>+</a:t>
            </a:r>
            <a:r>
              <a:rPr dirty="0" spc="-60"/>
              <a:t> </a:t>
            </a:r>
            <a:r>
              <a:rPr dirty="0" spc="-10"/>
              <a:t>(D’+E’)F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798" y="2347013"/>
            <a:ext cx="5532453" cy="27401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73761"/>
            <a:ext cx="7768590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50"/>
              <a:t>Implementation</a:t>
            </a:r>
            <a:r>
              <a:rPr dirty="0" sz="4000" spc="-170"/>
              <a:t> </a:t>
            </a:r>
            <a:r>
              <a:rPr dirty="0" sz="4000" spc="-10"/>
              <a:t>using</a:t>
            </a:r>
            <a:r>
              <a:rPr dirty="0" sz="4000" spc="-175"/>
              <a:t> </a:t>
            </a:r>
            <a:r>
              <a:rPr dirty="0" sz="4000"/>
              <a:t>only</a:t>
            </a:r>
            <a:r>
              <a:rPr dirty="0" sz="4000" spc="-170"/>
              <a:t> </a:t>
            </a:r>
            <a:r>
              <a:rPr dirty="0" sz="4000"/>
              <a:t>NOR</a:t>
            </a:r>
            <a:r>
              <a:rPr dirty="0" sz="4000" spc="-170"/>
              <a:t> </a:t>
            </a:r>
            <a:r>
              <a:rPr dirty="0" sz="4000" spc="-10"/>
              <a:t>Gates: </a:t>
            </a:r>
            <a:r>
              <a:rPr dirty="0" sz="4000"/>
              <a:t>F</a:t>
            </a:r>
            <a:r>
              <a:rPr dirty="0" sz="4000" spc="-70"/>
              <a:t> </a:t>
            </a:r>
            <a:r>
              <a:rPr dirty="0" sz="4000"/>
              <a:t>=</a:t>
            </a:r>
            <a:r>
              <a:rPr dirty="0" sz="4000" spc="-85"/>
              <a:t> </a:t>
            </a:r>
            <a:r>
              <a:rPr dirty="0" sz="4000"/>
              <a:t>((A+B)C’+</a:t>
            </a:r>
            <a:r>
              <a:rPr dirty="0" sz="4000" spc="-114"/>
              <a:t> </a:t>
            </a:r>
            <a:r>
              <a:rPr dirty="0" sz="4000"/>
              <a:t>D)</a:t>
            </a:r>
            <a:r>
              <a:rPr dirty="0" sz="4000" spc="-55"/>
              <a:t> </a:t>
            </a:r>
            <a:r>
              <a:rPr dirty="0" sz="4000" spc="-10"/>
              <a:t>(E+F)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402" y="2577485"/>
            <a:ext cx="5555213" cy="26894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485902"/>
            <a:ext cx="453898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0"/>
              <a:t>Combinational</a:t>
            </a:r>
            <a:r>
              <a:rPr dirty="0" sz="4000" spc="-130"/>
              <a:t> </a:t>
            </a:r>
            <a:r>
              <a:rPr dirty="0" sz="4000" spc="-10"/>
              <a:t>Circuits</a:t>
            </a:r>
            <a:endParaRPr sz="4000"/>
          </a:p>
        </p:txBody>
      </p:sp>
      <p:sp>
        <p:nvSpPr>
          <p:cNvPr id="5" name="object 5" descr=""/>
          <p:cNvSpPr txBox="1"/>
          <p:nvPr/>
        </p:nvSpPr>
        <p:spPr>
          <a:xfrm>
            <a:off x="904239" y="1146150"/>
            <a:ext cx="9121775" cy="232854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52729" indent="-227329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52729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combinational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logic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circuit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has:</a:t>
            </a:r>
            <a:endParaRPr sz="2800">
              <a:latin typeface="Calibri"/>
              <a:cs typeface="Calibri"/>
            </a:endParaRPr>
          </a:p>
          <a:p>
            <a:pPr lvl="1" marL="7099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70993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m</a:t>
            </a:r>
            <a:r>
              <a:rPr dirty="0" sz="2400" spc="-30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Boolean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inputs,</a:t>
            </a:r>
            <a:endParaRPr sz="2400">
              <a:latin typeface="Calibri"/>
              <a:cs typeface="Calibri"/>
            </a:endParaRPr>
          </a:p>
          <a:p>
            <a:pPr lvl="1" marL="7099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0993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i="1">
                <a:latin typeface="Calibri"/>
                <a:cs typeface="Calibri"/>
              </a:rPr>
              <a:t>n</a:t>
            </a:r>
            <a:r>
              <a:rPr dirty="0" sz="2400" spc="-2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Boolean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outputs,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lvl="1" marL="709930" marR="17780" indent="-227329">
              <a:lnSpc>
                <a:spcPct val="90100"/>
              </a:lnSpc>
              <a:spcBef>
                <a:spcPts val="490"/>
              </a:spcBef>
              <a:buFont typeface="Arial MT"/>
              <a:buChar char="•"/>
              <a:tabLst>
                <a:tab pos="711200" algn="l"/>
              </a:tabLst>
            </a:pPr>
            <a:r>
              <a:rPr dirty="0" sz="2400" i="1">
                <a:latin typeface="Calibri"/>
                <a:cs typeface="Calibri"/>
              </a:rPr>
              <a:t>n</a:t>
            </a:r>
            <a:r>
              <a:rPr dirty="0" sz="2400" spc="-35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switching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functions,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mapping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r>
              <a:rPr dirty="0" baseline="24305" sz="2400" i="1">
                <a:latin typeface="Calibri"/>
                <a:cs typeface="Calibri"/>
              </a:rPr>
              <a:t>m</a:t>
            </a:r>
            <a:r>
              <a:rPr dirty="0" baseline="24305" sz="2400" spc="217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combinations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output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current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output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depends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current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input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16939" y="3530930"/>
            <a:ext cx="2666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block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diagram: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187696" y="3896867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5"/>
                </a:moveTo>
                <a:lnTo>
                  <a:pt x="958595" y="76199"/>
                </a:lnTo>
              </a:path>
              <a:path w="958850" h="149860">
                <a:moveTo>
                  <a:pt x="958595" y="74675"/>
                </a:moveTo>
                <a:lnTo>
                  <a:pt x="702563" y="0"/>
                </a:lnTo>
              </a:path>
              <a:path w="958850" h="149860">
                <a:moveTo>
                  <a:pt x="896112" y="74675"/>
                </a:moveTo>
                <a:lnTo>
                  <a:pt x="702563" y="149351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187696" y="4143755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6"/>
                </a:moveTo>
                <a:lnTo>
                  <a:pt x="958595" y="77724"/>
                </a:lnTo>
              </a:path>
              <a:path w="958850" h="149860">
                <a:moveTo>
                  <a:pt x="958595" y="74676"/>
                </a:moveTo>
                <a:lnTo>
                  <a:pt x="702563" y="0"/>
                </a:lnTo>
              </a:path>
              <a:path w="958850" h="149860">
                <a:moveTo>
                  <a:pt x="896112" y="74676"/>
                </a:moveTo>
                <a:lnTo>
                  <a:pt x="702563" y="149352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187696" y="5629655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6"/>
                </a:moveTo>
                <a:lnTo>
                  <a:pt x="958595" y="77724"/>
                </a:lnTo>
              </a:path>
              <a:path w="958850" h="149860">
                <a:moveTo>
                  <a:pt x="958595" y="74676"/>
                </a:moveTo>
                <a:lnTo>
                  <a:pt x="702563" y="0"/>
                </a:lnTo>
              </a:path>
              <a:path w="958850" h="149860">
                <a:moveTo>
                  <a:pt x="896112" y="74676"/>
                </a:moveTo>
                <a:lnTo>
                  <a:pt x="702563" y="149352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171431" y="3921252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5"/>
                </a:moveTo>
                <a:lnTo>
                  <a:pt x="958596" y="76200"/>
                </a:lnTo>
              </a:path>
              <a:path w="958850" h="149860">
                <a:moveTo>
                  <a:pt x="958596" y="74675"/>
                </a:moveTo>
                <a:lnTo>
                  <a:pt x="702564" y="0"/>
                </a:lnTo>
              </a:path>
              <a:path w="958850" h="149860">
                <a:moveTo>
                  <a:pt x="896112" y="74675"/>
                </a:moveTo>
                <a:lnTo>
                  <a:pt x="702564" y="149352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171431" y="4168140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6"/>
                </a:moveTo>
                <a:lnTo>
                  <a:pt x="958596" y="76200"/>
                </a:lnTo>
              </a:path>
              <a:path w="958850" h="149860">
                <a:moveTo>
                  <a:pt x="958596" y="74676"/>
                </a:moveTo>
                <a:lnTo>
                  <a:pt x="702564" y="0"/>
                </a:lnTo>
              </a:path>
              <a:path w="958850" h="149860">
                <a:moveTo>
                  <a:pt x="896112" y="74676"/>
                </a:moveTo>
                <a:lnTo>
                  <a:pt x="702564" y="149352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9171431" y="5654040"/>
            <a:ext cx="958850" cy="149860"/>
          </a:xfrm>
          <a:custGeom>
            <a:avLst/>
            <a:gdLst/>
            <a:ahLst/>
            <a:cxnLst/>
            <a:rect l="l" t="t" r="r" b="b"/>
            <a:pathLst>
              <a:path w="958850" h="149860">
                <a:moveTo>
                  <a:pt x="0" y="74676"/>
                </a:moveTo>
                <a:lnTo>
                  <a:pt x="958596" y="76200"/>
                </a:lnTo>
              </a:path>
              <a:path w="958850" h="149860">
                <a:moveTo>
                  <a:pt x="958596" y="74676"/>
                </a:moveTo>
                <a:lnTo>
                  <a:pt x="702564" y="0"/>
                </a:lnTo>
              </a:path>
              <a:path w="958850" h="149860">
                <a:moveTo>
                  <a:pt x="896112" y="74676"/>
                </a:moveTo>
                <a:lnTo>
                  <a:pt x="702564" y="149352"/>
                </a:lnTo>
              </a:path>
            </a:pathLst>
          </a:custGeom>
          <a:ln w="3048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729734" y="6123838"/>
            <a:ext cx="21177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045" algn="l"/>
              </a:tabLst>
            </a:pPr>
            <a:r>
              <a:rPr dirty="0" sz="1900" spc="-50" b="1" i="1">
                <a:latin typeface="Arial"/>
                <a:cs typeface="Arial"/>
              </a:rPr>
              <a:t>m</a:t>
            </a:r>
            <a:r>
              <a:rPr dirty="0" sz="1900" b="1" i="1">
                <a:latin typeface="Arial"/>
                <a:cs typeface="Arial"/>
              </a:rPr>
              <a:t>	</a:t>
            </a:r>
            <a:r>
              <a:rPr dirty="0" sz="1900" b="1">
                <a:latin typeface="Arial"/>
                <a:cs typeface="Arial"/>
              </a:rPr>
              <a:t>Boolean</a:t>
            </a:r>
            <a:r>
              <a:rPr dirty="0" sz="1900" spc="-6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Inputs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565006" y="6198209"/>
            <a:ext cx="218503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b="1" i="1">
                <a:latin typeface="Arial"/>
                <a:cs typeface="Arial"/>
              </a:rPr>
              <a:t>n</a:t>
            </a:r>
            <a:r>
              <a:rPr dirty="0" sz="1900" spc="-40" b="1" i="1">
                <a:latin typeface="Arial"/>
                <a:cs typeface="Arial"/>
              </a:rPr>
              <a:t> </a:t>
            </a:r>
            <a:r>
              <a:rPr dirty="0" sz="1900" b="1">
                <a:latin typeface="Arial"/>
                <a:cs typeface="Arial"/>
              </a:rPr>
              <a:t>Boolean</a:t>
            </a:r>
            <a:r>
              <a:rPr dirty="0" sz="1900" spc="-3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Outputs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46291" y="3822191"/>
            <a:ext cx="2984500" cy="2121535"/>
          </a:xfrm>
          <a:prstGeom prst="rect">
            <a:avLst/>
          </a:prstGeom>
          <a:ln w="30480">
            <a:solidFill>
              <a:srgbClr val="000000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marL="703580" marR="478155">
              <a:lnSpc>
                <a:spcPct val="121600"/>
              </a:lnSpc>
              <a:spcBef>
                <a:spcPts val="1880"/>
              </a:spcBef>
            </a:pPr>
            <a:r>
              <a:rPr dirty="0" sz="2100" spc="-10" b="1">
                <a:latin typeface="Arial"/>
                <a:cs typeface="Arial"/>
              </a:rPr>
              <a:t>Combinatorial Logic</a:t>
            </a:r>
            <a:endParaRPr sz="2100">
              <a:latin typeface="Arial"/>
              <a:cs typeface="Arial"/>
            </a:endParaRPr>
          </a:p>
          <a:p>
            <a:pPr marL="703580">
              <a:lnSpc>
                <a:spcPct val="100000"/>
              </a:lnSpc>
              <a:spcBef>
                <a:spcPts val="445"/>
              </a:spcBef>
            </a:pPr>
            <a:r>
              <a:rPr dirty="0" sz="2100" spc="-10" b="1">
                <a:latin typeface="Arial"/>
                <a:cs typeface="Arial"/>
              </a:rPr>
              <a:t>Circuit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716" y="4489703"/>
            <a:ext cx="114300" cy="1143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716" y="4910328"/>
            <a:ext cx="114300" cy="1143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716" y="5329428"/>
            <a:ext cx="114300" cy="1143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59" y="4489703"/>
            <a:ext cx="114300" cy="11430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59" y="4910328"/>
            <a:ext cx="114300" cy="1143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59" y="5329428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Combinational</a:t>
            </a:r>
            <a:r>
              <a:rPr dirty="0" spc="-165"/>
              <a:t> </a:t>
            </a:r>
            <a:r>
              <a:rPr dirty="0" spc="-10"/>
              <a:t>Circuits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69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/>
              <a:t>Analysis</a:t>
            </a:r>
          </a:p>
          <a:p>
            <a:pPr lvl="1" marL="697230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Given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circuit,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4471C4"/>
                </a:solidFill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expressed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000">
                <a:latin typeface="Calibri"/>
                <a:cs typeface="Calibri"/>
              </a:rPr>
              <a:t>Boolean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000" spc="-20">
                <a:latin typeface="Calibri"/>
                <a:cs typeface="Calibri"/>
              </a:rPr>
              <a:t>Truth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/>
              <a:t>Design</a:t>
            </a:r>
          </a:p>
          <a:p>
            <a:pPr lvl="1" marL="697230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Given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desired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function,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determine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4471C4"/>
                </a:solidFill>
                <a:latin typeface="Calibri"/>
                <a:cs typeface="Calibri"/>
              </a:rPr>
              <a:t>circuit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Function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expressed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000">
                <a:latin typeface="Calibri"/>
                <a:cs typeface="Calibri"/>
              </a:rPr>
              <a:t>Boolean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lvl="2" marL="1155700" indent="-2286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000" spc="-10">
                <a:latin typeface="Calibri"/>
                <a:cs typeface="Calibri"/>
              </a:rPr>
              <a:t>Truth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738744" y="873125"/>
            <a:ext cx="2658110" cy="2571750"/>
            <a:chOff x="7738744" y="873125"/>
            <a:chExt cx="2658110" cy="2571750"/>
          </a:xfrm>
        </p:grpSpPr>
        <p:sp>
          <p:nvSpPr>
            <p:cNvPr id="5" name="object 5" descr=""/>
            <p:cNvSpPr/>
            <p:nvPr/>
          </p:nvSpPr>
          <p:spPr>
            <a:xfrm>
              <a:off x="7753349" y="887729"/>
              <a:ext cx="2628900" cy="2542540"/>
            </a:xfrm>
            <a:custGeom>
              <a:avLst/>
              <a:gdLst/>
              <a:ahLst/>
              <a:cxnLst/>
              <a:rect l="l" t="t" r="r" b="b"/>
              <a:pathLst>
                <a:path w="2628900" h="2542540">
                  <a:moveTo>
                    <a:pt x="0" y="423672"/>
                  </a:moveTo>
                  <a:lnTo>
                    <a:pt x="2851" y="374272"/>
                  </a:lnTo>
                  <a:lnTo>
                    <a:pt x="11192" y="326544"/>
                  </a:lnTo>
                  <a:lnTo>
                    <a:pt x="24705" y="280806"/>
                  </a:lnTo>
                  <a:lnTo>
                    <a:pt x="43071" y="237375"/>
                  </a:lnTo>
                  <a:lnTo>
                    <a:pt x="65973" y="196570"/>
                  </a:lnTo>
                  <a:lnTo>
                    <a:pt x="93092" y="158709"/>
                  </a:lnTo>
                  <a:lnTo>
                    <a:pt x="124110" y="124110"/>
                  </a:lnTo>
                  <a:lnTo>
                    <a:pt x="158709" y="93092"/>
                  </a:lnTo>
                  <a:lnTo>
                    <a:pt x="196570" y="65973"/>
                  </a:lnTo>
                  <a:lnTo>
                    <a:pt x="237375" y="43071"/>
                  </a:lnTo>
                  <a:lnTo>
                    <a:pt x="280806" y="24705"/>
                  </a:lnTo>
                  <a:lnTo>
                    <a:pt x="326544" y="11192"/>
                  </a:lnTo>
                  <a:lnTo>
                    <a:pt x="374272" y="2851"/>
                  </a:lnTo>
                  <a:lnTo>
                    <a:pt x="423672" y="0"/>
                  </a:lnTo>
                  <a:lnTo>
                    <a:pt x="2205228" y="0"/>
                  </a:lnTo>
                  <a:lnTo>
                    <a:pt x="2254627" y="2851"/>
                  </a:lnTo>
                  <a:lnTo>
                    <a:pt x="2302355" y="11192"/>
                  </a:lnTo>
                  <a:lnTo>
                    <a:pt x="2348093" y="24705"/>
                  </a:lnTo>
                  <a:lnTo>
                    <a:pt x="2391524" y="43071"/>
                  </a:lnTo>
                  <a:lnTo>
                    <a:pt x="2432329" y="65973"/>
                  </a:lnTo>
                  <a:lnTo>
                    <a:pt x="2470190" y="93092"/>
                  </a:lnTo>
                  <a:lnTo>
                    <a:pt x="2504789" y="124110"/>
                  </a:lnTo>
                  <a:lnTo>
                    <a:pt x="2535807" y="158709"/>
                  </a:lnTo>
                  <a:lnTo>
                    <a:pt x="2562926" y="196570"/>
                  </a:lnTo>
                  <a:lnTo>
                    <a:pt x="2585828" y="237375"/>
                  </a:lnTo>
                  <a:lnTo>
                    <a:pt x="2604194" y="280806"/>
                  </a:lnTo>
                  <a:lnTo>
                    <a:pt x="2617707" y="326544"/>
                  </a:lnTo>
                  <a:lnTo>
                    <a:pt x="2626048" y="374272"/>
                  </a:lnTo>
                  <a:lnTo>
                    <a:pt x="2628900" y="423672"/>
                  </a:lnTo>
                  <a:lnTo>
                    <a:pt x="2628900" y="2118360"/>
                  </a:lnTo>
                  <a:lnTo>
                    <a:pt x="2626048" y="2167759"/>
                  </a:lnTo>
                  <a:lnTo>
                    <a:pt x="2617707" y="2215487"/>
                  </a:lnTo>
                  <a:lnTo>
                    <a:pt x="2604194" y="2261225"/>
                  </a:lnTo>
                  <a:lnTo>
                    <a:pt x="2585828" y="2304656"/>
                  </a:lnTo>
                  <a:lnTo>
                    <a:pt x="2562926" y="2345461"/>
                  </a:lnTo>
                  <a:lnTo>
                    <a:pt x="2535807" y="2383322"/>
                  </a:lnTo>
                  <a:lnTo>
                    <a:pt x="2504789" y="2417921"/>
                  </a:lnTo>
                  <a:lnTo>
                    <a:pt x="2470190" y="2448939"/>
                  </a:lnTo>
                  <a:lnTo>
                    <a:pt x="2432329" y="2476058"/>
                  </a:lnTo>
                  <a:lnTo>
                    <a:pt x="2391524" y="2498960"/>
                  </a:lnTo>
                  <a:lnTo>
                    <a:pt x="2348093" y="2517326"/>
                  </a:lnTo>
                  <a:lnTo>
                    <a:pt x="2302355" y="2530839"/>
                  </a:lnTo>
                  <a:lnTo>
                    <a:pt x="2254627" y="2539180"/>
                  </a:lnTo>
                  <a:lnTo>
                    <a:pt x="2205228" y="2542032"/>
                  </a:lnTo>
                  <a:lnTo>
                    <a:pt x="423672" y="2542032"/>
                  </a:lnTo>
                  <a:lnTo>
                    <a:pt x="374272" y="2539180"/>
                  </a:lnTo>
                  <a:lnTo>
                    <a:pt x="326544" y="2530839"/>
                  </a:lnTo>
                  <a:lnTo>
                    <a:pt x="280806" y="2517326"/>
                  </a:lnTo>
                  <a:lnTo>
                    <a:pt x="237375" y="2498960"/>
                  </a:lnTo>
                  <a:lnTo>
                    <a:pt x="196570" y="2476058"/>
                  </a:lnTo>
                  <a:lnTo>
                    <a:pt x="158709" y="2448939"/>
                  </a:lnTo>
                  <a:lnTo>
                    <a:pt x="124110" y="2417921"/>
                  </a:lnTo>
                  <a:lnTo>
                    <a:pt x="93092" y="2383322"/>
                  </a:lnTo>
                  <a:lnTo>
                    <a:pt x="65973" y="2345461"/>
                  </a:lnTo>
                  <a:lnTo>
                    <a:pt x="43071" y="2304656"/>
                  </a:lnTo>
                  <a:lnTo>
                    <a:pt x="24705" y="2261225"/>
                  </a:lnTo>
                  <a:lnTo>
                    <a:pt x="11192" y="2215487"/>
                  </a:lnTo>
                  <a:lnTo>
                    <a:pt x="2851" y="2167759"/>
                  </a:lnTo>
                  <a:lnTo>
                    <a:pt x="0" y="2118360"/>
                  </a:lnTo>
                  <a:lnTo>
                    <a:pt x="0" y="423672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39061" y="1202570"/>
              <a:ext cx="319405" cy="139065"/>
            </a:xfrm>
            <a:custGeom>
              <a:avLst/>
              <a:gdLst/>
              <a:ahLst/>
              <a:cxnLst/>
              <a:rect l="l" t="t" r="r" b="b"/>
              <a:pathLst>
                <a:path w="319404" h="139065">
                  <a:moveTo>
                    <a:pt x="0" y="0"/>
                  </a:moveTo>
                  <a:lnTo>
                    <a:pt x="159455" y="0"/>
                  </a:lnTo>
                </a:path>
                <a:path w="319404" h="139065">
                  <a:moveTo>
                    <a:pt x="0" y="69486"/>
                  </a:moveTo>
                  <a:lnTo>
                    <a:pt x="159455" y="69486"/>
                  </a:lnTo>
                </a:path>
                <a:path w="319404" h="139065">
                  <a:moveTo>
                    <a:pt x="0" y="138972"/>
                  </a:moveTo>
                  <a:lnTo>
                    <a:pt x="159455" y="138972"/>
                  </a:lnTo>
                </a:path>
                <a:path w="319404" h="139065">
                  <a:moveTo>
                    <a:pt x="318911" y="69486"/>
                  </a:moveTo>
                  <a:lnTo>
                    <a:pt x="159455" y="69486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94872" y="1133084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3" y="45079"/>
                  </a:lnTo>
                  <a:lnTo>
                    <a:pt x="25669" y="91685"/>
                  </a:lnTo>
                  <a:lnTo>
                    <a:pt x="28878" y="139053"/>
                  </a:lnTo>
                  <a:lnTo>
                    <a:pt x="25669" y="186422"/>
                  </a:lnTo>
                  <a:lnTo>
                    <a:pt x="16043" y="233028"/>
                  </a:lnTo>
                  <a:lnTo>
                    <a:pt x="0" y="278107"/>
                  </a:lnTo>
                  <a:lnTo>
                    <a:pt x="62186" y="278107"/>
                  </a:lnTo>
                  <a:lnTo>
                    <a:pt x="109387" y="258000"/>
                  </a:lnTo>
                  <a:lnTo>
                    <a:pt x="150350" y="227117"/>
                  </a:lnTo>
                  <a:lnTo>
                    <a:pt x="183507" y="186945"/>
                  </a:lnTo>
                  <a:lnTo>
                    <a:pt x="207247" y="139053"/>
                  </a:lnTo>
                  <a:lnTo>
                    <a:pt x="183711" y="90794"/>
                  </a:lnTo>
                  <a:lnTo>
                    <a:pt x="150593" y="50540"/>
                  </a:lnTo>
                  <a:lnTo>
                    <a:pt x="109547" y="19760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994872" y="1133084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207288" y="138972"/>
                  </a:moveTo>
                  <a:lnTo>
                    <a:pt x="183507" y="186945"/>
                  </a:lnTo>
                  <a:lnTo>
                    <a:pt x="150350" y="227117"/>
                  </a:lnTo>
                  <a:lnTo>
                    <a:pt x="109387" y="258000"/>
                  </a:lnTo>
                  <a:lnTo>
                    <a:pt x="62186" y="278107"/>
                  </a:lnTo>
                  <a:lnTo>
                    <a:pt x="0" y="278107"/>
                  </a:lnTo>
                  <a:lnTo>
                    <a:pt x="16043" y="233028"/>
                  </a:lnTo>
                  <a:lnTo>
                    <a:pt x="25669" y="186422"/>
                  </a:lnTo>
                  <a:lnTo>
                    <a:pt x="28878" y="139053"/>
                  </a:lnTo>
                  <a:lnTo>
                    <a:pt x="25669" y="91685"/>
                  </a:lnTo>
                  <a:lnTo>
                    <a:pt x="16043" y="45079"/>
                  </a:lnTo>
                  <a:lnTo>
                    <a:pt x="0" y="0"/>
                  </a:lnTo>
                  <a:lnTo>
                    <a:pt x="62186" y="0"/>
                  </a:lnTo>
                  <a:lnTo>
                    <a:pt x="109547" y="19760"/>
                  </a:lnTo>
                  <a:lnTo>
                    <a:pt x="150593" y="50540"/>
                  </a:lnTo>
                  <a:lnTo>
                    <a:pt x="183711" y="90794"/>
                  </a:lnTo>
                  <a:lnTo>
                    <a:pt x="207288" y="138972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994872" y="1133084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0"/>
                  </a:moveTo>
                  <a:lnTo>
                    <a:pt x="0" y="0"/>
                  </a:lnTo>
                  <a:lnTo>
                    <a:pt x="0" y="278107"/>
                  </a:lnTo>
                  <a:lnTo>
                    <a:pt x="127560" y="278107"/>
                  </a:lnTo>
                  <a:lnTo>
                    <a:pt x="158595" y="267173"/>
                  </a:lnTo>
                  <a:lnTo>
                    <a:pt x="183938" y="237356"/>
                  </a:lnTo>
                  <a:lnTo>
                    <a:pt x="201023" y="193130"/>
                  </a:lnTo>
                  <a:lnTo>
                    <a:pt x="207288" y="138972"/>
                  </a:lnTo>
                  <a:lnTo>
                    <a:pt x="201023" y="84839"/>
                  </a:lnTo>
                  <a:lnTo>
                    <a:pt x="183938" y="40669"/>
                  </a:lnTo>
                  <a:lnTo>
                    <a:pt x="158595" y="10908"/>
                  </a:lnTo>
                  <a:lnTo>
                    <a:pt x="127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39061" y="1133084"/>
              <a:ext cx="319405" cy="718820"/>
            </a:xfrm>
            <a:custGeom>
              <a:avLst/>
              <a:gdLst/>
              <a:ahLst/>
              <a:cxnLst/>
              <a:rect l="l" t="t" r="r" b="b"/>
              <a:pathLst>
                <a:path w="319404" h="718819">
                  <a:moveTo>
                    <a:pt x="183371" y="278107"/>
                  </a:moveTo>
                  <a:lnTo>
                    <a:pt x="55811" y="278107"/>
                  </a:lnTo>
                  <a:lnTo>
                    <a:pt x="55811" y="0"/>
                  </a:lnTo>
                  <a:lnTo>
                    <a:pt x="183371" y="0"/>
                  </a:lnTo>
                  <a:lnTo>
                    <a:pt x="214406" y="10908"/>
                  </a:lnTo>
                  <a:lnTo>
                    <a:pt x="239749" y="40669"/>
                  </a:lnTo>
                  <a:lnTo>
                    <a:pt x="256834" y="84839"/>
                  </a:lnTo>
                  <a:lnTo>
                    <a:pt x="263099" y="138972"/>
                  </a:lnTo>
                  <a:lnTo>
                    <a:pt x="256834" y="193130"/>
                  </a:lnTo>
                  <a:lnTo>
                    <a:pt x="239749" y="237356"/>
                  </a:lnTo>
                  <a:lnTo>
                    <a:pt x="214407" y="267173"/>
                  </a:lnTo>
                  <a:lnTo>
                    <a:pt x="183371" y="278107"/>
                  </a:lnTo>
                  <a:close/>
                </a:path>
                <a:path w="319404" h="718819">
                  <a:moveTo>
                    <a:pt x="0" y="579268"/>
                  </a:moveTo>
                  <a:lnTo>
                    <a:pt x="159455" y="579268"/>
                  </a:lnTo>
                </a:path>
                <a:path w="319404" h="718819">
                  <a:moveTo>
                    <a:pt x="0" y="648787"/>
                  </a:moveTo>
                  <a:lnTo>
                    <a:pt x="159455" y="648787"/>
                  </a:lnTo>
                </a:path>
                <a:path w="319404" h="718819">
                  <a:moveTo>
                    <a:pt x="0" y="718305"/>
                  </a:moveTo>
                  <a:lnTo>
                    <a:pt x="159455" y="718305"/>
                  </a:lnTo>
                </a:path>
                <a:path w="319404" h="718819">
                  <a:moveTo>
                    <a:pt x="318911" y="648787"/>
                  </a:moveTo>
                  <a:lnTo>
                    <a:pt x="159455" y="648787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94873" y="1642833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3" y="45077"/>
                  </a:lnTo>
                  <a:lnTo>
                    <a:pt x="25669" y="91676"/>
                  </a:lnTo>
                  <a:lnTo>
                    <a:pt x="28877" y="139053"/>
                  </a:lnTo>
                  <a:lnTo>
                    <a:pt x="25669" y="186398"/>
                  </a:lnTo>
                  <a:lnTo>
                    <a:pt x="16043" y="232997"/>
                  </a:lnTo>
                  <a:lnTo>
                    <a:pt x="0" y="278074"/>
                  </a:lnTo>
                  <a:lnTo>
                    <a:pt x="62186" y="278074"/>
                  </a:lnTo>
                  <a:lnTo>
                    <a:pt x="109387" y="258022"/>
                  </a:lnTo>
                  <a:lnTo>
                    <a:pt x="150350" y="227166"/>
                  </a:lnTo>
                  <a:lnTo>
                    <a:pt x="183507" y="187009"/>
                  </a:lnTo>
                  <a:lnTo>
                    <a:pt x="207288" y="139053"/>
                  </a:lnTo>
                  <a:lnTo>
                    <a:pt x="183711" y="90897"/>
                  </a:lnTo>
                  <a:lnTo>
                    <a:pt x="150593" y="50636"/>
                  </a:lnTo>
                  <a:lnTo>
                    <a:pt x="109547" y="19821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39061" y="1642833"/>
              <a:ext cx="319405" cy="672465"/>
            </a:xfrm>
            <a:custGeom>
              <a:avLst/>
              <a:gdLst/>
              <a:ahLst/>
              <a:cxnLst/>
              <a:rect l="l" t="t" r="r" b="b"/>
              <a:pathLst>
                <a:path w="319404" h="672464">
                  <a:moveTo>
                    <a:pt x="263099" y="139053"/>
                  </a:moveTo>
                  <a:lnTo>
                    <a:pt x="239318" y="187009"/>
                  </a:lnTo>
                  <a:lnTo>
                    <a:pt x="206162" y="227166"/>
                  </a:lnTo>
                  <a:lnTo>
                    <a:pt x="165198" y="258022"/>
                  </a:lnTo>
                  <a:lnTo>
                    <a:pt x="117997" y="278075"/>
                  </a:lnTo>
                  <a:lnTo>
                    <a:pt x="55811" y="278075"/>
                  </a:lnTo>
                  <a:lnTo>
                    <a:pt x="71854" y="232997"/>
                  </a:lnTo>
                  <a:lnTo>
                    <a:pt x="81480" y="186398"/>
                  </a:lnTo>
                  <a:lnTo>
                    <a:pt x="84689" y="139037"/>
                  </a:lnTo>
                  <a:lnTo>
                    <a:pt x="81480" y="91676"/>
                  </a:lnTo>
                  <a:lnTo>
                    <a:pt x="71854" y="45077"/>
                  </a:lnTo>
                  <a:lnTo>
                    <a:pt x="55811" y="0"/>
                  </a:lnTo>
                  <a:lnTo>
                    <a:pt x="117997" y="0"/>
                  </a:lnTo>
                  <a:lnTo>
                    <a:pt x="165358" y="19821"/>
                  </a:lnTo>
                  <a:lnTo>
                    <a:pt x="206404" y="50636"/>
                  </a:lnTo>
                  <a:lnTo>
                    <a:pt x="239523" y="90897"/>
                  </a:lnTo>
                  <a:lnTo>
                    <a:pt x="263099" y="139053"/>
                  </a:lnTo>
                  <a:close/>
                </a:path>
                <a:path w="319404" h="672464">
                  <a:moveTo>
                    <a:pt x="0" y="532982"/>
                  </a:moveTo>
                  <a:lnTo>
                    <a:pt x="159455" y="532982"/>
                  </a:lnTo>
                </a:path>
                <a:path w="319404" h="672464">
                  <a:moveTo>
                    <a:pt x="0" y="672020"/>
                  </a:moveTo>
                  <a:lnTo>
                    <a:pt x="159455" y="672020"/>
                  </a:lnTo>
                </a:path>
                <a:path w="319404" h="672464">
                  <a:moveTo>
                    <a:pt x="318911" y="602501"/>
                  </a:moveTo>
                  <a:lnTo>
                    <a:pt x="159455" y="602501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994873" y="210629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3" y="45077"/>
                  </a:lnTo>
                  <a:lnTo>
                    <a:pt x="25669" y="91676"/>
                  </a:lnTo>
                  <a:lnTo>
                    <a:pt x="28877" y="139053"/>
                  </a:lnTo>
                  <a:lnTo>
                    <a:pt x="25669" y="186398"/>
                  </a:lnTo>
                  <a:lnTo>
                    <a:pt x="16043" y="232997"/>
                  </a:lnTo>
                  <a:lnTo>
                    <a:pt x="0" y="278074"/>
                  </a:lnTo>
                  <a:lnTo>
                    <a:pt x="62186" y="278074"/>
                  </a:lnTo>
                  <a:lnTo>
                    <a:pt x="109387" y="258022"/>
                  </a:lnTo>
                  <a:lnTo>
                    <a:pt x="150350" y="227166"/>
                  </a:lnTo>
                  <a:lnTo>
                    <a:pt x="183507" y="187009"/>
                  </a:lnTo>
                  <a:lnTo>
                    <a:pt x="207288" y="139053"/>
                  </a:lnTo>
                  <a:lnTo>
                    <a:pt x="183711" y="90897"/>
                  </a:lnTo>
                  <a:lnTo>
                    <a:pt x="150593" y="50636"/>
                  </a:lnTo>
                  <a:lnTo>
                    <a:pt x="109547" y="19821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94873" y="210629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207288" y="139053"/>
                  </a:moveTo>
                  <a:lnTo>
                    <a:pt x="183507" y="187009"/>
                  </a:lnTo>
                  <a:lnTo>
                    <a:pt x="150350" y="227166"/>
                  </a:lnTo>
                  <a:lnTo>
                    <a:pt x="109387" y="258022"/>
                  </a:lnTo>
                  <a:lnTo>
                    <a:pt x="62186" y="278075"/>
                  </a:lnTo>
                  <a:lnTo>
                    <a:pt x="0" y="278075"/>
                  </a:lnTo>
                  <a:lnTo>
                    <a:pt x="16043" y="232997"/>
                  </a:lnTo>
                  <a:lnTo>
                    <a:pt x="25669" y="186398"/>
                  </a:lnTo>
                  <a:lnTo>
                    <a:pt x="28878" y="139037"/>
                  </a:lnTo>
                  <a:lnTo>
                    <a:pt x="25669" y="91676"/>
                  </a:lnTo>
                  <a:lnTo>
                    <a:pt x="16043" y="45077"/>
                  </a:lnTo>
                  <a:lnTo>
                    <a:pt x="0" y="0"/>
                  </a:lnTo>
                  <a:lnTo>
                    <a:pt x="62186" y="0"/>
                  </a:lnTo>
                  <a:lnTo>
                    <a:pt x="109547" y="19821"/>
                  </a:lnTo>
                  <a:lnTo>
                    <a:pt x="150593" y="50636"/>
                  </a:lnTo>
                  <a:lnTo>
                    <a:pt x="183711" y="90897"/>
                  </a:lnTo>
                  <a:lnTo>
                    <a:pt x="207288" y="139053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994873" y="210629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0"/>
                  </a:moveTo>
                  <a:lnTo>
                    <a:pt x="0" y="0"/>
                  </a:lnTo>
                  <a:lnTo>
                    <a:pt x="0" y="278074"/>
                  </a:lnTo>
                  <a:lnTo>
                    <a:pt x="127560" y="278074"/>
                  </a:lnTo>
                  <a:lnTo>
                    <a:pt x="158595" y="267147"/>
                  </a:lnTo>
                  <a:lnTo>
                    <a:pt x="183938" y="237347"/>
                  </a:lnTo>
                  <a:lnTo>
                    <a:pt x="201023" y="193152"/>
                  </a:lnTo>
                  <a:lnTo>
                    <a:pt x="207288" y="139037"/>
                  </a:lnTo>
                  <a:lnTo>
                    <a:pt x="201023" y="84915"/>
                  </a:lnTo>
                  <a:lnTo>
                    <a:pt x="183938" y="40720"/>
                  </a:lnTo>
                  <a:lnTo>
                    <a:pt x="158595" y="10925"/>
                  </a:lnTo>
                  <a:lnTo>
                    <a:pt x="127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94873" y="210629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278075"/>
                  </a:moveTo>
                  <a:lnTo>
                    <a:pt x="0" y="278075"/>
                  </a:lnTo>
                  <a:lnTo>
                    <a:pt x="0" y="0"/>
                  </a:lnTo>
                  <a:lnTo>
                    <a:pt x="127560" y="0"/>
                  </a:lnTo>
                  <a:lnTo>
                    <a:pt x="158595" y="10925"/>
                  </a:lnTo>
                  <a:lnTo>
                    <a:pt x="183938" y="40720"/>
                  </a:lnTo>
                  <a:lnTo>
                    <a:pt x="201023" y="84915"/>
                  </a:lnTo>
                  <a:lnTo>
                    <a:pt x="207288" y="139037"/>
                  </a:lnTo>
                  <a:lnTo>
                    <a:pt x="201023" y="193152"/>
                  </a:lnTo>
                  <a:lnTo>
                    <a:pt x="183938" y="237348"/>
                  </a:lnTo>
                  <a:lnTo>
                    <a:pt x="158595" y="267147"/>
                  </a:lnTo>
                  <a:lnTo>
                    <a:pt x="127560" y="278075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832730" y="1028827"/>
            <a:ext cx="80010" cy="136461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2700" marR="5080" indent="1905">
              <a:lnSpc>
                <a:spcPct val="98800"/>
              </a:lnSpc>
              <a:spcBef>
                <a:spcPts val="145"/>
              </a:spcBef>
            </a:pPr>
            <a:r>
              <a:rPr dirty="0" sz="1000" spc="-325" i="1">
                <a:latin typeface="Arial"/>
                <a:cs typeface="Arial"/>
              </a:rPr>
              <a:t>A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25" i="1">
                <a:latin typeface="Arial"/>
                <a:cs typeface="Arial"/>
              </a:rPr>
              <a:t>B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55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algn="just" marL="12700" marR="5080" indent="1905">
              <a:lnSpc>
                <a:spcPct val="98800"/>
              </a:lnSpc>
              <a:spcBef>
                <a:spcPts val="455"/>
              </a:spcBef>
            </a:pPr>
            <a:r>
              <a:rPr dirty="0" sz="1000" spc="-325" i="1">
                <a:latin typeface="Arial"/>
                <a:cs typeface="Arial"/>
              </a:rPr>
              <a:t>A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25" i="1">
                <a:latin typeface="Arial"/>
                <a:cs typeface="Arial"/>
              </a:rPr>
              <a:t>B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55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14604" marR="6985">
              <a:lnSpc>
                <a:spcPts val="1090"/>
              </a:lnSpc>
              <a:spcBef>
                <a:spcPts val="750"/>
              </a:spcBef>
            </a:pPr>
            <a:r>
              <a:rPr dirty="0" sz="1000" spc="-325" i="1">
                <a:latin typeface="Arial"/>
                <a:cs typeface="Arial"/>
              </a:rPr>
              <a:t>A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25" i="1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929219" y="2516773"/>
            <a:ext cx="339090" cy="702310"/>
            <a:chOff x="7929219" y="2516773"/>
            <a:chExt cx="339090" cy="702310"/>
          </a:xfrm>
        </p:grpSpPr>
        <p:sp>
          <p:nvSpPr>
            <p:cNvPr id="19" name="object 19" descr=""/>
            <p:cNvSpPr/>
            <p:nvPr/>
          </p:nvSpPr>
          <p:spPr>
            <a:xfrm>
              <a:off x="7939062" y="2594547"/>
              <a:ext cx="319405" cy="139065"/>
            </a:xfrm>
            <a:custGeom>
              <a:avLst/>
              <a:gdLst/>
              <a:ahLst/>
              <a:cxnLst/>
              <a:rect l="l" t="t" r="r" b="b"/>
              <a:pathLst>
                <a:path w="319404" h="139064">
                  <a:moveTo>
                    <a:pt x="0" y="0"/>
                  </a:moveTo>
                  <a:lnTo>
                    <a:pt x="159455" y="0"/>
                  </a:lnTo>
                </a:path>
                <a:path w="319404" h="139064">
                  <a:moveTo>
                    <a:pt x="0" y="139037"/>
                  </a:moveTo>
                  <a:lnTo>
                    <a:pt x="159455" y="139037"/>
                  </a:lnTo>
                </a:path>
                <a:path w="319404" h="139064">
                  <a:moveTo>
                    <a:pt x="318911" y="69518"/>
                  </a:moveTo>
                  <a:lnTo>
                    <a:pt x="159455" y="69518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94873" y="2525028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3" y="45077"/>
                  </a:lnTo>
                  <a:lnTo>
                    <a:pt x="25669" y="91676"/>
                  </a:lnTo>
                  <a:lnTo>
                    <a:pt x="28877" y="139053"/>
                  </a:lnTo>
                  <a:lnTo>
                    <a:pt x="25669" y="186398"/>
                  </a:lnTo>
                  <a:lnTo>
                    <a:pt x="16043" y="232997"/>
                  </a:lnTo>
                  <a:lnTo>
                    <a:pt x="0" y="278074"/>
                  </a:lnTo>
                  <a:lnTo>
                    <a:pt x="62186" y="278074"/>
                  </a:lnTo>
                  <a:lnTo>
                    <a:pt x="109387" y="258022"/>
                  </a:lnTo>
                  <a:lnTo>
                    <a:pt x="150350" y="227166"/>
                  </a:lnTo>
                  <a:lnTo>
                    <a:pt x="183507" y="187009"/>
                  </a:lnTo>
                  <a:lnTo>
                    <a:pt x="207288" y="139053"/>
                  </a:lnTo>
                  <a:lnTo>
                    <a:pt x="183711" y="90897"/>
                  </a:lnTo>
                  <a:lnTo>
                    <a:pt x="150593" y="50636"/>
                  </a:lnTo>
                  <a:lnTo>
                    <a:pt x="109547" y="19821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994873" y="2525028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207288" y="139053"/>
                  </a:moveTo>
                  <a:lnTo>
                    <a:pt x="183507" y="187009"/>
                  </a:lnTo>
                  <a:lnTo>
                    <a:pt x="150350" y="227166"/>
                  </a:lnTo>
                  <a:lnTo>
                    <a:pt x="109387" y="258022"/>
                  </a:lnTo>
                  <a:lnTo>
                    <a:pt x="62186" y="278075"/>
                  </a:lnTo>
                  <a:lnTo>
                    <a:pt x="0" y="278075"/>
                  </a:lnTo>
                  <a:lnTo>
                    <a:pt x="16043" y="232997"/>
                  </a:lnTo>
                  <a:lnTo>
                    <a:pt x="25669" y="186398"/>
                  </a:lnTo>
                  <a:lnTo>
                    <a:pt x="28878" y="139037"/>
                  </a:lnTo>
                  <a:lnTo>
                    <a:pt x="25669" y="91676"/>
                  </a:lnTo>
                  <a:lnTo>
                    <a:pt x="16043" y="45077"/>
                  </a:lnTo>
                  <a:lnTo>
                    <a:pt x="0" y="0"/>
                  </a:lnTo>
                  <a:lnTo>
                    <a:pt x="62186" y="0"/>
                  </a:lnTo>
                  <a:lnTo>
                    <a:pt x="109547" y="19821"/>
                  </a:lnTo>
                  <a:lnTo>
                    <a:pt x="150593" y="50636"/>
                  </a:lnTo>
                  <a:lnTo>
                    <a:pt x="183711" y="90897"/>
                  </a:lnTo>
                  <a:lnTo>
                    <a:pt x="207288" y="139053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994873" y="2525028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0"/>
                  </a:moveTo>
                  <a:lnTo>
                    <a:pt x="0" y="0"/>
                  </a:lnTo>
                  <a:lnTo>
                    <a:pt x="0" y="278074"/>
                  </a:lnTo>
                  <a:lnTo>
                    <a:pt x="127560" y="278074"/>
                  </a:lnTo>
                  <a:lnTo>
                    <a:pt x="158595" y="267147"/>
                  </a:lnTo>
                  <a:lnTo>
                    <a:pt x="183938" y="237347"/>
                  </a:lnTo>
                  <a:lnTo>
                    <a:pt x="201023" y="193152"/>
                  </a:lnTo>
                  <a:lnTo>
                    <a:pt x="207288" y="139037"/>
                  </a:lnTo>
                  <a:lnTo>
                    <a:pt x="201023" y="84915"/>
                  </a:lnTo>
                  <a:lnTo>
                    <a:pt x="183938" y="40720"/>
                  </a:lnTo>
                  <a:lnTo>
                    <a:pt x="158595" y="10925"/>
                  </a:lnTo>
                  <a:lnTo>
                    <a:pt x="127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939062" y="2525028"/>
              <a:ext cx="319405" cy="615950"/>
            </a:xfrm>
            <a:custGeom>
              <a:avLst/>
              <a:gdLst/>
              <a:ahLst/>
              <a:cxnLst/>
              <a:rect l="l" t="t" r="r" b="b"/>
              <a:pathLst>
                <a:path w="319404" h="615950">
                  <a:moveTo>
                    <a:pt x="183371" y="278075"/>
                  </a:moveTo>
                  <a:lnTo>
                    <a:pt x="55811" y="278075"/>
                  </a:lnTo>
                  <a:lnTo>
                    <a:pt x="55811" y="0"/>
                  </a:lnTo>
                  <a:lnTo>
                    <a:pt x="183371" y="0"/>
                  </a:lnTo>
                  <a:lnTo>
                    <a:pt x="214406" y="10925"/>
                  </a:lnTo>
                  <a:lnTo>
                    <a:pt x="239749" y="40720"/>
                  </a:lnTo>
                  <a:lnTo>
                    <a:pt x="256834" y="84915"/>
                  </a:lnTo>
                  <a:lnTo>
                    <a:pt x="263099" y="139037"/>
                  </a:lnTo>
                  <a:lnTo>
                    <a:pt x="256834" y="193152"/>
                  </a:lnTo>
                  <a:lnTo>
                    <a:pt x="239749" y="237348"/>
                  </a:lnTo>
                  <a:lnTo>
                    <a:pt x="214407" y="267147"/>
                  </a:lnTo>
                  <a:lnTo>
                    <a:pt x="183371" y="278075"/>
                  </a:lnTo>
                  <a:close/>
                </a:path>
                <a:path w="319404" h="615950">
                  <a:moveTo>
                    <a:pt x="0" y="476657"/>
                  </a:moveTo>
                  <a:lnTo>
                    <a:pt x="159455" y="476657"/>
                  </a:lnTo>
                </a:path>
                <a:path w="319404" h="615950">
                  <a:moveTo>
                    <a:pt x="0" y="615698"/>
                  </a:moveTo>
                  <a:lnTo>
                    <a:pt x="159455" y="615698"/>
                  </a:lnTo>
                </a:path>
                <a:path w="319404" h="615950">
                  <a:moveTo>
                    <a:pt x="318911" y="546176"/>
                  </a:moveTo>
                  <a:lnTo>
                    <a:pt x="159455" y="546176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994873" y="293216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3" y="45077"/>
                  </a:lnTo>
                  <a:lnTo>
                    <a:pt x="25669" y="91676"/>
                  </a:lnTo>
                  <a:lnTo>
                    <a:pt x="28877" y="139053"/>
                  </a:lnTo>
                  <a:lnTo>
                    <a:pt x="25669" y="186398"/>
                  </a:lnTo>
                  <a:lnTo>
                    <a:pt x="16043" y="232998"/>
                  </a:lnTo>
                  <a:lnTo>
                    <a:pt x="0" y="278076"/>
                  </a:lnTo>
                  <a:lnTo>
                    <a:pt x="62186" y="278076"/>
                  </a:lnTo>
                  <a:lnTo>
                    <a:pt x="109387" y="258024"/>
                  </a:lnTo>
                  <a:lnTo>
                    <a:pt x="150350" y="227169"/>
                  </a:lnTo>
                  <a:lnTo>
                    <a:pt x="183507" y="187011"/>
                  </a:lnTo>
                  <a:lnTo>
                    <a:pt x="207288" y="139053"/>
                  </a:lnTo>
                  <a:lnTo>
                    <a:pt x="183711" y="90897"/>
                  </a:lnTo>
                  <a:lnTo>
                    <a:pt x="150593" y="50636"/>
                  </a:lnTo>
                  <a:lnTo>
                    <a:pt x="109547" y="19821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994873" y="293216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207288" y="139053"/>
                  </a:moveTo>
                  <a:lnTo>
                    <a:pt x="183507" y="187011"/>
                  </a:lnTo>
                  <a:lnTo>
                    <a:pt x="150350" y="227169"/>
                  </a:lnTo>
                  <a:lnTo>
                    <a:pt x="109387" y="258024"/>
                  </a:lnTo>
                  <a:lnTo>
                    <a:pt x="62186" y="278076"/>
                  </a:lnTo>
                  <a:lnTo>
                    <a:pt x="0" y="278076"/>
                  </a:lnTo>
                  <a:lnTo>
                    <a:pt x="16043" y="232998"/>
                  </a:lnTo>
                  <a:lnTo>
                    <a:pt x="25669" y="186398"/>
                  </a:lnTo>
                  <a:lnTo>
                    <a:pt x="28878" y="139037"/>
                  </a:lnTo>
                  <a:lnTo>
                    <a:pt x="25669" y="91676"/>
                  </a:lnTo>
                  <a:lnTo>
                    <a:pt x="16043" y="45077"/>
                  </a:lnTo>
                  <a:lnTo>
                    <a:pt x="0" y="0"/>
                  </a:lnTo>
                  <a:lnTo>
                    <a:pt x="62186" y="0"/>
                  </a:lnTo>
                  <a:lnTo>
                    <a:pt x="109547" y="19821"/>
                  </a:lnTo>
                  <a:lnTo>
                    <a:pt x="150593" y="50636"/>
                  </a:lnTo>
                  <a:lnTo>
                    <a:pt x="183711" y="90897"/>
                  </a:lnTo>
                  <a:lnTo>
                    <a:pt x="207288" y="139053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994873" y="293216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0"/>
                  </a:moveTo>
                  <a:lnTo>
                    <a:pt x="0" y="0"/>
                  </a:lnTo>
                  <a:lnTo>
                    <a:pt x="0" y="278076"/>
                  </a:lnTo>
                  <a:lnTo>
                    <a:pt x="127560" y="278076"/>
                  </a:lnTo>
                  <a:lnTo>
                    <a:pt x="158595" y="267150"/>
                  </a:lnTo>
                  <a:lnTo>
                    <a:pt x="183938" y="237353"/>
                  </a:lnTo>
                  <a:lnTo>
                    <a:pt x="201023" y="193158"/>
                  </a:lnTo>
                  <a:lnTo>
                    <a:pt x="207288" y="139037"/>
                  </a:lnTo>
                  <a:lnTo>
                    <a:pt x="201023" y="84922"/>
                  </a:lnTo>
                  <a:lnTo>
                    <a:pt x="183938" y="40726"/>
                  </a:lnTo>
                  <a:lnTo>
                    <a:pt x="158595" y="10927"/>
                  </a:lnTo>
                  <a:lnTo>
                    <a:pt x="127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994873" y="2932167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60" y="278076"/>
                  </a:moveTo>
                  <a:lnTo>
                    <a:pt x="0" y="278076"/>
                  </a:lnTo>
                  <a:lnTo>
                    <a:pt x="0" y="0"/>
                  </a:lnTo>
                  <a:lnTo>
                    <a:pt x="127560" y="0"/>
                  </a:lnTo>
                  <a:lnTo>
                    <a:pt x="158595" y="10927"/>
                  </a:lnTo>
                  <a:lnTo>
                    <a:pt x="183938" y="40727"/>
                  </a:lnTo>
                  <a:lnTo>
                    <a:pt x="201023" y="84922"/>
                  </a:lnTo>
                  <a:lnTo>
                    <a:pt x="207288" y="139037"/>
                  </a:lnTo>
                  <a:lnTo>
                    <a:pt x="201023" y="193158"/>
                  </a:lnTo>
                  <a:lnTo>
                    <a:pt x="183938" y="237353"/>
                  </a:lnTo>
                  <a:lnTo>
                    <a:pt x="158595" y="267150"/>
                  </a:lnTo>
                  <a:lnTo>
                    <a:pt x="127560" y="278076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832731" y="2490290"/>
            <a:ext cx="80010" cy="72898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905">
              <a:lnSpc>
                <a:spcPts val="1090"/>
              </a:lnSpc>
              <a:spcBef>
                <a:spcPts val="254"/>
              </a:spcBef>
            </a:pPr>
            <a:r>
              <a:rPr dirty="0" sz="1000" spc="-325" i="1">
                <a:latin typeface="Arial"/>
                <a:cs typeface="Arial"/>
              </a:rPr>
              <a:t>A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55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12700" marR="5080" indent="1905">
              <a:lnSpc>
                <a:spcPts val="1090"/>
              </a:lnSpc>
              <a:spcBef>
                <a:spcPts val="1025"/>
              </a:spcBef>
            </a:pPr>
            <a:r>
              <a:rPr dirty="0" sz="1000" spc="-325" i="1">
                <a:latin typeface="Arial"/>
                <a:cs typeface="Arial"/>
              </a:rPr>
              <a:t>B</a:t>
            </a:r>
            <a:r>
              <a:rPr dirty="0" sz="1000" spc="500" i="1">
                <a:latin typeface="Arial"/>
                <a:cs typeface="Arial"/>
              </a:rPr>
              <a:t> </a:t>
            </a:r>
            <a:r>
              <a:rPr dirty="0" sz="1000" spc="-355" i="1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248130" y="1194315"/>
            <a:ext cx="1694180" cy="1883410"/>
            <a:chOff x="8248130" y="1194315"/>
            <a:chExt cx="1694180" cy="1883410"/>
          </a:xfrm>
        </p:grpSpPr>
        <p:sp>
          <p:nvSpPr>
            <p:cNvPr id="30" name="object 30" descr=""/>
            <p:cNvSpPr/>
            <p:nvPr/>
          </p:nvSpPr>
          <p:spPr>
            <a:xfrm>
              <a:off x="8337701" y="2592928"/>
              <a:ext cx="319405" cy="139065"/>
            </a:xfrm>
            <a:custGeom>
              <a:avLst/>
              <a:gdLst/>
              <a:ahLst/>
              <a:cxnLst/>
              <a:rect l="l" t="t" r="r" b="b"/>
              <a:pathLst>
                <a:path w="319404" h="139064">
                  <a:moveTo>
                    <a:pt x="0" y="0"/>
                  </a:moveTo>
                  <a:lnTo>
                    <a:pt x="159446" y="0"/>
                  </a:lnTo>
                </a:path>
                <a:path w="319404" h="139064">
                  <a:moveTo>
                    <a:pt x="0" y="69518"/>
                  </a:moveTo>
                  <a:lnTo>
                    <a:pt x="159446" y="69518"/>
                  </a:lnTo>
                </a:path>
                <a:path w="319404" h="139064">
                  <a:moveTo>
                    <a:pt x="0" y="139037"/>
                  </a:moveTo>
                  <a:lnTo>
                    <a:pt x="159446" y="139037"/>
                  </a:lnTo>
                </a:path>
                <a:path w="319404" h="139064">
                  <a:moveTo>
                    <a:pt x="318901" y="69518"/>
                  </a:moveTo>
                  <a:lnTo>
                    <a:pt x="159446" y="69518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393503" y="2523410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86" y="0"/>
                  </a:moveTo>
                  <a:lnTo>
                    <a:pt x="0" y="0"/>
                  </a:lnTo>
                  <a:lnTo>
                    <a:pt x="16047" y="45076"/>
                  </a:lnTo>
                  <a:lnTo>
                    <a:pt x="25675" y="91673"/>
                  </a:lnTo>
                  <a:lnTo>
                    <a:pt x="28885" y="139037"/>
                  </a:lnTo>
                  <a:lnTo>
                    <a:pt x="25675" y="186390"/>
                  </a:lnTo>
                  <a:lnTo>
                    <a:pt x="16047" y="232992"/>
                  </a:lnTo>
                  <a:lnTo>
                    <a:pt x="0" y="278074"/>
                  </a:lnTo>
                  <a:lnTo>
                    <a:pt x="62186" y="278074"/>
                  </a:lnTo>
                  <a:lnTo>
                    <a:pt x="109391" y="258021"/>
                  </a:lnTo>
                  <a:lnTo>
                    <a:pt x="150355" y="227164"/>
                  </a:lnTo>
                  <a:lnTo>
                    <a:pt x="183512" y="187002"/>
                  </a:lnTo>
                  <a:lnTo>
                    <a:pt x="207297" y="139037"/>
                  </a:lnTo>
                  <a:lnTo>
                    <a:pt x="183719" y="90883"/>
                  </a:lnTo>
                  <a:lnTo>
                    <a:pt x="150598" y="50628"/>
                  </a:lnTo>
                  <a:lnTo>
                    <a:pt x="109548" y="19818"/>
                  </a:lnTo>
                  <a:lnTo>
                    <a:pt x="621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257973" y="1781871"/>
              <a:ext cx="1129665" cy="1289685"/>
            </a:xfrm>
            <a:custGeom>
              <a:avLst/>
              <a:gdLst/>
              <a:ahLst/>
              <a:cxnLst/>
              <a:rect l="l" t="t" r="r" b="b"/>
              <a:pathLst>
                <a:path w="1129665" h="1289685">
                  <a:moveTo>
                    <a:pt x="342827" y="880576"/>
                  </a:moveTo>
                  <a:lnTo>
                    <a:pt x="319042" y="928541"/>
                  </a:lnTo>
                  <a:lnTo>
                    <a:pt x="285885" y="968702"/>
                  </a:lnTo>
                  <a:lnTo>
                    <a:pt x="244921" y="999560"/>
                  </a:lnTo>
                  <a:lnTo>
                    <a:pt x="197716" y="1019613"/>
                  </a:lnTo>
                  <a:lnTo>
                    <a:pt x="135529" y="1019613"/>
                  </a:lnTo>
                  <a:lnTo>
                    <a:pt x="151577" y="974530"/>
                  </a:lnTo>
                  <a:lnTo>
                    <a:pt x="161205" y="927929"/>
                  </a:lnTo>
                  <a:lnTo>
                    <a:pt x="164415" y="880570"/>
                  </a:lnTo>
                  <a:lnTo>
                    <a:pt x="161205" y="833211"/>
                  </a:lnTo>
                  <a:lnTo>
                    <a:pt x="151577" y="786614"/>
                  </a:lnTo>
                  <a:lnTo>
                    <a:pt x="135529" y="741538"/>
                  </a:lnTo>
                  <a:lnTo>
                    <a:pt x="197716" y="741538"/>
                  </a:lnTo>
                  <a:lnTo>
                    <a:pt x="245078" y="761357"/>
                  </a:lnTo>
                  <a:lnTo>
                    <a:pt x="286128" y="792167"/>
                  </a:lnTo>
                  <a:lnTo>
                    <a:pt x="319249" y="832422"/>
                  </a:lnTo>
                  <a:lnTo>
                    <a:pt x="342827" y="880576"/>
                  </a:lnTo>
                  <a:close/>
                </a:path>
                <a:path w="1129665" h="1289685">
                  <a:moveTo>
                    <a:pt x="79727" y="811057"/>
                  </a:moveTo>
                  <a:lnTo>
                    <a:pt x="54808" y="811057"/>
                  </a:lnTo>
                  <a:lnTo>
                    <a:pt x="54808" y="463463"/>
                  </a:lnTo>
                  <a:lnTo>
                    <a:pt x="0" y="463463"/>
                  </a:lnTo>
                </a:path>
                <a:path w="1129665" h="1289685">
                  <a:moveTo>
                    <a:pt x="79727" y="880576"/>
                  </a:moveTo>
                  <a:lnTo>
                    <a:pt x="38907" y="880576"/>
                  </a:lnTo>
                  <a:lnTo>
                    <a:pt x="38907" y="882194"/>
                  </a:lnTo>
                  <a:lnTo>
                    <a:pt x="0" y="882194"/>
                  </a:lnTo>
                </a:path>
                <a:path w="1129665" h="1289685">
                  <a:moveTo>
                    <a:pt x="79727" y="950095"/>
                  </a:moveTo>
                  <a:lnTo>
                    <a:pt x="54808" y="950095"/>
                  </a:lnTo>
                  <a:lnTo>
                    <a:pt x="54808" y="1289334"/>
                  </a:lnTo>
                  <a:lnTo>
                    <a:pt x="0" y="1289334"/>
                  </a:lnTo>
                </a:path>
                <a:path w="1129665" h="1289685">
                  <a:moveTo>
                    <a:pt x="544818" y="370777"/>
                  </a:moveTo>
                  <a:lnTo>
                    <a:pt x="465072" y="370777"/>
                  </a:lnTo>
                  <a:lnTo>
                    <a:pt x="465072" y="880576"/>
                  </a:lnTo>
                  <a:lnTo>
                    <a:pt x="398629" y="880576"/>
                  </a:lnTo>
                </a:path>
                <a:path w="1129665" h="1289685">
                  <a:moveTo>
                    <a:pt x="810515" y="0"/>
                  </a:moveTo>
                  <a:lnTo>
                    <a:pt x="969989" y="0"/>
                  </a:lnTo>
                </a:path>
                <a:path w="1129665" h="1289685">
                  <a:moveTo>
                    <a:pt x="810515" y="139037"/>
                  </a:moveTo>
                  <a:lnTo>
                    <a:pt x="969989" y="139037"/>
                  </a:lnTo>
                </a:path>
                <a:path w="1129665" h="1289685">
                  <a:moveTo>
                    <a:pt x="1129464" y="69518"/>
                  </a:moveTo>
                  <a:lnTo>
                    <a:pt x="969989" y="69518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124365" y="1712352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58" y="0"/>
                  </a:moveTo>
                  <a:lnTo>
                    <a:pt x="0" y="0"/>
                  </a:lnTo>
                  <a:lnTo>
                    <a:pt x="16016" y="45077"/>
                  </a:lnTo>
                  <a:lnTo>
                    <a:pt x="25625" y="91676"/>
                  </a:lnTo>
                  <a:lnTo>
                    <a:pt x="28828" y="139053"/>
                  </a:lnTo>
                  <a:lnTo>
                    <a:pt x="25625" y="186398"/>
                  </a:lnTo>
                  <a:lnTo>
                    <a:pt x="16016" y="232997"/>
                  </a:lnTo>
                  <a:lnTo>
                    <a:pt x="0" y="278074"/>
                  </a:lnTo>
                  <a:lnTo>
                    <a:pt x="62158" y="278074"/>
                  </a:lnTo>
                  <a:lnTo>
                    <a:pt x="109357" y="258022"/>
                  </a:lnTo>
                  <a:lnTo>
                    <a:pt x="150333" y="227166"/>
                  </a:lnTo>
                  <a:lnTo>
                    <a:pt x="183504" y="187009"/>
                  </a:lnTo>
                  <a:lnTo>
                    <a:pt x="207288" y="139053"/>
                  </a:lnTo>
                  <a:lnTo>
                    <a:pt x="183702" y="90897"/>
                  </a:lnTo>
                  <a:lnTo>
                    <a:pt x="150579" y="50636"/>
                  </a:lnTo>
                  <a:lnTo>
                    <a:pt x="109528" y="19821"/>
                  </a:lnTo>
                  <a:lnTo>
                    <a:pt x="62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124365" y="1712352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207288" y="139053"/>
                  </a:moveTo>
                  <a:lnTo>
                    <a:pt x="183504" y="187009"/>
                  </a:lnTo>
                  <a:lnTo>
                    <a:pt x="150333" y="227166"/>
                  </a:lnTo>
                  <a:lnTo>
                    <a:pt x="109357" y="258022"/>
                  </a:lnTo>
                  <a:lnTo>
                    <a:pt x="62158" y="278075"/>
                  </a:lnTo>
                  <a:lnTo>
                    <a:pt x="0" y="278075"/>
                  </a:lnTo>
                  <a:lnTo>
                    <a:pt x="16016" y="232997"/>
                  </a:lnTo>
                  <a:lnTo>
                    <a:pt x="25625" y="186398"/>
                  </a:lnTo>
                  <a:lnTo>
                    <a:pt x="28829" y="139037"/>
                  </a:lnTo>
                  <a:lnTo>
                    <a:pt x="25625" y="91676"/>
                  </a:lnTo>
                  <a:lnTo>
                    <a:pt x="16016" y="45077"/>
                  </a:lnTo>
                  <a:lnTo>
                    <a:pt x="0" y="0"/>
                  </a:lnTo>
                  <a:lnTo>
                    <a:pt x="62158" y="0"/>
                  </a:lnTo>
                  <a:lnTo>
                    <a:pt x="109528" y="19821"/>
                  </a:lnTo>
                  <a:lnTo>
                    <a:pt x="150579" y="50636"/>
                  </a:lnTo>
                  <a:lnTo>
                    <a:pt x="183702" y="90897"/>
                  </a:lnTo>
                  <a:lnTo>
                    <a:pt x="207288" y="139053"/>
                  </a:lnTo>
                  <a:close/>
                </a:path>
              </a:pathLst>
            </a:custGeom>
            <a:ln w="14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124365" y="1712352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127504" y="0"/>
                  </a:moveTo>
                  <a:lnTo>
                    <a:pt x="0" y="0"/>
                  </a:lnTo>
                  <a:lnTo>
                    <a:pt x="0" y="278074"/>
                  </a:lnTo>
                  <a:lnTo>
                    <a:pt x="127504" y="278074"/>
                  </a:lnTo>
                  <a:lnTo>
                    <a:pt x="158560" y="267149"/>
                  </a:lnTo>
                  <a:lnTo>
                    <a:pt x="183920" y="237354"/>
                  </a:lnTo>
                  <a:lnTo>
                    <a:pt x="201018" y="193159"/>
                  </a:lnTo>
                  <a:lnTo>
                    <a:pt x="207288" y="139037"/>
                  </a:lnTo>
                  <a:lnTo>
                    <a:pt x="201018" y="84922"/>
                  </a:lnTo>
                  <a:lnTo>
                    <a:pt x="183920" y="40726"/>
                  </a:lnTo>
                  <a:lnTo>
                    <a:pt x="158560" y="10927"/>
                  </a:lnTo>
                  <a:lnTo>
                    <a:pt x="1275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257973" y="1272056"/>
              <a:ext cx="1555115" cy="880744"/>
            </a:xfrm>
            <a:custGeom>
              <a:avLst/>
              <a:gdLst/>
              <a:ahLst/>
              <a:cxnLst/>
              <a:rect l="l" t="t" r="r" b="b"/>
              <a:pathLst>
                <a:path w="1555115" h="880744">
                  <a:moveTo>
                    <a:pt x="993897" y="718371"/>
                  </a:moveTo>
                  <a:lnTo>
                    <a:pt x="866392" y="718371"/>
                  </a:lnTo>
                  <a:lnTo>
                    <a:pt x="866392" y="440296"/>
                  </a:lnTo>
                  <a:lnTo>
                    <a:pt x="993896" y="440296"/>
                  </a:lnTo>
                  <a:lnTo>
                    <a:pt x="1024952" y="451224"/>
                  </a:lnTo>
                  <a:lnTo>
                    <a:pt x="1050313" y="481023"/>
                  </a:lnTo>
                  <a:lnTo>
                    <a:pt x="1067411" y="525218"/>
                  </a:lnTo>
                  <a:lnTo>
                    <a:pt x="1073681" y="579333"/>
                  </a:lnTo>
                  <a:lnTo>
                    <a:pt x="1067411" y="633456"/>
                  </a:lnTo>
                  <a:lnTo>
                    <a:pt x="1050313" y="677650"/>
                  </a:lnTo>
                  <a:lnTo>
                    <a:pt x="1024952" y="707445"/>
                  </a:lnTo>
                  <a:lnTo>
                    <a:pt x="993897" y="718371"/>
                  </a:lnTo>
                  <a:close/>
                </a:path>
                <a:path w="1555115" h="880744">
                  <a:moveTo>
                    <a:pt x="810515" y="509815"/>
                  </a:moveTo>
                  <a:lnTo>
                    <a:pt x="0" y="509815"/>
                  </a:lnTo>
                </a:path>
                <a:path w="1555115" h="880744">
                  <a:moveTo>
                    <a:pt x="810515" y="648852"/>
                  </a:moveTo>
                  <a:lnTo>
                    <a:pt x="744138" y="648852"/>
                  </a:lnTo>
                  <a:lnTo>
                    <a:pt x="744138" y="880592"/>
                  </a:lnTo>
                  <a:lnTo>
                    <a:pt x="687605" y="880592"/>
                  </a:lnTo>
                </a:path>
                <a:path w="1555115" h="880744">
                  <a:moveTo>
                    <a:pt x="1235780" y="0"/>
                  </a:moveTo>
                  <a:lnTo>
                    <a:pt x="1395254" y="0"/>
                  </a:lnTo>
                </a:path>
                <a:path w="1555115" h="880744">
                  <a:moveTo>
                    <a:pt x="1235780" y="139135"/>
                  </a:moveTo>
                  <a:lnTo>
                    <a:pt x="1395254" y="139135"/>
                  </a:lnTo>
                </a:path>
                <a:path w="1555115" h="880744">
                  <a:moveTo>
                    <a:pt x="1554635" y="69486"/>
                  </a:moveTo>
                  <a:lnTo>
                    <a:pt x="1395254" y="69486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549536" y="1202570"/>
              <a:ext cx="207645" cy="278130"/>
            </a:xfrm>
            <a:custGeom>
              <a:avLst/>
              <a:gdLst/>
              <a:ahLst/>
              <a:cxnLst/>
              <a:rect l="l" t="t" r="r" b="b"/>
              <a:pathLst>
                <a:path w="207645" h="278130">
                  <a:moveTo>
                    <a:pt x="62158" y="0"/>
                  </a:moveTo>
                  <a:lnTo>
                    <a:pt x="0" y="0"/>
                  </a:lnTo>
                  <a:lnTo>
                    <a:pt x="16055" y="45079"/>
                  </a:lnTo>
                  <a:lnTo>
                    <a:pt x="25688" y="91685"/>
                  </a:lnTo>
                  <a:lnTo>
                    <a:pt x="28899" y="139053"/>
                  </a:lnTo>
                  <a:lnTo>
                    <a:pt x="25688" y="186422"/>
                  </a:lnTo>
                  <a:lnTo>
                    <a:pt x="16055" y="233028"/>
                  </a:lnTo>
                  <a:lnTo>
                    <a:pt x="0" y="278107"/>
                  </a:lnTo>
                  <a:lnTo>
                    <a:pt x="62158" y="278107"/>
                  </a:lnTo>
                  <a:lnTo>
                    <a:pt x="109396" y="258000"/>
                  </a:lnTo>
                  <a:lnTo>
                    <a:pt x="150368" y="227117"/>
                  </a:lnTo>
                  <a:lnTo>
                    <a:pt x="183517" y="186945"/>
                  </a:lnTo>
                  <a:lnTo>
                    <a:pt x="207247" y="139053"/>
                  </a:lnTo>
                  <a:lnTo>
                    <a:pt x="183702" y="90886"/>
                  </a:lnTo>
                  <a:lnTo>
                    <a:pt x="150579" y="50663"/>
                  </a:lnTo>
                  <a:lnTo>
                    <a:pt x="109528" y="19852"/>
                  </a:lnTo>
                  <a:lnTo>
                    <a:pt x="62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257973" y="1202570"/>
              <a:ext cx="1674495" cy="648970"/>
            </a:xfrm>
            <a:custGeom>
              <a:avLst/>
              <a:gdLst/>
              <a:ahLst/>
              <a:cxnLst/>
              <a:rect l="l" t="t" r="r" b="b"/>
              <a:pathLst>
                <a:path w="1674495" h="648969">
                  <a:moveTo>
                    <a:pt x="1498852" y="138972"/>
                  </a:moveTo>
                  <a:lnTo>
                    <a:pt x="1475081" y="186945"/>
                  </a:lnTo>
                  <a:lnTo>
                    <a:pt x="1441932" y="227117"/>
                  </a:lnTo>
                  <a:lnTo>
                    <a:pt x="1400960" y="258000"/>
                  </a:lnTo>
                  <a:lnTo>
                    <a:pt x="1353722" y="278107"/>
                  </a:lnTo>
                  <a:lnTo>
                    <a:pt x="1291563" y="278107"/>
                  </a:lnTo>
                  <a:lnTo>
                    <a:pt x="1307618" y="233028"/>
                  </a:lnTo>
                  <a:lnTo>
                    <a:pt x="1317252" y="186422"/>
                  </a:lnTo>
                  <a:lnTo>
                    <a:pt x="1320463" y="139053"/>
                  </a:lnTo>
                  <a:lnTo>
                    <a:pt x="1317252" y="91685"/>
                  </a:lnTo>
                  <a:lnTo>
                    <a:pt x="1307618" y="45079"/>
                  </a:lnTo>
                  <a:lnTo>
                    <a:pt x="1291563" y="0"/>
                  </a:lnTo>
                  <a:lnTo>
                    <a:pt x="1353721" y="0"/>
                  </a:lnTo>
                  <a:lnTo>
                    <a:pt x="1401092" y="19852"/>
                  </a:lnTo>
                  <a:lnTo>
                    <a:pt x="1442143" y="50663"/>
                  </a:lnTo>
                  <a:lnTo>
                    <a:pt x="1475265" y="90886"/>
                  </a:lnTo>
                  <a:lnTo>
                    <a:pt x="1498852" y="138972"/>
                  </a:lnTo>
                  <a:close/>
                </a:path>
                <a:path w="1674495" h="648969">
                  <a:moveTo>
                    <a:pt x="1235780" y="69486"/>
                  </a:moveTo>
                  <a:lnTo>
                    <a:pt x="0" y="69486"/>
                  </a:lnTo>
                </a:path>
                <a:path w="1674495" h="648969">
                  <a:moveTo>
                    <a:pt x="1235780" y="208621"/>
                  </a:moveTo>
                  <a:lnTo>
                    <a:pt x="1195935" y="208621"/>
                  </a:lnTo>
                  <a:lnTo>
                    <a:pt x="1195935" y="648819"/>
                  </a:lnTo>
                  <a:lnTo>
                    <a:pt x="1129464" y="648819"/>
                  </a:lnTo>
                </a:path>
                <a:path w="1674495" h="648969">
                  <a:moveTo>
                    <a:pt x="1554635" y="138972"/>
                  </a:moveTo>
                  <a:lnTo>
                    <a:pt x="1674264" y="138972"/>
                  </a:lnTo>
                </a:path>
              </a:pathLst>
            </a:custGeom>
            <a:ln w="15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957327" y="1237285"/>
            <a:ext cx="14922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00" spc="-75" i="1">
                <a:latin typeface="Arial"/>
                <a:cs typeface="Arial"/>
              </a:rPr>
              <a:t>F</a:t>
            </a:r>
            <a:r>
              <a:rPr dirty="0" baseline="-12820" sz="975" spc="-112" i="1">
                <a:latin typeface="Arial"/>
                <a:cs typeface="Arial"/>
              </a:rPr>
              <a:t>1</a:t>
            </a:r>
            <a:endParaRPr baseline="-12820" sz="975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8646760" y="2029061"/>
            <a:ext cx="1295400" cy="643255"/>
            <a:chOff x="8646760" y="2029061"/>
            <a:chExt cx="1295400" cy="643255"/>
          </a:xfrm>
        </p:grpSpPr>
        <p:pic>
          <p:nvPicPr>
            <p:cNvPr id="41" name="object 4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5075" y="2029061"/>
              <a:ext cx="168256" cy="247157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8656603" y="2662447"/>
              <a:ext cx="1275715" cy="0"/>
            </a:xfrm>
            <a:custGeom>
              <a:avLst/>
              <a:gdLst/>
              <a:ahLst/>
              <a:cxnLst/>
              <a:rect l="l" t="t" r="r" b="b"/>
              <a:pathLst>
                <a:path w="1275715" h="0">
                  <a:moveTo>
                    <a:pt x="1275634" y="0"/>
                  </a:moveTo>
                  <a:lnTo>
                    <a:pt x="0" y="0"/>
                  </a:lnTo>
                </a:path>
              </a:pathLst>
            </a:custGeom>
            <a:ln w="19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9957327" y="2558190"/>
            <a:ext cx="14922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000" spc="-75" i="1">
                <a:latin typeface="Arial"/>
                <a:cs typeface="Arial"/>
              </a:rPr>
              <a:t>F</a:t>
            </a:r>
            <a:r>
              <a:rPr dirty="0" baseline="-12820" sz="975" spc="-112" i="1">
                <a:latin typeface="Arial"/>
                <a:cs typeface="Arial"/>
              </a:rPr>
              <a:t>2</a:t>
            </a:r>
            <a:endParaRPr baseline="-12820" sz="975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306818" y="1290827"/>
            <a:ext cx="3263265" cy="1402080"/>
            <a:chOff x="7306818" y="1290827"/>
            <a:chExt cx="3263265" cy="1402080"/>
          </a:xfrm>
        </p:grpSpPr>
        <p:sp>
          <p:nvSpPr>
            <p:cNvPr id="45" name="object 45" descr=""/>
            <p:cNvSpPr/>
            <p:nvPr/>
          </p:nvSpPr>
          <p:spPr>
            <a:xfrm>
              <a:off x="7306818" y="1600199"/>
              <a:ext cx="447040" cy="1035050"/>
            </a:xfrm>
            <a:custGeom>
              <a:avLst/>
              <a:gdLst/>
              <a:ahLst/>
              <a:cxnLst/>
              <a:rect l="l" t="t" r="r" b="b"/>
              <a:pathLst>
                <a:path w="447040" h="1035050">
                  <a:moveTo>
                    <a:pt x="446532" y="991362"/>
                  </a:moveTo>
                  <a:lnTo>
                    <a:pt x="417576" y="976884"/>
                  </a:lnTo>
                  <a:lnTo>
                    <a:pt x="359664" y="947928"/>
                  </a:lnTo>
                  <a:lnTo>
                    <a:pt x="359664" y="976884"/>
                  </a:lnTo>
                  <a:lnTo>
                    <a:pt x="0" y="976884"/>
                  </a:lnTo>
                  <a:lnTo>
                    <a:pt x="0" y="1005840"/>
                  </a:lnTo>
                  <a:lnTo>
                    <a:pt x="359664" y="1005840"/>
                  </a:lnTo>
                  <a:lnTo>
                    <a:pt x="359664" y="1034796"/>
                  </a:lnTo>
                  <a:lnTo>
                    <a:pt x="417576" y="1005840"/>
                  </a:lnTo>
                  <a:lnTo>
                    <a:pt x="446532" y="991362"/>
                  </a:lnTo>
                  <a:close/>
                </a:path>
                <a:path w="447040" h="1035050">
                  <a:moveTo>
                    <a:pt x="446532" y="518922"/>
                  </a:moveTo>
                  <a:lnTo>
                    <a:pt x="417576" y="504444"/>
                  </a:lnTo>
                  <a:lnTo>
                    <a:pt x="359664" y="475488"/>
                  </a:lnTo>
                  <a:lnTo>
                    <a:pt x="359664" y="504444"/>
                  </a:lnTo>
                  <a:lnTo>
                    <a:pt x="0" y="504444"/>
                  </a:lnTo>
                  <a:lnTo>
                    <a:pt x="0" y="533400"/>
                  </a:lnTo>
                  <a:lnTo>
                    <a:pt x="359664" y="533400"/>
                  </a:lnTo>
                  <a:lnTo>
                    <a:pt x="359664" y="562356"/>
                  </a:lnTo>
                  <a:lnTo>
                    <a:pt x="417576" y="533400"/>
                  </a:lnTo>
                  <a:lnTo>
                    <a:pt x="446532" y="518922"/>
                  </a:lnTo>
                  <a:close/>
                </a:path>
                <a:path w="447040" h="1035050">
                  <a:moveTo>
                    <a:pt x="446532" y="43434"/>
                  </a:moveTo>
                  <a:lnTo>
                    <a:pt x="417563" y="28956"/>
                  </a:lnTo>
                  <a:lnTo>
                    <a:pt x="359664" y="0"/>
                  </a:lnTo>
                  <a:lnTo>
                    <a:pt x="359664" y="28956"/>
                  </a:lnTo>
                  <a:lnTo>
                    <a:pt x="0" y="28956"/>
                  </a:lnTo>
                  <a:lnTo>
                    <a:pt x="0" y="57912"/>
                  </a:lnTo>
                  <a:lnTo>
                    <a:pt x="359664" y="57912"/>
                  </a:lnTo>
                  <a:lnTo>
                    <a:pt x="359664" y="86868"/>
                  </a:lnTo>
                  <a:lnTo>
                    <a:pt x="417576" y="57912"/>
                  </a:lnTo>
                  <a:lnTo>
                    <a:pt x="446532" y="4343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123170" y="1290827"/>
              <a:ext cx="447040" cy="1402080"/>
            </a:xfrm>
            <a:custGeom>
              <a:avLst/>
              <a:gdLst/>
              <a:ahLst/>
              <a:cxnLst/>
              <a:rect l="l" t="t" r="r" b="b"/>
              <a:pathLst>
                <a:path w="447040" h="1402080">
                  <a:moveTo>
                    <a:pt x="446532" y="1358646"/>
                  </a:moveTo>
                  <a:lnTo>
                    <a:pt x="417576" y="1344168"/>
                  </a:lnTo>
                  <a:lnTo>
                    <a:pt x="359664" y="1315212"/>
                  </a:lnTo>
                  <a:lnTo>
                    <a:pt x="359664" y="1344168"/>
                  </a:lnTo>
                  <a:lnTo>
                    <a:pt x="0" y="1344168"/>
                  </a:lnTo>
                  <a:lnTo>
                    <a:pt x="0" y="1373124"/>
                  </a:lnTo>
                  <a:lnTo>
                    <a:pt x="359664" y="1373124"/>
                  </a:lnTo>
                  <a:lnTo>
                    <a:pt x="359664" y="1402080"/>
                  </a:lnTo>
                  <a:lnTo>
                    <a:pt x="417576" y="1373124"/>
                  </a:lnTo>
                  <a:lnTo>
                    <a:pt x="446532" y="1358646"/>
                  </a:lnTo>
                  <a:close/>
                </a:path>
                <a:path w="447040" h="1402080">
                  <a:moveTo>
                    <a:pt x="446532" y="43434"/>
                  </a:moveTo>
                  <a:lnTo>
                    <a:pt x="417576" y="28956"/>
                  </a:lnTo>
                  <a:lnTo>
                    <a:pt x="359664" y="0"/>
                  </a:lnTo>
                  <a:lnTo>
                    <a:pt x="359664" y="28956"/>
                  </a:lnTo>
                  <a:lnTo>
                    <a:pt x="0" y="28956"/>
                  </a:lnTo>
                  <a:lnTo>
                    <a:pt x="0" y="57912"/>
                  </a:lnTo>
                  <a:lnTo>
                    <a:pt x="359664" y="57912"/>
                  </a:lnTo>
                  <a:lnTo>
                    <a:pt x="359664" y="86868"/>
                  </a:lnTo>
                  <a:lnTo>
                    <a:pt x="417576" y="57912"/>
                  </a:lnTo>
                  <a:lnTo>
                    <a:pt x="446532" y="4343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657458" y="953261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657458" y="223151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7479030" y="4695444"/>
            <a:ext cx="2596515" cy="1031875"/>
            <a:chOff x="7479030" y="4695444"/>
            <a:chExt cx="2596515" cy="1031875"/>
          </a:xfrm>
        </p:grpSpPr>
        <p:sp>
          <p:nvSpPr>
            <p:cNvPr id="50" name="object 50" descr=""/>
            <p:cNvSpPr/>
            <p:nvPr/>
          </p:nvSpPr>
          <p:spPr>
            <a:xfrm>
              <a:off x="7888986" y="4709922"/>
              <a:ext cx="2171700" cy="1003300"/>
            </a:xfrm>
            <a:custGeom>
              <a:avLst/>
              <a:gdLst/>
              <a:ahLst/>
              <a:cxnLst/>
              <a:rect l="l" t="t" r="r" b="b"/>
              <a:pathLst>
                <a:path w="2171700" h="1003300">
                  <a:moveTo>
                    <a:pt x="0" y="167131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2" y="0"/>
                  </a:lnTo>
                  <a:lnTo>
                    <a:pt x="2004568" y="0"/>
                  </a:lnTo>
                  <a:lnTo>
                    <a:pt x="2049006" y="5968"/>
                  </a:lnTo>
                  <a:lnTo>
                    <a:pt x="2088933" y="22812"/>
                  </a:lnTo>
                  <a:lnTo>
                    <a:pt x="2122757" y="48942"/>
                  </a:lnTo>
                  <a:lnTo>
                    <a:pt x="2148887" y="82766"/>
                  </a:lnTo>
                  <a:lnTo>
                    <a:pt x="2165731" y="122693"/>
                  </a:lnTo>
                  <a:lnTo>
                    <a:pt x="2171700" y="167131"/>
                  </a:lnTo>
                  <a:lnTo>
                    <a:pt x="2171700" y="835659"/>
                  </a:lnTo>
                  <a:lnTo>
                    <a:pt x="2165731" y="880090"/>
                  </a:lnTo>
                  <a:lnTo>
                    <a:pt x="2148887" y="920014"/>
                  </a:lnTo>
                  <a:lnTo>
                    <a:pt x="2122757" y="953839"/>
                  </a:lnTo>
                  <a:lnTo>
                    <a:pt x="2088933" y="979973"/>
                  </a:lnTo>
                  <a:lnTo>
                    <a:pt x="2049006" y="996821"/>
                  </a:lnTo>
                  <a:lnTo>
                    <a:pt x="2004568" y="1002791"/>
                  </a:lnTo>
                  <a:lnTo>
                    <a:pt x="167132" y="1002791"/>
                  </a:lnTo>
                  <a:lnTo>
                    <a:pt x="122693" y="996821"/>
                  </a:lnTo>
                  <a:lnTo>
                    <a:pt x="82766" y="979973"/>
                  </a:lnTo>
                  <a:lnTo>
                    <a:pt x="48942" y="953839"/>
                  </a:lnTo>
                  <a:lnTo>
                    <a:pt x="22812" y="920014"/>
                  </a:lnTo>
                  <a:lnTo>
                    <a:pt x="5968" y="880090"/>
                  </a:lnTo>
                  <a:lnTo>
                    <a:pt x="0" y="835659"/>
                  </a:lnTo>
                  <a:lnTo>
                    <a:pt x="0" y="167131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479030" y="5173980"/>
              <a:ext cx="410209" cy="86995"/>
            </a:xfrm>
            <a:custGeom>
              <a:avLst/>
              <a:gdLst/>
              <a:ahLst/>
              <a:cxnLst/>
              <a:rect l="l" t="t" r="r" b="b"/>
              <a:pathLst>
                <a:path w="410209" h="86995">
                  <a:moveTo>
                    <a:pt x="323088" y="0"/>
                  </a:moveTo>
                  <a:lnTo>
                    <a:pt x="323088" y="86868"/>
                  </a:lnTo>
                  <a:lnTo>
                    <a:pt x="381000" y="57912"/>
                  </a:lnTo>
                  <a:lnTo>
                    <a:pt x="337566" y="57912"/>
                  </a:lnTo>
                  <a:lnTo>
                    <a:pt x="337566" y="28956"/>
                  </a:lnTo>
                  <a:lnTo>
                    <a:pt x="381000" y="28956"/>
                  </a:lnTo>
                  <a:lnTo>
                    <a:pt x="323088" y="0"/>
                  </a:lnTo>
                  <a:close/>
                </a:path>
                <a:path w="410209" h="86995">
                  <a:moveTo>
                    <a:pt x="32308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323088" y="57912"/>
                  </a:lnTo>
                  <a:lnTo>
                    <a:pt x="323088" y="28956"/>
                  </a:lnTo>
                  <a:close/>
                </a:path>
                <a:path w="410209" h="86995">
                  <a:moveTo>
                    <a:pt x="381000" y="28956"/>
                  </a:moveTo>
                  <a:lnTo>
                    <a:pt x="337566" y="28956"/>
                  </a:lnTo>
                  <a:lnTo>
                    <a:pt x="337566" y="57912"/>
                  </a:lnTo>
                  <a:lnTo>
                    <a:pt x="381000" y="57912"/>
                  </a:lnTo>
                  <a:lnTo>
                    <a:pt x="409955" y="43434"/>
                  </a:lnTo>
                  <a:lnTo>
                    <a:pt x="381000" y="28956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/>
          <p:nvPr/>
        </p:nvSpPr>
        <p:spPr>
          <a:xfrm>
            <a:off x="7479030" y="5826252"/>
            <a:ext cx="410209" cy="86995"/>
          </a:xfrm>
          <a:custGeom>
            <a:avLst/>
            <a:gdLst/>
            <a:ahLst/>
            <a:cxnLst/>
            <a:rect l="l" t="t" r="r" b="b"/>
            <a:pathLst>
              <a:path w="410209" h="86995">
                <a:moveTo>
                  <a:pt x="323088" y="0"/>
                </a:moveTo>
                <a:lnTo>
                  <a:pt x="323088" y="86868"/>
                </a:lnTo>
                <a:lnTo>
                  <a:pt x="381000" y="57912"/>
                </a:lnTo>
                <a:lnTo>
                  <a:pt x="337566" y="57912"/>
                </a:lnTo>
                <a:lnTo>
                  <a:pt x="337566" y="28956"/>
                </a:lnTo>
                <a:lnTo>
                  <a:pt x="381000" y="28956"/>
                </a:lnTo>
                <a:lnTo>
                  <a:pt x="323088" y="0"/>
                </a:lnTo>
                <a:close/>
              </a:path>
              <a:path w="410209" h="86995">
                <a:moveTo>
                  <a:pt x="32308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323088" y="57912"/>
                </a:lnTo>
                <a:lnTo>
                  <a:pt x="323088" y="28956"/>
                </a:lnTo>
                <a:close/>
              </a:path>
              <a:path w="410209" h="86995">
                <a:moveTo>
                  <a:pt x="381000" y="28956"/>
                </a:moveTo>
                <a:lnTo>
                  <a:pt x="337566" y="28956"/>
                </a:lnTo>
                <a:lnTo>
                  <a:pt x="337566" y="57912"/>
                </a:lnTo>
                <a:lnTo>
                  <a:pt x="381000" y="57912"/>
                </a:lnTo>
                <a:lnTo>
                  <a:pt x="409955" y="43434"/>
                </a:lnTo>
                <a:lnTo>
                  <a:pt x="381000" y="2895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7479030" y="4517135"/>
            <a:ext cx="410209" cy="86995"/>
          </a:xfrm>
          <a:custGeom>
            <a:avLst/>
            <a:gdLst/>
            <a:ahLst/>
            <a:cxnLst/>
            <a:rect l="l" t="t" r="r" b="b"/>
            <a:pathLst>
              <a:path w="410209" h="86995">
                <a:moveTo>
                  <a:pt x="323088" y="0"/>
                </a:moveTo>
                <a:lnTo>
                  <a:pt x="323088" y="86868"/>
                </a:lnTo>
                <a:lnTo>
                  <a:pt x="381000" y="57912"/>
                </a:lnTo>
                <a:lnTo>
                  <a:pt x="337566" y="57912"/>
                </a:lnTo>
                <a:lnTo>
                  <a:pt x="337566" y="28956"/>
                </a:lnTo>
                <a:lnTo>
                  <a:pt x="381000" y="28956"/>
                </a:lnTo>
                <a:lnTo>
                  <a:pt x="323088" y="0"/>
                </a:lnTo>
                <a:close/>
              </a:path>
              <a:path w="410209" h="86995">
                <a:moveTo>
                  <a:pt x="32308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323088" y="57912"/>
                </a:lnTo>
                <a:lnTo>
                  <a:pt x="323088" y="28956"/>
                </a:lnTo>
                <a:close/>
              </a:path>
              <a:path w="410209" h="86995">
                <a:moveTo>
                  <a:pt x="381000" y="28956"/>
                </a:moveTo>
                <a:lnTo>
                  <a:pt x="337566" y="28956"/>
                </a:lnTo>
                <a:lnTo>
                  <a:pt x="337566" y="57912"/>
                </a:lnTo>
                <a:lnTo>
                  <a:pt x="381000" y="57912"/>
                </a:lnTo>
                <a:lnTo>
                  <a:pt x="409955" y="43433"/>
                </a:lnTo>
                <a:lnTo>
                  <a:pt x="381000" y="2895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0060685" y="4090415"/>
            <a:ext cx="410209" cy="86995"/>
          </a:xfrm>
          <a:custGeom>
            <a:avLst/>
            <a:gdLst/>
            <a:ahLst/>
            <a:cxnLst/>
            <a:rect l="l" t="t" r="r" b="b"/>
            <a:pathLst>
              <a:path w="410209" h="86995">
                <a:moveTo>
                  <a:pt x="323088" y="0"/>
                </a:moveTo>
                <a:lnTo>
                  <a:pt x="323088" y="86867"/>
                </a:lnTo>
                <a:lnTo>
                  <a:pt x="381000" y="57911"/>
                </a:lnTo>
                <a:lnTo>
                  <a:pt x="337566" y="57911"/>
                </a:lnTo>
                <a:lnTo>
                  <a:pt x="337566" y="28955"/>
                </a:lnTo>
                <a:lnTo>
                  <a:pt x="381000" y="28955"/>
                </a:lnTo>
                <a:lnTo>
                  <a:pt x="323088" y="0"/>
                </a:lnTo>
                <a:close/>
              </a:path>
              <a:path w="410209" h="86995">
                <a:moveTo>
                  <a:pt x="323088" y="28955"/>
                </a:moveTo>
                <a:lnTo>
                  <a:pt x="0" y="28955"/>
                </a:lnTo>
                <a:lnTo>
                  <a:pt x="0" y="57911"/>
                </a:lnTo>
                <a:lnTo>
                  <a:pt x="323088" y="57911"/>
                </a:lnTo>
                <a:lnTo>
                  <a:pt x="323088" y="28955"/>
                </a:lnTo>
                <a:close/>
              </a:path>
              <a:path w="410209" h="86995">
                <a:moveTo>
                  <a:pt x="381000" y="28955"/>
                </a:moveTo>
                <a:lnTo>
                  <a:pt x="337566" y="28955"/>
                </a:lnTo>
                <a:lnTo>
                  <a:pt x="337566" y="57911"/>
                </a:lnTo>
                <a:lnTo>
                  <a:pt x="381000" y="57911"/>
                </a:lnTo>
                <a:lnTo>
                  <a:pt x="409956" y="43433"/>
                </a:lnTo>
                <a:lnTo>
                  <a:pt x="381000" y="2895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0060685" y="5907023"/>
            <a:ext cx="410209" cy="86995"/>
          </a:xfrm>
          <a:custGeom>
            <a:avLst/>
            <a:gdLst/>
            <a:ahLst/>
            <a:cxnLst/>
            <a:rect l="l" t="t" r="r" b="b"/>
            <a:pathLst>
              <a:path w="410209" h="86995">
                <a:moveTo>
                  <a:pt x="323088" y="0"/>
                </a:moveTo>
                <a:lnTo>
                  <a:pt x="323088" y="86867"/>
                </a:lnTo>
                <a:lnTo>
                  <a:pt x="381000" y="57912"/>
                </a:lnTo>
                <a:lnTo>
                  <a:pt x="337566" y="57912"/>
                </a:lnTo>
                <a:lnTo>
                  <a:pt x="337566" y="28956"/>
                </a:lnTo>
                <a:lnTo>
                  <a:pt x="381000" y="28956"/>
                </a:lnTo>
                <a:lnTo>
                  <a:pt x="323088" y="0"/>
                </a:lnTo>
                <a:close/>
              </a:path>
              <a:path w="410209" h="86995">
                <a:moveTo>
                  <a:pt x="32308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323088" y="57912"/>
                </a:lnTo>
                <a:lnTo>
                  <a:pt x="323088" y="28956"/>
                </a:lnTo>
                <a:close/>
              </a:path>
              <a:path w="410209" h="86995">
                <a:moveTo>
                  <a:pt x="381000" y="28956"/>
                </a:moveTo>
                <a:lnTo>
                  <a:pt x="337566" y="28956"/>
                </a:lnTo>
                <a:lnTo>
                  <a:pt x="337566" y="57912"/>
                </a:lnTo>
                <a:lnTo>
                  <a:pt x="381000" y="57912"/>
                </a:lnTo>
                <a:lnTo>
                  <a:pt x="409956" y="43434"/>
                </a:lnTo>
                <a:lnTo>
                  <a:pt x="381000" y="2895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8859773" y="4202125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0" b="1">
                <a:solidFill>
                  <a:srgbClr val="4471C4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Design</a:t>
            </a:r>
            <a:r>
              <a:rPr dirty="0" spc="-185"/>
              <a:t> </a:t>
            </a:r>
            <a:r>
              <a:rPr dirty="0" spc="-45"/>
              <a:t>Procedure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971" y="2533105"/>
            <a:ext cx="8596730" cy="7747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255" y="3531936"/>
            <a:ext cx="8682916" cy="15148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Design</a:t>
            </a:r>
            <a:r>
              <a:rPr dirty="0" spc="-185"/>
              <a:t> </a:t>
            </a:r>
            <a:r>
              <a:rPr dirty="0" spc="-45"/>
              <a:t>Procedure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1756830"/>
            <a:ext cx="9936480" cy="413702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384"/>
              </a:spcBef>
              <a:buAutoNum type="arabicPeriod"/>
              <a:tabLst>
                <a:tab pos="622300" algn="l"/>
              </a:tabLst>
            </a:pPr>
            <a:r>
              <a:rPr dirty="0" sz="2800" spc="-10"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 lvl="1" marL="1003300" indent="-5334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 spc="-10">
                <a:latin typeface="Calibri"/>
                <a:cs typeface="Calibri"/>
              </a:rPr>
              <a:t>Write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specification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circuit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already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available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622300" algn="l"/>
              </a:tabLst>
            </a:pPr>
            <a:r>
              <a:rPr dirty="0" sz="2800" spc="-10">
                <a:latin typeface="Calibri"/>
                <a:cs typeface="Calibri"/>
              </a:rPr>
              <a:t>Formulation</a:t>
            </a:r>
            <a:endParaRPr sz="2800">
              <a:latin typeface="Calibri"/>
              <a:cs typeface="Calibri"/>
            </a:endParaRPr>
          </a:p>
          <a:p>
            <a:pPr lvl="1" marL="1003300" marR="5080" indent="-533400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>
                <a:latin typeface="Calibri"/>
                <a:cs typeface="Calibri"/>
              </a:rPr>
              <a:t>Derive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truth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table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initial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Boolean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equations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required relationships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inputs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outputs,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specification</a:t>
            </a:r>
            <a:endParaRPr sz="2400">
              <a:latin typeface="Calibri"/>
              <a:cs typeface="Calibri"/>
            </a:endParaRPr>
          </a:p>
          <a:p>
            <a:pPr lvl="1" marL="1003300" indent="-53340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>
                <a:latin typeface="Calibri"/>
                <a:cs typeface="Calibri"/>
              </a:rPr>
              <a:t>Apply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hierarchical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design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appropriate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622300" algn="l"/>
              </a:tabLst>
            </a:pPr>
            <a:r>
              <a:rPr dirty="0" sz="2800" spc="-10">
                <a:latin typeface="Calibri"/>
                <a:cs typeface="Calibri"/>
              </a:rPr>
              <a:t>Optimization</a:t>
            </a:r>
            <a:endParaRPr sz="2800">
              <a:latin typeface="Calibri"/>
              <a:cs typeface="Calibri"/>
            </a:endParaRPr>
          </a:p>
          <a:p>
            <a:pPr lvl="1" marL="1003300" indent="-5334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>
                <a:latin typeface="Calibri"/>
                <a:cs typeface="Calibri"/>
              </a:rPr>
              <a:t>Apply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2-</a:t>
            </a:r>
            <a:r>
              <a:rPr dirty="0" sz="2400">
                <a:latin typeface="Calibri"/>
                <a:cs typeface="Calibri"/>
              </a:rPr>
              <a:t>level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multiple-</a:t>
            </a:r>
            <a:r>
              <a:rPr dirty="0" sz="2400">
                <a:latin typeface="Calibri"/>
                <a:cs typeface="Calibri"/>
              </a:rPr>
              <a:t>level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optimization</a:t>
            </a:r>
            <a:endParaRPr sz="2400">
              <a:latin typeface="Calibri"/>
              <a:cs typeface="Calibri"/>
            </a:endParaRPr>
          </a:p>
          <a:p>
            <a:pPr lvl="1" marL="1003300" marR="344805" indent="-533400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>
                <a:latin typeface="Calibri"/>
                <a:cs typeface="Calibri"/>
              </a:rPr>
              <a:t>Draw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logic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diagram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netlist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resulting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circuit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>
                <a:latin typeface="Calibri"/>
                <a:cs typeface="Calibri"/>
              </a:rPr>
              <a:t>ANDs,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ORs,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inverters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Design</a:t>
            </a:r>
            <a:r>
              <a:rPr dirty="0" spc="-185"/>
              <a:t> </a:t>
            </a:r>
            <a:r>
              <a:rPr dirty="0" spc="-45"/>
              <a:t>Procedure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1756830"/>
            <a:ext cx="10355580" cy="1789430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384"/>
              </a:spcBef>
              <a:buAutoNum type="arabicPeriod" startAt="4"/>
              <a:tabLst>
                <a:tab pos="622300" algn="l"/>
              </a:tabLst>
            </a:pPr>
            <a:r>
              <a:rPr dirty="0" sz="2800" spc="-25">
                <a:latin typeface="Calibri"/>
                <a:cs typeface="Calibri"/>
              </a:rPr>
              <a:t>Technology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Mapping</a:t>
            </a:r>
            <a:endParaRPr sz="2800">
              <a:latin typeface="Calibri"/>
              <a:cs typeface="Calibri"/>
            </a:endParaRPr>
          </a:p>
          <a:p>
            <a:pPr lvl="1" marL="1003300" indent="-5334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>
                <a:latin typeface="Calibri"/>
                <a:cs typeface="Calibri"/>
              </a:rPr>
              <a:t>Map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logic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diagram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netlist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implementation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technology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selected</a:t>
            </a:r>
            <a:endParaRPr sz="24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630"/>
              </a:spcBef>
              <a:buAutoNum type="arabicPeriod" startAt="4"/>
              <a:tabLst>
                <a:tab pos="622300" algn="l"/>
              </a:tabLst>
            </a:pPr>
            <a:r>
              <a:rPr dirty="0" sz="2800" spc="-10">
                <a:latin typeface="Calibri"/>
                <a:cs typeface="Calibri"/>
              </a:rPr>
              <a:t>Verification</a:t>
            </a:r>
            <a:endParaRPr sz="2800">
              <a:latin typeface="Calibri"/>
              <a:cs typeface="Calibri"/>
            </a:endParaRPr>
          </a:p>
          <a:p>
            <a:pPr lvl="1" marL="1003300" indent="-5334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003300" algn="l"/>
              </a:tabLst>
            </a:pPr>
            <a:r>
              <a:rPr dirty="0" sz="2400" spc="-10">
                <a:latin typeface="Calibri"/>
                <a:cs typeface="Calibri"/>
              </a:rPr>
              <a:t>Verify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correctness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design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manually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simulation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74250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Example:</a:t>
            </a:r>
            <a:r>
              <a:rPr dirty="0" spc="-155"/>
              <a:t> </a:t>
            </a:r>
            <a:r>
              <a:rPr dirty="0" spc="-20"/>
              <a:t>Design</a:t>
            </a:r>
            <a:r>
              <a:rPr dirty="0" spc="-180"/>
              <a:t> </a:t>
            </a:r>
            <a:r>
              <a:rPr dirty="0"/>
              <a:t>a</a:t>
            </a:r>
            <a:r>
              <a:rPr dirty="0" spc="-130"/>
              <a:t> </a:t>
            </a:r>
            <a:r>
              <a:rPr dirty="0" spc="-30"/>
              <a:t>circuit</a:t>
            </a:r>
            <a:r>
              <a:rPr dirty="0" spc="-155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947" y="2025395"/>
            <a:ext cx="9214104" cy="29114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6427114"/>
            <a:ext cx="1108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dirty="0" sz="1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Part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279650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Dania Batool</dc:creator>
  <dc:title>Digital Logic Design</dc:title>
  <dcterms:created xsi:type="dcterms:W3CDTF">2025-02-17T06:13:30Z</dcterms:created>
  <dcterms:modified xsi:type="dcterms:W3CDTF">2025-02-17T06:13:30Z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2025-02-17T00:00:00Z</vt:filetime>
  </property>
  <property fmtid="{D5CDD505-2E9C-101B-9397-08002B2CF9AE}" pid="5" name="Producer">
    <vt:lpwstr>Microsoft® PowerPoint® 2013</vt:lpwstr>
  </property>
</Properties>
</file>