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0" r:id="rId11"/>
    <p:sldId id="262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2/13/2018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EE227 –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KARANUGH </a:t>
            </a:r>
            <a:r>
              <a:rPr lang="en-US" dirty="0" smtClean="0"/>
              <a:t>Map (K – Map) </a:t>
            </a:r>
            <a:r>
              <a:rPr lang="en-US" dirty="0"/>
              <a:t>Method </a:t>
            </a:r>
            <a:endParaRPr lang="en-US" dirty="0" smtClean="0"/>
          </a:p>
          <a:p>
            <a:pPr lvl="1"/>
            <a:r>
              <a:rPr lang="en-US" dirty="0"/>
              <a:t>W</a:t>
            </a:r>
            <a:r>
              <a:rPr lang="en-US" dirty="0" smtClean="0"/>
              <a:t>ith 2 variables </a:t>
            </a:r>
          </a:p>
          <a:p>
            <a:pPr lvl="1"/>
            <a:r>
              <a:rPr lang="en-US" dirty="0" smtClean="0"/>
              <a:t>With 3 variables</a:t>
            </a:r>
          </a:p>
          <a:p>
            <a:pPr lvl="1"/>
            <a:r>
              <a:rPr lang="en-US" dirty="0" smtClean="0"/>
              <a:t>With 4 </a:t>
            </a:r>
            <a:r>
              <a:rPr lang="en-US" dirty="0"/>
              <a:t>variables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KARANUGH </a:t>
            </a:r>
            <a:r>
              <a:rPr lang="en-US" dirty="0" smtClean="0"/>
              <a:t>Map (K – Map)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 – Map is </a:t>
            </a:r>
            <a:r>
              <a:rPr lang="en-US" dirty="0"/>
              <a:t>a pictorial method used to minimize Boolean expressions without having to use Boolean algebra theorems and equation </a:t>
            </a:r>
            <a:r>
              <a:rPr lang="en-US" dirty="0" smtClean="0"/>
              <a:t>manipulations</a:t>
            </a:r>
          </a:p>
          <a:p>
            <a:r>
              <a:rPr lang="en-US" dirty="0" smtClean="0"/>
              <a:t>It is thought as a special version of a truth table</a:t>
            </a:r>
          </a:p>
          <a:p>
            <a:r>
              <a:rPr lang="en-US" dirty="0"/>
              <a:t>Using a K-map, expressions with two to four variables are easily </a:t>
            </a:r>
            <a:r>
              <a:rPr lang="en-US" dirty="0" smtClean="0"/>
              <a:t>minimized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6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Generating K – Map (1/2)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699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 k map will contain 2</a:t>
            </a:r>
            <a:r>
              <a:rPr lang="en-US" baseline="30000" dirty="0" smtClean="0"/>
              <a:t>n</a:t>
            </a:r>
            <a:r>
              <a:rPr lang="en-US" dirty="0" smtClean="0"/>
              <a:t> squares</a:t>
            </a:r>
          </a:p>
          <a:p>
            <a:pPr lvl="1"/>
            <a:r>
              <a:rPr lang="en-US" dirty="0" smtClean="0"/>
              <a:t>Where n is the number of variables in the expression</a:t>
            </a:r>
          </a:p>
          <a:p>
            <a:r>
              <a:rPr lang="en-US" dirty="0" smtClean="0"/>
              <a:t>While </a:t>
            </a:r>
            <a:r>
              <a:rPr lang="en-US" dirty="0"/>
              <a:t>generating a k-map one should keep in mind that  </a:t>
            </a:r>
            <a:r>
              <a:rPr lang="en-US" b="1" dirty="0" smtClean="0"/>
              <a:t>any </a:t>
            </a:r>
            <a:r>
              <a:rPr lang="en-US" b="1" dirty="0"/>
              <a:t>two adjacent </a:t>
            </a:r>
            <a:r>
              <a:rPr lang="en-US" b="1" dirty="0" smtClean="0"/>
              <a:t>squares in </a:t>
            </a:r>
            <a:r>
              <a:rPr lang="en-US" b="1" dirty="0"/>
              <a:t>the map differ by only one </a:t>
            </a:r>
            <a:r>
              <a:rPr lang="en-US" b="1" dirty="0" smtClean="0"/>
              <a:t>bit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4191000"/>
            <a:ext cx="56578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81475"/>
            <a:ext cx="29718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85800" y="58028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two variables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172075" y="58790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three 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53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Generating K – Map (2/2)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four variables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2371725"/>
            <a:ext cx="6848475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569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K-Map </a:t>
            </a:r>
            <a:r>
              <a:rPr lang="en-US" dirty="0"/>
              <a:t>- Rules of </a:t>
            </a:r>
            <a:r>
              <a:rPr lang="en-US" dirty="0" smtClean="0"/>
              <a:t>Simplification (1/4)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527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While using k-map we group the 1’s present in the k-map table and note the variables which are not changing</a:t>
            </a:r>
          </a:p>
          <a:p>
            <a:r>
              <a:rPr lang="en-US" dirty="0" smtClean="0"/>
              <a:t>Here are some rules for simplification and grouping of 1’s</a:t>
            </a:r>
          </a:p>
          <a:p>
            <a:pPr lvl="1"/>
            <a:r>
              <a:rPr lang="en-US" dirty="0"/>
              <a:t>Groups may not include any cell containing a zero </a:t>
            </a:r>
            <a:endParaRPr lang="en-US" dirty="0" smtClean="0"/>
          </a:p>
          <a:p>
            <a:pPr lvl="1"/>
            <a:r>
              <a:rPr lang="en-US" dirty="0"/>
              <a:t>Groups may be horizontal or vertical, but not </a:t>
            </a:r>
            <a:r>
              <a:rPr lang="en-US" dirty="0" smtClean="0"/>
              <a:t>diagonal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4800600"/>
            <a:ext cx="78295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353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K-Map </a:t>
            </a:r>
            <a:r>
              <a:rPr lang="en-US" dirty="0"/>
              <a:t>- Rules of </a:t>
            </a:r>
            <a:r>
              <a:rPr lang="en-US" dirty="0" smtClean="0"/>
              <a:t>Simplification (2/4)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458200" cy="41147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Groups must contain 1, 2, 4, 8, or in general 2</a:t>
            </a:r>
            <a:r>
              <a:rPr lang="en-US" baseline="30000" dirty="0"/>
              <a:t>n</a:t>
            </a:r>
            <a:r>
              <a:rPr lang="en-US" dirty="0"/>
              <a:t> </a:t>
            </a:r>
            <a:r>
              <a:rPr lang="en-US" dirty="0" smtClean="0"/>
              <a:t>cells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group should be as </a:t>
            </a:r>
            <a:r>
              <a:rPr lang="en-US" dirty="0" smtClean="0"/>
              <a:t>large </a:t>
            </a:r>
            <a:r>
              <a:rPr lang="en-US" dirty="0"/>
              <a:t>as </a:t>
            </a:r>
            <a:r>
              <a:rPr lang="en-US" dirty="0" smtClean="0"/>
              <a:t>possible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cell containing a one must be in at least one group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26920"/>
            <a:ext cx="4471007" cy="109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581400"/>
            <a:ext cx="3458817" cy="109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983" y="5227320"/>
            <a:ext cx="4076817" cy="109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728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K-Map </a:t>
            </a:r>
            <a:r>
              <a:rPr lang="en-US" dirty="0"/>
              <a:t>- Rules of </a:t>
            </a:r>
            <a:r>
              <a:rPr lang="en-US" dirty="0" smtClean="0"/>
              <a:t>Simplification (3/4)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458200" cy="30479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Groups may </a:t>
            </a:r>
            <a:r>
              <a:rPr lang="en-US" dirty="0" smtClean="0"/>
              <a:t>overlap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Groups may wrap around the table. The leftmost cell in a row may be grouped with the rightmost cell and the top cell in a column may be grouped with the bottom cell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607" y="2072640"/>
            <a:ext cx="7317793" cy="128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4572000"/>
            <a:ext cx="38195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748212"/>
            <a:ext cx="25527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75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K-Map </a:t>
            </a:r>
            <a:r>
              <a:rPr lang="en-US" dirty="0"/>
              <a:t>- Rules of </a:t>
            </a:r>
            <a:r>
              <a:rPr lang="en-US" dirty="0" smtClean="0"/>
              <a:t>Simplification (4/4)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05800" cy="3047999"/>
          </a:xfrm>
        </p:spPr>
        <p:txBody>
          <a:bodyPr>
            <a:normAutofit/>
          </a:bodyPr>
          <a:lstStyle/>
          <a:p>
            <a:r>
              <a:rPr lang="en-US" dirty="0"/>
              <a:t>There should be as few groups as possible, as long as this does not contradict any of the previous rules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656" y="3428999"/>
            <a:ext cx="4133850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05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 – Map Simplification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Populate the k-map</a:t>
            </a:r>
          </a:p>
          <a:p>
            <a:pPr lvl="1"/>
            <a:r>
              <a:rPr lang="en-US" dirty="0" smtClean="0"/>
              <a:t>By using truth table</a:t>
            </a:r>
          </a:p>
          <a:p>
            <a:pPr lvl="1"/>
            <a:r>
              <a:rPr lang="en-US" dirty="0" smtClean="0"/>
              <a:t>Or by using </a:t>
            </a:r>
            <a:r>
              <a:rPr lang="en-US" dirty="0" err="1" smtClean="0"/>
              <a:t>minterms</a:t>
            </a:r>
            <a:endParaRPr lang="en-US" dirty="0" smtClean="0"/>
          </a:p>
          <a:p>
            <a:pPr lvl="2"/>
            <a:r>
              <a:rPr lang="en-US" dirty="0" smtClean="0"/>
              <a:t>Introduce all the variables in each term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Form the groups by considering the rules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Note the constant variables for each group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Multiply the constant variables of each group to form a term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Add all the terms to obtain the simplified Boolean function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1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 – Map with Two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Simplify the following expression by using k-map</a:t>
            </a:r>
          </a:p>
          <a:p>
            <a:pPr marL="0" indent="0" algn="ctr">
              <a:buNone/>
            </a:pPr>
            <a:r>
              <a:rPr lang="en-US" dirty="0" smtClean="0"/>
              <a:t>F = A’B + AB’ + AB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The simplified expression is</a:t>
            </a:r>
          </a:p>
          <a:p>
            <a:pPr marL="0" indent="0" algn="ctr">
              <a:buNone/>
            </a:pPr>
            <a:r>
              <a:rPr lang="en-US" dirty="0" smtClean="0"/>
              <a:t>F = A + B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267652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529" y="3200400"/>
            <a:ext cx="15335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305175"/>
            <a:ext cx="148590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3962400" y="2514600"/>
            <a:ext cx="914400" cy="1295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544291" y="2514600"/>
            <a:ext cx="332509" cy="17526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029200" y="2514600"/>
            <a:ext cx="762000" cy="1752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28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 – Map with Three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Simplify the following Boolean function by using k-map</a:t>
            </a:r>
          </a:p>
          <a:p>
            <a:pPr marL="0" indent="0">
              <a:buNone/>
            </a:pPr>
            <a:r>
              <a:rPr lang="en-US" dirty="0" smtClean="0"/>
              <a:t>F = A’B’C’ + A’B + ABC’ + AC</a:t>
            </a:r>
          </a:p>
          <a:p>
            <a:pPr marL="0" indent="0">
              <a:buNone/>
            </a:pPr>
            <a:r>
              <a:rPr lang="en-US" dirty="0" smtClean="0"/>
              <a:t>F = A’B’C’ + A’B(C + C’) + ABC’ + AC(B + B’)</a:t>
            </a:r>
          </a:p>
          <a:p>
            <a:pPr marL="0" indent="0">
              <a:buNone/>
            </a:pPr>
            <a:r>
              <a:rPr lang="en-US" dirty="0" smtClean="0"/>
              <a:t>F = A’B’C’ + A’BC + A’BC’ + ABC’ + ABC + AB’C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572000"/>
            <a:ext cx="24288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572000"/>
            <a:ext cx="240030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037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– Map with </a:t>
            </a:r>
            <a:r>
              <a:rPr lang="en-US" dirty="0" smtClean="0"/>
              <a:t>Four Variables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676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Simplify the following Boolean function by using k-map</a:t>
            </a:r>
          </a:p>
          <a:p>
            <a:pPr marL="0" indent="0" algn="ctr">
              <a:buNone/>
            </a:pPr>
            <a:r>
              <a:rPr lang="en-US" dirty="0" smtClean="0"/>
              <a:t>F = A’B’C’ + B’CD + A’BCD’ + AB’C’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200" b="1" dirty="0" smtClean="0"/>
              <a:t>F = A’B’C’D + A’B’C’D’ + AB’CD + A’B’CD + A’BCD’ + AB’C’D + AB’C’D’</a:t>
            </a:r>
            <a:endParaRPr lang="en-US" sz="2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13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24200"/>
            <a:ext cx="361950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184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– Map with </a:t>
            </a:r>
            <a:r>
              <a:rPr lang="en-US" dirty="0" smtClean="0"/>
              <a:t>Four Variables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676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Simplify the following Boolean function by using k-map</a:t>
            </a:r>
          </a:p>
          <a:p>
            <a:pPr marL="0" indent="0" algn="ctr">
              <a:buNone/>
            </a:pPr>
            <a:r>
              <a:rPr lang="en-US" dirty="0" smtClean="0"/>
              <a:t>F = A’B’C’D’ + AC’D’ + B’CD’ + A’BCD + BC’D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200" b="1" dirty="0" smtClean="0"/>
              <a:t>F = A’B’C’D + ABC’D’ + AB’C’D’ + A’B’CD’ + AB’CD’ + A’BCD</a:t>
            </a:r>
            <a:r>
              <a:rPr lang="en-US" sz="2200" b="1" dirty="0"/>
              <a:t> + </a:t>
            </a:r>
            <a:r>
              <a:rPr lang="en-US" sz="2200" b="1" dirty="0" smtClean="0"/>
              <a:t>A’BC’D + ABC’D</a:t>
            </a:r>
            <a:endParaRPr lang="en-US" sz="2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14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057525"/>
            <a:ext cx="3876675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66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Simplify the following Boolean functions by using k-map method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F</a:t>
            </a:r>
            <a:r>
              <a:rPr lang="en-US" baseline="-25000" dirty="0" smtClean="0"/>
              <a:t>1</a:t>
            </a:r>
            <a:r>
              <a:rPr lang="en-US" dirty="0" smtClean="0"/>
              <a:t> = </a:t>
            </a:r>
            <a:r>
              <a:rPr lang="en-US" dirty="0" err="1" smtClean="0"/>
              <a:t>xy</a:t>
            </a:r>
            <a:r>
              <a:rPr lang="en-US" dirty="0" smtClean="0"/>
              <a:t> + </a:t>
            </a:r>
            <a:r>
              <a:rPr lang="en-US" dirty="0" err="1" smtClean="0"/>
              <a:t>x’y’z</a:t>
            </a:r>
            <a:r>
              <a:rPr lang="en-US" dirty="0" smtClean="0"/>
              <a:t>’ + </a:t>
            </a:r>
            <a:r>
              <a:rPr lang="en-US" dirty="0" err="1" smtClean="0"/>
              <a:t>x’yz</a:t>
            </a:r>
            <a:r>
              <a:rPr lang="en-US" dirty="0" smtClean="0"/>
              <a:t>’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F</a:t>
            </a:r>
            <a:r>
              <a:rPr lang="en-US" baseline="-25000" dirty="0" smtClean="0"/>
              <a:t>2</a:t>
            </a:r>
            <a:r>
              <a:rPr lang="en-US" dirty="0" smtClean="0"/>
              <a:t> = A’B + BC’ + BC + AB’C’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F</a:t>
            </a:r>
            <a:r>
              <a:rPr lang="en-US" baseline="-25000" dirty="0" smtClean="0"/>
              <a:t>3</a:t>
            </a:r>
            <a:r>
              <a:rPr lang="en-US" dirty="0" smtClean="0"/>
              <a:t> = M + MC + AC + AM + AMC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F(W,X,Y,Z) =     (</a:t>
            </a:r>
            <a:r>
              <a:rPr lang="en-US" dirty="0"/>
              <a:t>1, 4, 5, 6, 12, 14, 15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708075"/>
              </p:ext>
            </p:extLst>
          </p:nvPr>
        </p:nvGraphicFramePr>
        <p:xfrm>
          <a:off x="3200400" y="4267200"/>
          <a:ext cx="5257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3" imgW="291960" imgH="253800" progId="Equation.DSMT4">
                  <p:embed/>
                </p:oleObj>
              </mc:Choice>
              <mc:Fallback>
                <p:oleObj name="Equation" r:id="rId3" imgW="291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0400" y="4267200"/>
                        <a:ext cx="52578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19200" y="4800600"/>
            <a:ext cx="350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Answers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smtClean="0"/>
              <a:t>F1 = </a:t>
            </a:r>
            <a:r>
              <a:rPr lang="en-US" dirty="0" err="1" smtClean="0"/>
              <a:t>x’z</a:t>
            </a:r>
            <a:r>
              <a:rPr lang="en-US" dirty="0" smtClean="0"/>
              <a:t>’ + </a:t>
            </a:r>
            <a:r>
              <a:rPr lang="en-US" dirty="0" err="1" smtClean="0"/>
              <a:t>xy</a:t>
            </a:r>
            <a:endParaRPr lang="en-US" dirty="0" smtClean="0"/>
          </a:p>
          <a:p>
            <a:pPr marL="342900" indent="-342900">
              <a:buFont typeface="+mj-lt"/>
              <a:buAutoNum type="alphaLcParenR"/>
            </a:pPr>
            <a:r>
              <a:rPr lang="en-US" dirty="0" smtClean="0"/>
              <a:t>F2 = B + AC’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smtClean="0"/>
              <a:t>F3 = M + AC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smtClean="0"/>
              <a:t>F(</a:t>
            </a:r>
            <a:r>
              <a:rPr lang="en-US" dirty="0" err="1" smtClean="0"/>
              <a:t>w,x,y,z</a:t>
            </a:r>
            <a:r>
              <a:rPr lang="en-US" dirty="0" smtClean="0"/>
              <a:t>) = </a:t>
            </a:r>
            <a:r>
              <a:rPr lang="en-US" dirty="0" err="1" smtClean="0"/>
              <a:t>w’y’z</a:t>
            </a:r>
            <a:r>
              <a:rPr lang="en-US" dirty="0" smtClean="0"/>
              <a:t> + </a:t>
            </a:r>
            <a:r>
              <a:rPr lang="en-US" dirty="0" err="1" smtClean="0"/>
              <a:t>wxy</a:t>
            </a:r>
            <a:r>
              <a:rPr lang="en-US" dirty="0" smtClean="0"/>
              <a:t> + </a:t>
            </a:r>
            <a:r>
              <a:rPr lang="en-US" dirty="0" err="1" smtClean="0"/>
              <a:t>xz</a:t>
            </a:r>
            <a:r>
              <a:rPr lang="en-US" dirty="0" smtClean="0"/>
              <a:t>’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0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2994</TotalTime>
  <Words>788</Words>
  <Application>Microsoft Office PowerPoint</Application>
  <PresentationFormat>On-screen Show (4:3)</PresentationFormat>
  <Paragraphs>126</Paragraphs>
  <Slides>15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Equation</vt:lpstr>
      <vt:lpstr>EE227 – Digital Logic Design</vt:lpstr>
      <vt:lpstr>Outline</vt:lpstr>
      <vt:lpstr>KARANUGH Map (K – Map)</vt:lpstr>
      <vt:lpstr>Generating K – Map (1/2) </vt:lpstr>
      <vt:lpstr>Generating K – Map (2/2) </vt:lpstr>
      <vt:lpstr>K-Map - Rules of Simplification (1/4)</vt:lpstr>
      <vt:lpstr>K-Map - Rules of Simplification (2/4)</vt:lpstr>
      <vt:lpstr>K-Map - Rules of Simplification (3/4)</vt:lpstr>
      <vt:lpstr>K-Map - Rules of Simplification (4/4)</vt:lpstr>
      <vt:lpstr>K – Map Simplification Steps</vt:lpstr>
      <vt:lpstr>K – Map with Two Variables</vt:lpstr>
      <vt:lpstr>K – Map with Three Variables</vt:lpstr>
      <vt:lpstr>K – Map with Four Variables (1/2)</vt:lpstr>
      <vt:lpstr>K – Map with Four Variables (2/2)</vt:lpstr>
      <vt:lpstr>Practice Problem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sAjid</cp:lastModifiedBy>
  <cp:revision>139</cp:revision>
  <dcterms:created xsi:type="dcterms:W3CDTF">2018-01-21T13:37:44Z</dcterms:created>
  <dcterms:modified xsi:type="dcterms:W3CDTF">2018-02-13T08:30:50Z</dcterms:modified>
</cp:coreProperties>
</file>