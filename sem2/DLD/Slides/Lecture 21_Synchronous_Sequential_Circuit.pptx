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1" r:id="rId1"/>
  </p:sldMasterIdLst>
  <p:notesMasterIdLst>
    <p:notesMasterId r:id="rId78"/>
  </p:notesMasterIdLst>
  <p:handoutMasterIdLst>
    <p:handoutMasterId r:id="rId7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35" r:id="rId18"/>
    <p:sldId id="336" r:id="rId19"/>
    <p:sldId id="334" r:id="rId20"/>
    <p:sldId id="272" r:id="rId21"/>
    <p:sldId id="337" r:id="rId22"/>
    <p:sldId id="273" r:id="rId23"/>
    <p:sldId id="338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26" r:id="rId49"/>
    <p:sldId id="327" r:id="rId50"/>
    <p:sldId id="298" r:id="rId51"/>
    <p:sldId id="299" r:id="rId52"/>
    <p:sldId id="317" r:id="rId53"/>
    <p:sldId id="318" r:id="rId54"/>
    <p:sldId id="319" r:id="rId55"/>
    <p:sldId id="320" r:id="rId56"/>
    <p:sldId id="321" r:id="rId57"/>
    <p:sldId id="322" r:id="rId58"/>
    <p:sldId id="328" r:id="rId59"/>
    <p:sldId id="329" r:id="rId60"/>
    <p:sldId id="330" r:id="rId61"/>
    <p:sldId id="331" r:id="rId62"/>
    <p:sldId id="332" r:id="rId63"/>
    <p:sldId id="333" r:id="rId64"/>
    <p:sldId id="323" r:id="rId65"/>
    <p:sldId id="324" r:id="rId66"/>
    <p:sldId id="325" r:id="rId67"/>
    <p:sldId id="302" r:id="rId68"/>
    <p:sldId id="303" r:id="rId69"/>
    <p:sldId id="304" r:id="rId70"/>
    <p:sldId id="305" r:id="rId71"/>
    <p:sldId id="306" r:id="rId72"/>
    <p:sldId id="307" r:id="rId73"/>
    <p:sldId id="308" r:id="rId74"/>
    <p:sldId id="309" r:id="rId75"/>
    <p:sldId id="310" r:id="rId76"/>
    <p:sldId id="311" r:id="rId77"/>
  </p:sldIdLst>
  <p:sldSz cx="9144000" cy="6858000" type="screen4x3"/>
  <p:notesSz cx="9144000" cy="6858000"/>
  <p:defaultTextStyle>
    <a:defPPr>
      <a:defRPr lang="en-US"/>
    </a:defPPr>
    <a:lvl1pPr algn="ctr" rtl="0" eaLnBrk="0" fontAlgn="base" hangingPunct="0">
      <a:lnSpc>
        <a:spcPct val="90000"/>
      </a:lnSpc>
      <a:spcBef>
        <a:spcPct val="50000"/>
      </a:spcBef>
      <a:spcAft>
        <a:spcPct val="0"/>
      </a:spcAft>
      <a:buClr>
        <a:schemeClr val="bg1"/>
      </a:buClr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0" eaLnBrk="0" fontAlgn="base" hangingPunct="0">
      <a:lnSpc>
        <a:spcPct val="90000"/>
      </a:lnSpc>
      <a:spcBef>
        <a:spcPct val="50000"/>
      </a:spcBef>
      <a:spcAft>
        <a:spcPct val="0"/>
      </a:spcAft>
      <a:buClr>
        <a:schemeClr val="bg1"/>
      </a:buClr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0" eaLnBrk="0" fontAlgn="base" hangingPunct="0">
      <a:lnSpc>
        <a:spcPct val="90000"/>
      </a:lnSpc>
      <a:spcBef>
        <a:spcPct val="50000"/>
      </a:spcBef>
      <a:spcAft>
        <a:spcPct val="0"/>
      </a:spcAft>
      <a:buClr>
        <a:schemeClr val="bg1"/>
      </a:buClr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0" eaLnBrk="0" fontAlgn="base" hangingPunct="0">
      <a:lnSpc>
        <a:spcPct val="90000"/>
      </a:lnSpc>
      <a:spcBef>
        <a:spcPct val="50000"/>
      </a:spcBef>
      <a:spcAft>
        <a:spcPct val="0"/>
      </a:spcAft>
      <a:buClr>
        <a:schemeClr val="bg1"/>
      </a:buClr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0" eaLnBrk="0" fontAlgn="base" hangingPunct="0">
      <a:lnSpc>
        <a:spcPct val="90000"/>
      </a:lnSpc>
      <a:spcBef>
        <a:spcPct val="50000"/>
      </a:spcBef>
      <a:spcAft>
        <a:spcPct val="0"/>
      </a:spcAft>
      <a:buClr>
        <a:schemeClr val="bg1"/>
      </a:buClr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DDDDDD"/>
    <a:srgbClr val="996633"/>
    <a:srgbClr val="CC00CC"/>
    <a:srgbClr val="66FF99"/>
    <a:srgbClr val="FFFF00"/>
    <a:srgbClr val="FF99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4" autoAdjust="0"/>
    <p:restoredTop sz="79608" autoAdjust="0"/>
  </p:normalViewPr>
  <p:slideViewPr>
    <p:cSldViewPr>
      <p:cViewPr varScale="1">
        <p:scale>
          <a:sx n="54" d="100"/>
          <a:sy n="54" d="100"/>
        </p:scale>
        <p:origin x="19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948" y="-90"/>
      </p:cViewPr>
      <p:guideLst>
        <p:guide orient="horz" pos="2160"/>
        <p:guide pos="288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99B00447-F10B-4B60-A835-097DF351F7D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r>
              <a:rPr lang="en-US" altLang="en-US"/>
              <a:t>Princess Sumaya University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C6C27206-8088-423D-8D04-DD672D152A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r>
              <a:rPr lang="en-US" altLang="en-US"/>
              <a:t>4241 - Digital Logic Design</a:t>
            </a:r>
          </a:p>
        </p:txBody>
      </p:sp>
      <p:sp>
        <p:nvSpPr>
          <p:cNvPr id="103428" name="Rectangle 4">
            <a:extLst>
              <a:ext uri="{FF2B5EF4-FFF2-40B4-BE49-F238E27FC236}">
                <a16:creationId xmlns:a16="http://schemas.microsoft.com/office/drawing/2014/main" id="{98E86A8F-1EB1-4873-92A0-FF76AEE3AC0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r>
              <a:rPr lang="en-US" altLang="en-US"/>
              <a:t>Dr. Bassam Kahhaleh</a:t>
            </a:r>
          </a:p>
        </p:txBody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2AEB7967-80C3-4808-BF54-35EC397083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fld id="{941A82B8-C717-404D-BDF6-97A8A210C3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AAD204C-84F3-4124-8074-EB967A502A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r>
              <a:rPr lang="en-US" altLang="en-US"/>
              <a:t>Princess Sumaya University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C53E453-280E-4810-B273-3A1FCCC5450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r>
              <a:rPr lang="en-US" altLang="en-US"/>
              <a:t>4241 - Digital Logic Design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636737E-0F41-4377-96D9-D3B1C9D83FB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6D724A4-6B08-40D6-AD07-E9C5833CEA8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597568C5-32EA-431D-8D10-F7C98E68FA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r>
              <a:rPr lang="en-US" altLang="en-US"/>
              <a:t>Dr. Bassam Kahhaleh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1DA9AA6F-CD2A-4B97-9E9A-CC0942C55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fld id="{80E14A00-B8D8-4ADF-A884-44559D3756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FDBB95-4729-443E-AE48-6C55D06FC3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B5285-ABBB-4284-9C34-D3125E6524B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808688-2594-4333-A1EE-7B02D7DB7A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C363476-E43C-42F1-A93E-357F538CE6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13E0A9-14D6-4E39-ABAE-6A1BFC17F129}" type="slidenum">
              <a:rPr lang="en-US" altLang="en-US"/>
              <a:pPr/>
              <a:t>0</a:t>
            </a:fld>
            <a:endParaRPr lang="en-US" altLang="en-US"/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8FB39FF3-4B88-4027-93CA-EEA2AF036E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04256C7-4A12-4FE1-928C-E44489662C2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14B550-2959-4BD9-BA7F-2C08DF5AD38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C12462-A828-4681-97F8-3DB7043EFFF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58BEE0B-2801-47A6-97AD-2FC49FD3D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85BF00-81B2-4BEB-B7C1-FBCDC99E13B4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750594" name="Rectangle 2">
            <a:extLst>
              <a:ext uri="{FF2B5EF4-FFF2-40B4-BE49-F238E27FC236}">
                <a16:creationId xmlns:a16="http://schemas.microsoft.com/office/drawing/2014/main" id="{2F85CDD6-41F6-4BB1-8E7D-309A883BE9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0595" name="Rectangle 3">
            <a:extLst>
              <a:ext uri="{FF2B5EF4-FFF2-40B4-BE49-F238E27FC236}">
                <a16:creationId xmlns:a16="http://schemas.microsoft.com/office/drawing/2014/main" id="{4EBEE19C-4620-48AD-A272-ED302BCDB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FBDC8C8-33F9-4AE8-95AE-47AB63F631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C2CA79C-0A11-4C86-ACCA-118D0996304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014BE2-B1F2-427A-829A-78A2674AB8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8919478-24AF-410C-B86D-FF91419C69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7731A5-2F36-4616-B0A9-DA830E5DE677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52642" name="Rectangle 2">
            <a:extLst>
              <a:ext uri="{FF2B5EF4-FFF2-40B4-BE49-F238E27FC236}">
                <a16:creationId xmlns:a16="http://schemas.microsoft.com/office/drawing/2014/main" id="{3058F84C-8914-4EED-8FF8-795E7A7E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2643" name="Rectangle 3">
            <a:extLst>
              <a:ext uri="{FF2B5EF4-FFF2-40B4-BE49-F238E27FC236}">
                <a16:creationId xmlns:a16="http://schemas.microsoft.com/office/drawing/2014/main" id="{20F466A6-AC23-434E-A262-E6E1E5B78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FE0F26-B154-442B-AEA6-7DF53DE60BD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B46BB48-6DFF-4B79-9256-AEEBAD3249A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D851B5-BB68-4F56-B482-425C2A4F19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5578B5C-9292-43FD-93DA-5655E0C895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9BEEAA-1514-4BB3-9AC8-AAC782D797D4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54690" name="Rectangle 2">
            <a:extLst>
              <a:ext uri="{FF2B5EF4-FFF2-40B4-BE49-F238E27FC236}">
                <a16:creationId xmlns:a16="http://schemas.microsoft.com/office/drawing/2014/main" id="{36245536-50D4-44BD-941E-C85DEEFBA3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4691" name="Rectangle 3">
            <a:extLst>
              <a:ext uri="{FF2B5EF4-FFF2-40B4-BE49-F238E27FC236}">
                <a16:creationId xmlns:a16="http://schemas.microsoft.com/office/drawing/2014/main" id="{776A1483-C8A3-479C-BB33-DEFE61E78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5ED7E68-45BF-45A1-B1BE-B60B632C0B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639D415-545F-4638-ADC6-B995E77B735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2634C4-F096-4503-A13B-14959E2595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F622683-E2D3-4F6C-998F-AB43647365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615C8F-7614-4CF6-A583-02DE1D6B0036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56738" name="Rectangle 2">
            <a:extLst>
              <a:ext uri="{FF2B5EF4-FFF2-40B4-BE49-F238E27FC236}">
                <a16:creationId xmlns:a16="http://schemas.microsoft.com/office/drawing/2014/main" id="{96884965-D6E8-450D-95F2-DA2AD3281E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6739" name="Rectangle 3">
            <a:extLst>
              <a:ext uri="{FF2B5EF4-FFF2-40B4-BE49-F238E27FC236}">
                <a16:creationId xmlns:a16="http://schemas.microsoft.com/office/drawing/2014/main" id="{6FE4DD65-CE50-474E-A70E-CEEE84E9C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FD3C69E-39B7-4127-9C2A-62419BA5A5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C472125-399E-42ED-BE37-ADBE5CB4A75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C4E759-2530-4973-8755-FA05DFB99E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071BAF6-4239-4AF4-856B-347D2B74C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6C476-84C6-4588-AD1C-1B34553F3D4F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58786" name="Rectangle 2">
            <a:extLst>
              <a:ext uri="{FF2B5EF4-FFF2-40B4-BE49-F238E27FC236}">
                <a16:creationId xmlns:a16="http://schemas.microsoft.com/office/drawing/2014/main" id="{C484293E-EEC5-422E-A748-74FF40B32A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8787" name="Rectangle 3">
            <a:extLst>
              <a:ext uri="{FF2B5EF4-FFF2-40B4-BE49-F238E27FC236}">
                <a16:creationId xmlns:a16="http://schemas.microsoft.com/office/drawing/2014/main" id="{372D59D0-07BB-42EF-AFBB-F30818954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F542D52-84DD-42E9-8A85-35B5EEE22A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4C039E-2F05-491F-A99D-E5287B84D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CA98D4-1460-49DC-947A-EB9D2C7FFB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9AB440A-638F-4340-B14E-E6D72E4C5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269FAE-8A25-4548-AF17-CF038B30253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60834" name="Rectangle 2">
            <a:extLst>
              <a:ext uri="{FF2B5EF4-FFF2-40B4-BE49-F238E27FC236}">
                <a16:creationId xmlns:a16="http://schemas.microsoft.com/office/drawing/2014/main" id="{84ACB9C9-3B71-44DC-9814-2996CC422E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0835" name="Rectangle 3">
            <a:extLst>
              <a:ext uri="{FF2B5EF4-FFF2-40B4-BE49-F238E27FC236}">
                <a16:creationId xmlns:a16="http://schemas.microsoft.com/office/drawing/2014/main" id="{3089B68D-AA46-4176-8F69-F196826C4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4E1D10A-BC7F-42F3-B7C5-FE0CCEEEDF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ED63FE3-91E7-4D0D-84EC-E91D6E27AE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AD279F-8F85-4EBC-B89F-4FF89D5EE8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9FBADAB-87C0-4BE8-AEA4-2765341714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F042DF-860D-4F74-91E7-DAD945D5DB7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62882" name="Rectangle 2">
            <a:extLst>
              <a:ext uri="{FF2B5EF4-FFF2-40B4-BE49-F238E27FC236}">
                <a16:creationId xmlns:a16="http://schemas.microsoft.com/office/drawing/2014/main" id="{F3EEBCCA-CEAC-4ADC-AC3F-B4BE68CF2A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2883" name="Rectangle 3">
            <a:extLst>
              <a:ext uri="{FF2B5EF4-FFF2-40B4-BE49-F238E27FC236}">
                <a16:creationId xmlns:a16="http://schemas.microsoft.com/office/drawing/2014/main" id="{DF497200-C966-4EA1-BC03-2A158213D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07B324-B31A-4A96-8E8F-12D74F9F7A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0EDD2A-81BF-470F-ADA6-A1C2B3B8820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BC41F1-88F8-4A5C-BAB3-14BC860C3CE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8BC0262-4B97-4289-B6F5-E510BA2086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F72FCF-477C-4DCE-A545-F2D3BBAAEEA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64930" name="Rectangle 2">
            <a:extLst>
              <a:ext uri="{FF2B5EF4-FFF2-40B4-BE49-F238E27FC236}">
                <a16:creationId xmlns:a16="http://schemas.microsoft.com/office/drawing/2014/main" id="{936BC89B-946D-4915-9515-26E2E0625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4931" name="Rectangle 3">
            <a:extLst>
              <a:ext uri="{FF2B5EF4-FFF2-40B4-BE49-F238E27FC236}">
                <a16:creationId xmlns:a16="http://schemas.microsoft.com/office/drawing/2014/main" id="{A277AA5C-78AC-43DB-BACF-8DCBE96E2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1D35518-6097-4654-8DD7-AE435A6BB2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876991F-4B56-463E-84DD-6132251092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43C811-E41B-4981-94D8-805867459F3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46C29B3-EC53-4D8D-B034-807096DFA3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6448EC-EF31-4804-86DD-9FFB95C0FDE4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66978" name="Rectangle 2">
            <a:extLst>
              <a:ext uri="{FF2B5EF4-FFF2-40B4-BE49-F238E27FC236}">
                <a16:creationId xmlns:a16="http://schemas.microsoft.com/office/drawing/2014/main" id="{B865FA7B-1AD8-4707-8EA5-B33D4857D8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6979" name="Rectangle 3">
            <a:extLst>
              <a:ext uri="{FF2B5EF4-FFF2-40B4-BE49-F238E27FC236}">
                <a16:creationId xmlns:a16="http://schemas.microsoft.com/office/drawing/2014/main" id="{E5AF7260-B93D-48A9-92F6-CBFD01860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08E7A27-824A-418F-96EC-DAD03C1E55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3FD8ED-C87F-4299-BC8F-6486113C6FD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D0B648-435A-4077-ACD7-61E82FD2F3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715DD8B-C438-4638-88C4-ED3CC0CCA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172E98-9D14-45FE-8B7B-628FC6C9544C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769026" name="Rectangle 2">
            <a:extLst>
              <a:ext uri="{FF2B5EF4-FFF2-40B4-BE49-F238E27FC236}">
                <a16:creationId xmlns:a16="http://schemas.microsoft.com/office/drawing/2014/main" id="{A63E6596-D314-4449-A08A-57819310F1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9027" name="Rectangle 3">
            <a:extLst>
              <a:ext uri="{FF2B5EF4-FFF2-40B4-BE49-F238E27FC236}">
                <a16:creationId xmlns:a16="http://schemas.microsoft.com/office/drawing/2014/main" id="{BB13E209-AB3B-4FC5-9307-14F466B5E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12CD20-A7C1-4F2E-BE9D-34963CA245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9C6BDE-D07F-4F9C-A13B-052697CC5E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0B2AF2-1947-4816-84CD-AF8470BE1C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EA0E374-2FE3-4B16-B1E0-17664BD170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F6E3AF-B157-4DF3-A3F6-38CF8A763ED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71074" name="Rectangle 2">
            <a:extLst>
              <a:ext uri="{FF2B5EF4-FFF2-40B4-BE49-F238E27FC236}">
                <a16:creationId xmlns:a16="http://schemas.microsoft.com/office/drawing/2014/main" id="{0BE12D14-33C7-4CF3-A8D7-0104539733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1075" name="Rectangle 3">
            <a:extLst>
              <a:ext uri="{FF2B5EF4-FFF2-40B4-BE49-F238E27FC236}">
                <a16:creationId xmlns:a16="http://schemas.microsoft.com/office/drawing/2014/main" id="{D9D0B7C0-1DEE-44B1-BB75-564D435B8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5AAD427-C11B-4D9B-A7EE-FA6E6B53C7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176DCD-51E7-4D0E-A11A-899C78DDE7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C8E309-0F65-45CF-A992-56B0DA3F04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EC9D3BD-18DC-4F3C-83C7-1118CEF039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8F3272-F8A1-48C6-B6D3-4E5163C9D684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73122" name="Rectangle 2">
            <a:extLst>
              <a:ext uri="{FF2B5EF4-FFF2-40B4-BE49-F238E27FC236}">
                <a16:creationId xmlns:a16="http://schemas.microsoft.com/office/drawing/2014/main" id="{6436F75D-F995-4A4C-8C8D-FE02108A94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3123" name="Rectangle 3">
            <a:extLst>
              <a:ext uri="{FF2B5EF4-FFF2-40B4-BE49-F238E27FC236}">
                <a16:creationId xmlns:a16="http://schemas.microsoft.com/office/drawing/2014/main" id="{B4436BC1-1279-4F9E-9E9B-FBA73D33F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745005B-3A76-488E-AA06-27CE320FBC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83D65D2-0619-4385-B8F8-ABAF1965B47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94FF24-06A5-48F0-AFBE-3C078870E67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7D9323A-D3D3-4E07-8AFE-6AC39B532D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F1887F-B0EE-4542-A115-6E8EF86FE84D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75170" name="Rectangle 2">
            <a:extLst>
              <a:ext uri="{FF2B5EF4-FFF2-40B4-BE49-F238E27FC236}">
                <a16:creationId xmlns:a16="http://schemas.microsoft.com/office/drawing/2014/main" id="{9921217B-D2CB-4C6C-B268-625E2A23EC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5171" name="Rectangle 3">
            <a:extLst>
              <a:ext uri="{FF2B5EF4-FFF2-40B4-BE49-F238E27FC236}">
                <a16:creationId xmlns:a16="http://schemas.microsoft.com/office/drawing/2014/main" id="{663EFD95-190C-43BA-AD3C-977B34CA2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AE0AAA2-B6C8-4BB0-80C6-7C0F3649C1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E2E24BF-9199-4E53-93D3-D967A6EFBA8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B936B1-0838-4C25-806F-FE09B4D7BD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D1E3553-8BC5-4DAC-8AA5-D4FB40D9DC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0C10FC-FF34-4297-ABBE-5BAB7DFE5ADB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77218" name="Rectangle 2">
            <a:extLst>
              <a:ext uri="{FF2B5EF4-FFF2-40B4-BE49-F238E27FC236}">
                <a16:creationId xmlns:a16="http://schemas.microsoft.com/office/drawing/2014/main" id="{A1DDCA7D-F02C-4F69-91D8-AB6051D295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7219" name="Rectangle 3">
            <a:extLst>
              <a:ext uri="{FF2B5EF4-FFF2-40B4-BE49-F238E27FC236}">
                <a16:creationId xmlns:a16="http://schemas.microsoft.com/office/drawing/2014/main" id="{DDC74FC2-FD41-410D-A78B-8131ACFE5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1D5820D-23BA-411F-B1D1-807042BCACD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5718D6-D22F-4D6D-B980-04365DE611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99F239-9B06-4CF2-9632-D70222438B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5618460-4A5A-4F2F-BEEB-BF567CEA00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5D40C4-8A9D-4A6C-BC00-5AC64933595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79266" name="Rectangle 2">
            <a:extLst>
              <a:ext uri="{FF2B5EF4-FFF2-40B4-BE49-F238E27FC236}">
                <a16:creationId xmlns:a16="http://schemas.microsoft.com/office/drawing/2014/main" id="{E573E544-B281-42E4-93A1-D1B977B88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9267" name="Rectangle 3">
            <a:extLst>
              <a:ext uri="{FF2B5EF4-FFF2-40B4-BE49-F238E27FC236}">
                <a16:creationId xmlns:a16="http://schemas.microsoft.com/office/drawing/2014/main" id="{954E162D-FC3D-4C9C-A2BB-781323CF1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EFBB8F2-18FB-4AA0-B2EB-2CAA07A5725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084360-45D1-431E-AFA1-10A777A789E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65F350-04C0-41EC-A323-85E7854BA1D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44B73EB-CBBE-44E0-A918-6236B2C06E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873291-6ABA-4510-BA30-06AEE7C35D1B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81314" name="Rectangle 2">
            <a:extLst>
              <a:ext uri="{FF2B5EF4-FFF2-40B4-BE49-F238E27FC236}">
                <a16:creationId xmlns:a16="http://schemas.microsoft.com/office/drawing/2014/main" id="{6FA6CCA6-DF7B-4B72-AF3B-B7A627907E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1315" name="Rectangle 3">
            <a:extLst>
              <a:ext uri="{FF2B5EF4-FFF2-40B4-BE49-F238E27FC236}">
                <a16:creationId xmlns:a16="http://schemas.microsoft.com/office/drawing/2014/main" id="{A1CA0AF2-0869-48CE-A362-9907121B8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4BAE7B6-2010-4B1E-845B-40CDDDBC90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BF866D7-3E5A-4AC2-9C7D-1B00DECC27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5A6840-9902-456D-B51B-5249D498D6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0124239-4D22-43B2-9D06-668B3BC298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72A546-343B-4666-BB74-80E13021A1B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83362" name="Rectangle 2">
            <a:extLst>
              <a:ext uri="{FF2B5EF4-FFF2-40B4-BE49-F238E27FC236}">
                <a16:creationId xmlns:a16="http://schemas.microsoft.com/office/drawing/2014/main" id="{6707E5BB-2F29-4FCA-81AA-57D32188B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3363" name="Rectangle 3">
            <a:extLst>
              <a:ext uri="{FF2B5EF4-FFF2-40B4-BE49-F238E27FC236}">
                <a16:creationId xmlns:a16="http://schemas.microsoft.com/office/drawing/2014/main" id="{1F9D20A7-A06B-4B6D-BC04-ED809AE92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Q(t+1)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reset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1set</a:t>
            </a:r>
            <a:endParaRPr lang="en-PK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5D235DA-74FC-4BA5-A20A-A89BFB4B5C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931385-4FCC-4B9A-B720-AA59541E7C6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6191A0-0D5C-4947-B078-B8A13B490A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10CE1FC-DD60-41BC-9B88-54F0788DF6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E57C8D-379A-4481-BE0F-CA04C6B59D0B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85410" name="Rectangle 2">
            <a:extLst>
              <a:ext uri="{FF2B5EF4-FFF2-40B4-BE49-F238E27FC236}">
                <a16:creationId xmlns:a16="http://schemas.microsoft.com/office/drawing/2014/main" id="{F9DE9D75-6B07-4112-9477-13FD91A436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5411" name="Rectangle 3">
            <a:extLst>
              <a:ext uri="{FF2B5EF4-FFF2-40B4-BE49-F238E27FC236}">
                <a16:creationId xmlns:a16="http://schemas.microsoft.com/office/drawing/2014/main" id="{156A9B0E-5785-40CD-9413-4DC9735FF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CC7C97C-951F-4A4B-9DF3-312E4BC92C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97C2550-AB31-4B43-8D2C-D4BADE11690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D14D51-4060-46F3-910C-2960D522C7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281D6C1-D5E1-4C21-B0BD-B98EB2D39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4C6F98-DCE8-43D1-BF3A-FAB7D059BA9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87458" name="Rectangle 2">
            <a:extLst>
              <a:ext uri="{FF2B5EF4-FFF2-40B4-BE49-F238E27FC236}">
                <a16:creationId xmlns:a16="http://schemas.microsoft.com/office/drawing/2014/main" id="{D67601F6-C3FE-4761-AF5A-CC46D6951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7459" name="Rectangle 3">
            <a:extLst>
              <a:ext uri="{FF2B5EF4-FFF2-40B4-BE49-F238E27FC236}">
                <a16:creationId xmlns:a16="http://schemas.microsoft.com/office/drawing/2014/main" id="{296D87BB-C5BB-4F1C-8136-CAE9CFFEC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5ED4182-54FF-46BF-8C75-195DF1DD42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73497B-F5B8-4FC5-99D7-AE94072455A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9F56A1-8C85-4E82-8D46-3725C041CA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692CDE6-703D-4752-B6DE-A339CCD079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60238E-1111-40BE-8389-2EBA77BF5C56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89506" name="Rectangle 2">
            <a:extLst>
              <a:ext uri="{FF2B5EF4-FFF2-40B4-BE49-F238E27FC236}">
                <a16:creationId xmlns:a16="http://schemas.microsoft.com/office/drawing/2014/main" id="{BB4594BA-D131-4366-97DE-348519756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9507" name="Rectangle 3">
            <a:extLst>
              <a:ext uri="{FF2B5EF4-FFF2-40B4-BE49-F238E27FC236}">
                <a16:creationId xmlns:a16="http://schemas.microsoft.com/office/drawing/2014/main" id="{8C9BB937-73A1-402F-A1C8-E86A59DF73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9575D85-131C-46DF-9B75-3953F95267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AC58AD-F76C-4133-BA06-12B694C6A6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720401-D3B2-4C31-B553-FCE707E19C1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583FF17-3AC4-4F8D-A9B0-3D3E306ED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BD28B7-D39C-4A4B-A983-BA7016239BD4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91554" name="Rectangle 2">
            <a:extLst>
              <a:ext uri="{FF2B5EF4-FFF2-40B4-BE49-F238E27FC236}">
                <a16:creationId xmlns:a16="http://schemas.microsoft.com/office/drawing/2014/main" id="{C0DB13C0-B547-4AE0-9DB1-7A2F651FD2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1555" name="Rectangle 3">
            <a:extLst>
              <a:ext uri="{FF2B5EF4-FFF2-40B4-BE49-F238E27FC236}">
                <a16:creationId xmlns:a16="http://schemas.microsoft.com/office/drawing/2014/main" id="{B6311910-8C17-41B5-954A-3A84FB4AD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58DCC0-8F3E-41E3-BA21-B5893F512D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6E4EF5-193F-4E20-98B3-39A962C8E1E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F865CB-3665-4EFF-BD1B-288816B881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D43E41E-A172-4AF4-BE82-969631837B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4B4417-7320-473A-9A60-338B5260ABB5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93602" name="Rectangle 2">
            <a:extLst>
              <a:ext uri="{FF2B5EF4-FFF2-40B4-BE49-F238E27FC236}">
                <a16:creationId xmlns:a16="http://schemas.microsoft.com/office/drawing/2014/main" id="{596877CE-389D-4072-8215-D6940B8A76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3603" name="Rectangle 3">
            <a:extLst>
              <a:ext uri="{FF2B5EF4-FFF2-40B4-BE49-F238E27FC236}">
                <a16:creationId xmlns:a16="http://schemas.microsoft.com/office/drawing/2014/main" id="{D68766E1-9014-4747-BF51-C0B2CFFE6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FB30DBC-4FC5-4546-B380-732F8CFD4A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8934652-5E7A-4507-A5F2-EE721A08051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E370FB-0BD1-4365-AE93-3CD7BD8994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11A1D34-83F9-4BBD-B91E-6AE32B5884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51A8B5-CB6E-44F6-AC03-454F34DAC14F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95650" name="Rectangle 2">
            <a:extLst>
              <a:ext uri="{FF2B5EF4-FFF2-40B4-BE49-F238E27FC236}">
                <a16:creationId xmlns:a16="http://schemas.microsoft.com/office/drawing/2014/main" id="{FF26F2C6-F65E-44BB-8927-CB0B5A6B41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5651" name="Rectangle 3">
            <a:extLst>
              <a:ext uri="{FF2B5EF4-FFF2-40B4-BE49-F238E27FC236}">
                <a16:creationId xmlns:a16="http://schemas.microsoft.com/office/drawing/2014/main" id="{C4C1C1BD-E92D-44DB-A08C-742A18E72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34A243C-6E20-4A5A-82C6-9329E969E4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55D743-25DA-43AA-8DA5-040C7881624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96C5D9-9395-48BD-AB83-8FD14C209F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BBB60E1-F7DE-4C82-B012-84C880A030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18108B-B938-4C8B-82F5-F6F707DD19EC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97698" name="Rectangle 2">
            <a:extLst>
              <a:ext uri="{FF2B5EF4-FFF2-40B4-BE49-F238E27FC236}">
                <a16:creationId xmlns:a16="http://schemas.microsoft.com/office/drawing/2014/main" id="{4C7EC858-5223-45D2-96EF-9D2BB0CDF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7699" name="Rectangle 3">
            <a:extLst>
              <a:ext uri="{FF2B5EF4-FFF2-40B4-BE49-F238E27FC236}">
                <a16:creationId xmlns:a16="http://schemas.microsoft.com/office/drawing/2014/main" id="{C25E8178-1280-4C5B-BC5A-30CA76096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9DAE55E-6361-460F-BC45-4C2111DA69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FF4F83-427C-4318-B786-8ADDD7FFCB1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BE6B5F-DE08-4BF0-B90D-1FF765B870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4F7A987-D1D2-457C-AF2D-04EC6E28DC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7D5B7B-3138-4953-9D9A-BF136C88C3B8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99746" name="Rectangle 2">
            <a:extLst>
              <a:ext uri="{FF2B5EF4-FFF2-40B4-BE49-F238E27FC236}">
                <a16:creationId xmlns:a16="http://schemas.microsoft.com/office/drawing/2014/main" id="{32617210-9545-4CC2-A84C-590315F0A5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9747" name="Rectangle 3">
            <a:extLst>
              <a:ext uri="{FF2B5EF4-FFF2-40B4-BE49-F238E27FC236}">
                <a16:creationId xmlns:a16="http://schemas.microsoft.com/office/drawing/2014/main" id="{7EE665DA-9BCA-49CA-B535-6AF571201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A572602-2AD1-4B24-BD75-14510E7350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C3D53D-2A83-4B2D-BCEB-3D153AAC319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DEF711-0A02-4DEA-9B69-96D2382367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0AB6B34-4EAD-48C1-AC7F-1F907B5262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E605BC-FE66-41BD-BC08-C04BCAD53284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801794" name="Rectangle 2">
            <a:extLst>
              <a:ext uri="{FF2B5EF4-FFF2-40B4-BE49-F238E27FC236}">
                <a16:creationId xmlns:a16="http://schemas.microsoft.com/office/drawing/2014/main" id="{F90998C6-339F-423C-831C-5E2BB002F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1795" name="Rectangle 3">
            <a:extLst>
              <a:ext uri="{FF2B5EF4-FFF2-40B4-BE49-F238E27FC236}">
                <a16:creationId xmlns:a16="http://schemas.microsoft.com/office/drawing/2014/main" id="{B561E7AB-5838-48DA-BA32-36F959D14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3577CE9-DB8B-4D96-BBAB-1DDD0CACA1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FB7431-DB6B-416A-A636-78FAE1E791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3663F0-D97D-408C-8B54-0243755887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1E06D30-50EA-47E0-84C8-8286FCD654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14C360-F210-44D8-946B-6D92DAF484B4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803842" name="Rectangle 2">
            <a:extLst>
              <a:ext uri="{FF2B5EF4-FFF2-40B4-BE49-F238E27FC236}">
                <a16:creationId xmlns:a16="http://schemas.microsoft.com/office/drawing/2014/main" id="{9430DEC3-105D-499B-A5C2-27093C48C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3843" name="Rectangle 3">
            <a:extLst>
              <a:ext uri="{FF2B5EF4-FFF2-40B4-BE49-F238E27FC236}">
                <a16:creationId xmlns:a16="http://schemas.microsoft.com/office/drawing/2014/main" id="{21437E07-16F6-4398-828E-060FE2A4D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B2DB752-09AC-41D0-BEE8-291C634937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E8E203-FCD2-4F26-97F5-233523CB09A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873648-1B12-4305-8FFA-2FE3C8F0109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16B4D30-25DB-4776-8143-D92DED1CF3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25EC29-3401-497C-AEA9-9B0448D56117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805890" name="Rectangle 2">
            <a:extLst>
              <a:ext uri="{FF2B5EF4-FFF2-40B4-BE49-F238E27FC236}">
                <a16:creationId xmlns:a16="http://schemas.microsoft.com/office/drawing/2014/main" id="{6772BB25-89C9-4A85-AE75-19EF1B859B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5891" name="Rectangle 3">
            <a:extLst>
              <a:ext uri="{FF2B5EF4-FFF2-40B4-BE49-F238E27FC236}">
                <a16:creationId xmlns:a16="http://schemas.microsoft.com/office/drawing/2014/main" id="{E6009145-B940-404A-9E80-FBA28408B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25DB498-FDBC-49C0-8E5E-4BBC0846EA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A69888-4789-4AA1-AB0B-E9828B12002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C0B561-3391-4A5E-A178-8657759D6D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9CA01AB-F7E4-40B2-9B92-3CC2B2DE46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4E0678-F355-40C3-90E4-20DC1559E42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07938" name="Rectangle 2">
            <a:extLst>
              <a:ext uri="{FF2B5EF4-FFF2-40B4-BE49-F238E27FC236}">
                <a16:creationId xmlns:a16="http://schemas.microsoft.com/office/drawing/2014/main" id="{FE33B9BF-B13D-4D42-B2FB-64ED55889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7939" name="Rectangle 3">
            <a:extLst>
              <a:ext uri="{FF2B5EF4-FFF2-40B4-BE49-F238E27FC236}">
                <a16:creationId xmlns:a16="http://schemas.microsoft.com/office/drawing/2014/main" id="{C5CBBD88-4B69-450E-9B35-4B1173FE3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3FA5F02-09D7-4314-91A8-FF86249FA7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0C0996F-A186-4744-A07F-8BC9774C0CD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9E3D74-C13C-454B-A618-4BB79BC386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F8E35A3-92ED-4BEC-9646-D01B28AF99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DEEB05-C63F-4B01-BF6F-047694BAE560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809986" name="Rectangle 2">
            <a:extLst>
              <a:ext uri="{FF2B5EF4-FFF2-40B4-BE49-F238E27FC236}">
                <a16:creationId xmlns:a16="http://schemas.microsoft.com/office/drawing/2014/main" id="{FE1EBADA-81D5-4B4B-99A4-60A3075F57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987" name="Rectangle 3">
            <a:extLst>
              <a:ext uri="{FF2B5EF4-FFF2-40B4-BE49-F238E27FC236}">
                <a16:creationId xmlns:a16="http://schemas.microsoft.com/office/drawing/2014/main" id="{75C0307D-F4CD-4313-BB87-C9EA92CC3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AD92A86-A5ED-48C5-B9D1-0D0A5876DD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89BC9A-E776-4498-A896-51D43691F90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6E2D42-23B9-45C9-80A3-277D7E2563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B5C3B23-3E30-47DD-9EA4-AC2F8BC127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2E9E5B-D84B-4B17-99E4-9B5248E43BFD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812034" name="Rectangle 2">
            <a:extLst>
              <a:ext uri="{FF2B5EF4-FFF2-40B4-BE49-F238E27FC236}">
                <a16:creationId xmlns:a16="http://schemas.microsoft.com/office/drawing/2014/main" id="{1A25770F-5D94-4778-A866-21BEC8A755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2035" name="Rectangle 3">
            <a:extLst>
              <a:ext uri="{FF2B5EF4-FFF2-40B4-BE49-F238E27FC236}">
                <a16:creationId xmlns:a16="http://schemas.microsoft.com/office/drawing/2014/main" id="{E9C866C1-D8F0-4CB2-A2D2-3CE1D3050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7C9D1FB-6FDA-470D-B9FB-51B5298B2B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1E7A478-4357-4599-BF01-8A3B8E844E8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D3B16F-87A5-4FA5-9D74-BB815A2098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6C3C183-EFE4-45F2-A34A-169469F561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DBECBB-6F87-4F67-A44D-3214E725945E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814082" name="Rectangle 2">
            <a:extLst>
              <a:ext uri="{FF2B5EF4-FFF2-40B4-BE49-F238E27FC236}">
                <a16:creationId xmlns:a16="http://schemas.microsoft.com/office/drawing/2014/main" id="{CC118E3D-DB25-4214-A5B1-C50972871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4083" name="Rectangle 3">
            <a:extLst>
              <a:ext uri="{FF2B5EF4-FFF2-40B4-BE49-F238E27FC236}">
                <a16:creationId xmlns:a16="http://schemas.microsoft.com/office/drawing/2014/main" id="{5912DF7A-E13D-4A10-BDD7-A99DC16AF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A57ABA5-E75B-4BAB-BD48-476F348851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BDC8730-E833-4170-ABFE-9C3CD9A3970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606CF9-F262-4251-8B71-A18C4C7D82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56D4E8E-D713-4293-932F-2CF82FFD77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AAAF8D-4B30-49F6-BEEA-24C4CD7FE655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816130" name="Rectangle 2">
            <a:extLst>
              <a:ext uri="{FF2B5EF4-FFF2-40B4-BE49-F238E27FC236}">
                <a16:creationId xmlns:a16="http://schemas.microsoft.com/office/drawing/2014/main" id="{06BFB0FE-8E30-454D-ACC8-2D197BDF3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6131" name="Rectangle 3">
            <a:extLst>
              <a:ext uri="{FF2B5EF4-FFF2-40B4-BE49-F238E27FC236}">
                <a16:creationId xmlns:a16="http://schemas.microsoft.com/office/drawing/2014/main" id="{A61677A7-66DD-4C77-A016-51665EF2A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B8BBE71-F539-4085-A621-671EAC4B8D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11B9D8-C663-41FD-A795-F4D0ECC52B8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DB8F0B-F181-42C9-B79A-38FF4652AA1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EBE91FF-3F3B-4113-955F-4EAD844AF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400544-111A-481B-B8F2-BEFC869A06DC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818178" name="Rectangle 2">
            <a:extLst>
              <a:ext uri="{FF2B5EF4-FFF2-40B4-BE49-F238E27FC236}">
                <a16:creationId xmlns:a16="http://schemas.microsoft.com/office/drawing/2014/main" id="{62FBD8EA-FA79-4F27-8E48-07AA9D193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8179" name="Rectangle 3">
            <a:extLst>
              <a:ext uri="{FF2B5EF4-FFF2-40B4-BE49-F238E27FC236}">
                <a16:creationId xmlns:a16="http://schemas.microsoft.com/office/drawing/2014/main" id="{2FCAA2AD-BFFD-4AE0-BE7B-E1ED443AE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5F71DFE-1AC4-4A06-8351-5982219590C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9EB9190-2BE2-4CED-B73C-59AC65C071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0F6F7C-CA4B-4C49-AE48-D64E065B97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A574699-2044-4102-89C1-3A67B72BAE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A537CC-9EEF-4829-8829-9B9B4412F56D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820226" name="Rectangle 2">
            <a:extLst>
              <a:ext uri="{FF2B5EF4-FFF2-40B4-BE49-F238E27FC236}">
                <a16:creationId xmlns:a16="http://schemas.microsoft.com/office/drawing/2014/main" id="{7C34EAF9-4BD5-4701-8565-7BF5D7AE7B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0227" name="Rectangle 3">
            <a:extLst>
              <a:ext uri="{FF2B5EF4-FFF2-40B4-BE49-F238E27FC236}">
                <a16:creationId xmlns:a16="http://schemas.microsoft.com/office/drawing/2014/main" id="{C46BA1A7-4528-4529-B206-2375BB7CE6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2636D57-D9E3-49CC-83B0-B4434FEB26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B8F2025-D202-4298-A857-4A0B390114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19BB65-E56C-4E7F-A967-4900EF7C75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5177272-E18B-4DEF-84C6-7F72EB01B3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FF4664-D70B-4FA5-9D54-85149B3D66DE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822274" name="Rectangle 2">
            <a:extLst>
              <a:ext uri="{FF2B5EF4-FFF2-40B4-BE49-F238E27FC236}">
                <a16:creationId xmlns:a16="http://schemas.microsoft.com/office/drawing/2014/main" id="{F3528329-2862-4FEF-A8A7-B3CDAFD1D4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2275" name="Rectangle 3">
            <a:extLst>
              <a:ext uri="{FF2B5EF4-FFF2-40B4-BE49-F238E27FC236}">
                <a16:creationId xmlns:a16="http://schemas.microsoft.com/office/drawing/2014/main" id="{967423E2-E5B1-4636-9B7A-B6801F23D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3AEF6FA-E5DD-4E37-ABFA-9F4C63A653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FF9F4B0-949D-4D3F-8B5A-6DBBFCB68C0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21BC52-50C9-4A94-B2FC-E8C0F05976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E9FBAB3-5C78-4F4C-89C8-130AC3487E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61EF57-7FB6-48FB-BE82-F031C36A0C31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824322" name="Rectangle 2">
            <a:extLst>
              <a:ext uri="{FF2B5EF4-FFF2-40B4-BE49-F238E27FC236}">
                <a16:creationId xmlns:a16="http://schemas.microsoft.com/office/drawing/2014/main" id="{6C8045F1-677C-49C4-8439-669CAE853A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4323" name="Rectangle 3">
            <a:extLst>
              <a:ext uri="{FF2B5EF4-FFF2-40B4-BE49-F238E27FC236}">
                <a16:creationId xmlns:a16="http://schemas.microsoft.com/office/drawing/2014/main" id="{073A9D20-D541-48AD-819E-4FA814DB7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E2BC2D6-3BAF-48C9-86C6-1A4CADF376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0FFE81A-8454-48B3-8171-070AC0EAA38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B63FFE-81F8-4A5F-9B0E-32B3DE0D21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7C9DC1E-7E1E-4725-9403-81D66DAB03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B0700D-7BC4-4B66-B90E-501C9203127C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826370" name="Rectangle 2">
            <a:extLst>
              <a:ext uri="{FF2B5EF4-FFF2-40B4-BE49-F238E27FC236}">
                <a16:creationId xmlns:a16="http://schemas.microsoft.com/office/drawing/2014/main" id="{8595C68F-6E9A-4D5E-B78E-98FF0E0FDC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6371" name="Rectangle 3">
            <a:extLst>
              <a:ext uri="{FF2B5EF4-FFF2-40B4-BE49-F238E27FC236}">
                <a16:creationId xmlns:a16="http://schemas.microsoft.com/office/drawing/2014/main" id="{D77FCBB3-C114-4FF0-9ACD-8A4694A7EA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BCECDED-6482-4F73-96B7-2C935E4B2D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BA894A3-7E8A-4BB5-A521-9F697F4D4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38836F-D3B9-4E70-8754-1A0FC1DD99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B42E32C-FE7A-4B9F-B83E-33664DD30D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486D4B-C6C7-4AF9-9778-024042764C19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828418" name="Rectangle 2">
            <a:extLst>
              <a:ext uri="{FF2B5EF4-FFF2-40B4-BE49-F238E27FC236}">
                <a16:creationId xmlns:a16="http://schemas.microsoft.com/office/drawing/2014/main" id="{8919B5E1-312E-454D-B48A-4298C88F3D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8419" name="Rectangle 3">
            <a:extLst>
              <a:ext uri="{FF2B5EF4-FFF2-40B4-BE49-F238E27FC236}">
                <a16:creationId xmlns:a16="http://schemas.microsoft.com/office/drawing/2014/main" id="{672D45F0-8A14-4711-AC4D-1DCC1C36C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2314796-47E1-4C2D-9DD8-0F87E4D232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81A73F6-E08E-4F47-8EE5-4DE03D00ACF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DB3593-68E3-4D86-BB84-47EBBC34D1B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64F7B11-D464-4B5C-B7B7-E6C6621A9C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7C4E90-742F-4E88-A92C-756C14EACDEF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830466" name="Rectangle 2">
            <a:extLst>
              <a:ext uri="{FF2B5EF4-FFF2-40B4-BE49-F238E27FC236}">
                <a16:creationId xmlns:a16="http://schemas.microsoft.com/office/drawing/2014/main" id="{484416FB-191C-43A8-A74A-2F09EB756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0467" name="Rectangle 3">
            <a:extLst>
              <a:ext uri="{FF2B5EF4-FFF2-40B4-BE49-F238E27FC236}">
                <a16:creationId xmlns:a16="http://schemas.microsoft.com/office/drawing/2014/main" id="{33A014BB-D62B-48E2-8711-57B506E6BE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18B76EB-05E1-4831-971E-484BC6547E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205361-5399-4FF1-BCFF-EC9C60A34F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19AD8B-87F3-4ED1-B1D9-D5C94B4468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785FD31-2B98-4C4F-A8AB-1865715B79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765F21-1A1C-4801-A1A5-F6C59452F14A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832514" name="Rectangle 2">
            <a:extLst>
              <a:ext uri="{FF2B5EF4-FFF2-40B4-BE49-F238E27FC236}">
                <a16:creationId xmlns:a16="http://schemas.microsoft.com/office/drawing/2014/main" id="{79534375-5E88-4023-94FC-E477C124AE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2515" name="Rectangle 3">
            <a:extLst>
              <a:ext uri="{FF2B5EF4-FFF2-40B4-BE49-F238E27FC236}">
                <a16:creationId xmlns:a16="http://schemas.microsoft.com/office/drawing/2014/main" id="{DF88321E-2882-49ED-8AB2-0ABBD7BA4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CEBD688-A272-4349-A784-D1EF971A9B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142DA6-E106-4BAA-A899-F82A01E5D41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8969E5-5FAB-47E5-AE8E-142055AAACD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2CFD8D1-AAB6-46DA-BA00-2F1797DA71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2CC8B1-A0AC-4623-AFE5-3151457EC659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891906" name="Rectangle 2">
            <a:extLst>
              <a:ext uri="{FF2B5EF4-FFF2-40B4-BE49-F238E27FC236}">
                <a16:creationId xmlns:a16="http://schemas.microsoft.com/office/drawing/2014/main" id="{71422575-E8D6-45CA-9A27-6AA4A4262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67025" y="520700"/>
            <a:ext cx="3414713" cy="2560638"/>
          </a:xfrm>
          <a:ln/>
        </p:spPr>
      </p:sp>
      <p:sp>
        <p:nvSpPr>
          <p:cNvPr id="891907" name="Rectangle 3">
            <a:extLst>
              <a:ext uri="{FF2B5EF4-FFF2-40B4-BE49-F238E27FC236}">
                <a16:creationId xmlns:a16="http://schemas.microsoft.com/office/drawing/2014/main" id="{81D10A42-FF37-49F4-8DD1-60E9B4EA7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6025" y="3257550"/>
            <a:ext cx="6711950" cy="308451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271899F-9EAA-4C8A-A396-240E4E6B7A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A098F3E-80EC-4B9F-84D6-370F3075293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227869-9833-4319-B7B7-496A3605759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B65D63E-58FB-489E-A9B0-F7BD4C6C93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992583-3C22-4EC4-94E9-C23E9288A61A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893954" name="Rectangle 2">
            <a:extLst>
              <a:ext uri="{FF2B5EF4-FFF2-40B4-BE49-F238E27FC236}">
                <a16:creationId xmlns:a16="http://schemas.microsoft.com/office/drawing/2014/main" id="{373D6131-7A6C-45AF-93EE-8B184883B9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3955" name="Rectangle 3">
            <a:extLst>
              <a:ext uri="{FF2B5EF4-FFF2-40B4-BE49-F238E27FC236}">
                <a16:creationId xmlns:a16="http://schemas.microsoft.com/office/drawing/2014/main" id="{A06F45F8-9CCB-4EC4-8044-44E3348FD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F4F65A3-8E77-4798-870C-C20129DC77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CD25B8C-AC29-4DA6-B086-7EAEBB2D653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D2196C-EC86-45DF-91C9-B189E55841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9CB9864-8166-4A90-9747-171EC0BB9A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D9FC94-2D05-4CBB-A6A3-6DCCAD44671E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834562" name="Rectangle 2">
            <a:extLst>
              <a:ext uri="{FF2B5EF4-FFF2-40B4-BE49-F238E27FC236}">
                <a16:creationId xmlns:a16="http://schemas.microsoft.com/office/drawing/2014/main" id="{0766F432-9E15-4AEE-8239-2F8EBE9888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4563" name="Rectangle 3">
            <a:extLst>
              <a:ext uri="{FF2B5EF4-FFF2-40B4-BE49-F238E27FC236}">
                <a16:creationId xmlns:a16="http://schemas.microsoft.com/office/drawing/2014/main" id="{B6E09C56-3685-4A9A-A748-EABBD6FBE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A1DAF91-4260-4A4E-90C3-C3C55EB96A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895DCEA-671F-41B0-94FB-98500C0B52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244BA1-4EE8-4C13-BF81-F979C24A829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C343B28-F611-47EE-9805-91890B2FC1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B3A12A-3AD6-4572-973D-A68B7A651E24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836610" name="Rectangle 2">
            <a:extLst>
              <a:ext uri="{FF2B5EF4-FFF2-40B4-BE49-F238E27FC236}">
                <a16:creationId xmlns:a16="http://schemas.microsoft.com/office/drawing/2014/main" id="{A503B9E5-367F-4287-BCD2-337AE1F5A5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6611" name="Rectangle 3">
            <a:extLst>
              <a:ext uri="{FF2B5EF4-FFF2-40B4-BE49-F238E27FC236}">
                <a16:creationId xmlns:a16="http://schemas.microsoft.com/office/drawing/2014/main" id="{A2F5301D-E8C4-4387-8ACF-20D4B5BFD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3A76E67-57B1-479B-AAF6-9468B36B69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5C6FEEA-8ECE-4036-9778-6869EB19FF5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B29A28-F6B4-4683-B29A-A517430D2B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D1F94FE-1D50-4B57-A113-5C81CDC0C2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71EA45-51E8-438E-877E-9AB341FE0CC6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873474" name="Rectangle 2">
            <a:extLst>
              <a:ext uri="{FF2B5EF4-FFF2-40B4-BE49-F238E27FC236}">
                <a16:creationId xmlns:a16="http://schemas.microsoft.com/office/drawing/2014/main" id="{A26D6876-F5AA-4D8F-B54A-D58635FD5A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67025" y="520700"/>
            <a:ext cx="3414713" cy="2560638"/>
          </a:xfrm>
          <a:ln/>
        </p:spPr>
      </p:sp>
      <p:sp>
        <p:nvSpPr>
          <p:cNvPr id="873475" name="Rectangle 3">
            <a:extLst>
              <a:ext uri="{FF2B5EF4-FFF2-40B4-BE49-F238E27FC236}">
                <a16:creationId xmlns:a16="http://schemas.microsoft.com/office/drawing/2014/main" id="{329918F9-7116-421B-B813-53201B107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6025" y="3257550"/>
            <a:ext cx="6711950" cy="308451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53F7C53-D6B0-4476-8014-B926BDBE63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991CC0-EC3F-4A13-935B-BD4954C002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99353F-6409-43BD-A6D8-69C771B4D8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4FF9905-48FD-462A-A809-EE0ABDCC0C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F7DB0-CD65-49CA-BCD1-2E9347EECCCE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882690" name="Rectangle 2">
            <a:extLst>
              <a:ext uri="{FF2B5EF4-FFF2-40B4-BE49-F238E27FC236}">
                <a16:creationId xmlns:a16="http://schemas.microsoft.com/office/drawing/2014/main" id="{9B3CAC93-8202-4C2B-A6FC-237040905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2691" name="Rectangle 3">
            <a:extLst>
              <a:ext uri="{FF2B5EF4-FFF2-40B4-BE49-F238E27FC236}">
                <a16:creationId xmlns:a16="http://schemas.microsoft.com/office/drawing/2014/main" id="{13D06374-D268-41B7-ADCE-B15AA7B74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1779AD5-C2B4-46A8-97AC-50DC9A54EC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BA72CBE-1ED2-495F-A8A5-8CA21ED8C0E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C3D74D-B1D0-4C4E-8033-512D4A107F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FB8A7F4-CA2E-49C6-912E-528C54DC1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C57AF3-0683-4D2B-861D-7247CF4A16DE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883714" name="Rectangle 2">
            <a:extLst>
              <a:ext uri="{FF2B5EF4-FFF2-40B4-BE49-F238E27FC236}">
                <a16:creationId xmlns:a16="http://schemas.microsoft.com/office/drawing/2014/main" id="{545BB6C7-2A80-49AA-B2B2-5C9ABCD270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>
            <a:extLst>
              <a:ext uri="{FF2B5EF4-FFF2-40B4-BE49-F238E27FC236}">
                <a16:creationId xmlns:a16="http://schemas.microsoft.com/office/drawing/2014/main" id="{13505109-57DA-42B3-AF6C-BBAEF76AD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ECB40A3-B76D-4A1E-BF6F-8B14A640DE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90EE5B8-47B7-4255-A360-1B8CFC95BA5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5EDEF2-0384-4DCB-812E-8130BE80B5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71EA132-1489-4FA4-B0B4-221343D70C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94C11B-3039-4603-AEE2-62ED343682B2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884738" name="Rectangle 2">
            <a:extLst>
              <a:ext uri="{FF2B5EF4-FFF2-40B4-BE49-F238E27FC236}">
                <a16:creationId xmlns:a16="http://schemas.microsoft.com/office/drawing/2014/main" id="{EE98A081-B2B1-43D3-898D-95599C8010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>
            <a:extLst>
              <a:ext uri="{FF2B5EF4-FFF2-40B4-BE49-F238E27FC236}">
                <a16:creationId xmlns:a16="http://schemas.microsoft.com/office/drawing/2014/main" id="{208419C2-DC4B-4656-9415-CD1D27D349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0CBD2AF-148A-4167-A9EA-971537E163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9A41D46-BBF4-4CB1-BDA3-D75080ABAB7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5EE740-015D-4EE4-8F6E-65F86CCD83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F3FD0EA-2E19-43CC-BC8C-6AB23278B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ACFEB3-7B97-49EE-9F7A-5D32925E7FCB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885762" name="Rectangle 2">
            <a:extLst>
              <a:ext uri="{FF2B5EF4-FFF2-40B4-BE49-F238E27FC236}">
                <a16:creationId xmlns:a16="http://schemas.microsoft.com/office/drawing/2014/main" id="{60A8CA78-1E3B-43A8-83A4-F582547F03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5763" name="Rectangle 3">
            <a:extLst>
              <a:ext uri="{FF2B5EF4-FFF2-40B4-BE49-F238E27FC236}">
                <a16:creationId xmlns:a16="http://schemas.microsoft.com/office/drawing/2014/main" id="{8EE9DEC0-C67A-4BF5-9300-3B6B244B8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FCD90AD-C5F4-4A8E-88E3-096BF12DBF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050ECB-822A-499D-BC2B-7AA8850CC68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48508C-57C7-4ABB-AC5F-F1898997830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BAADD09-8388-4429-86E9-41A6E2388A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B67758-79E9-4216-97B3-827ADFDA108E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886786" name="Rectangle 2">
            <a:extLst>
              <a:ext uri="{FF2B5EF4-FFF2-40B4-BE49-F238E27FC236}">
                <a16:creationId xmlns:a16="http://schemas.microsoft.com/office/drawing/2014/main" id="{66E36086-46D5-45F4-B9E2-B606AE07A9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6787" name="Rectangle 3">
            <a:extLst>
              <a:ext uri="{FF2B5EF4-FFF2-40B4-BE49-F238E27FC236}">
                <a16:creationId xmlns:a16="http://schemas.microsoft.com/office/drawing/2014/main" id="{A96767B9-81A5-4982-A0E7-2FFEFB4C0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95D47F2-551E-45B5-BC93-7C7EFF74F5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6B88BFA-8CB2-44E9-966A-33BAB1EFEC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991760-525A-476D-9277-F822BE4A65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B484A6A-32AC-4EE3-A946-827D89F9DD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3714DC-5262-4F6B-9420-99EA7CF3598F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896002" name="Rectangle 2">
            <a:extLst>
              <a:ext uri="{FF2B5EF4-FFF2-40B4-BE49-F238E27FC236}">
                <a16:creationId xmlns:a16="http://schemas.microsoft.com/office/drawing/2014/main" id="{59FAAE24-47D0-4E5A-8E0D-CF7DF69DEB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6003" name="Rectangle 3">
            <a:extLst>
              <a:ext uri="{FF2B5EF4-FFF2-40B4-BE49-F238E27FC236}">
                <a16:creationId xmlns:a16="http://schemas.microsoft.com/office/drawing/2014/main" id="{FD827DA9-7C85-47C6-80F2-EE06E9183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9F38EB8-CFCC-44B0-8D21-605308E26A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C6C0DDF-812D-4994-88D2-40654E94405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053A7E-A384-43A9-8129-D4F37BA0DD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A2E8770-B68E-4D64-8969-C2B11848A6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E06BC-2496-42E2-A28E-B45B29A1A526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898050" name="Rectangle 2">
            <a:extLst>
              <a:ext uri="{FF2B5EF4-FFF2-40B4-BE49-F238E27FC236}">
                <a16:creationId xmlns:a16="http://schemas.microsoft.com/office/drawing/2014/main" id="{2018E77A-688D-470B-8FED-5A32433FA3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8051" name="Rectangle 3">
            <a:extLst>
              <a:ext uri="{FF2B5EF4-FFF2-40B4-BE49-F238E27FC236}">
                <a16:creationId xmlns:a16="http://schemas.microsoft.com/office/drawing/2014/main" id="{8B7F10C0-899D-43B3-9E9D-20D6CE725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C3B51CA-B5E3-4C5A-BA2C-3AEC2D575C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AA4AC1-2632-4F24-A1DD-4FD2AE8C5B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E400AA-84ED-4DB9-9EE3-63305E7BAD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0531E6F-D5D5-4844-A0B2-33E800EAA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18818A-8199-498A-B729-9F10D36C0DD6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900098" name="Rectangle 2">
            <a:extLst>
              <a:ext uri="{FF2B5EF4-FFF2-40B4-BE49-F238E27FC236}">
                <a16:creationId xmlns:a16="http://schemas.microsoft.com/office/drawing/2014/main" id="{71ACAB11-606E-4E8E-9914-6A5FEDCDBE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0099" name="Rectangle 3">
            <a:extLst>
              <a:ext uri="{FF2B5EF4-FFF2-40B4-BE49-F238E27FC236}">
                <a16:creationId xmlns:a16="http://schemas.microsoft.com/office/drawing/2014/main" id="{C3FE1416-CB9B-41D3-B05B-6B5BB6BB5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A35E61-B59E-4D7F-AADB-2B9F33A127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E6EF0E-6DC8-4347-A728-3613C67FA9B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0E75FD-63F8-4272-BA55-C20009D2BA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E8EC032-F7B5-46A6-AAF5-D70D431BDF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A2D2A5-6F2E-4D4D-8A35-8D6443319FB1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902146" name="Rectangle 2">
            <a:extLst>
              <a:ext uri="{FF2B5EF4-FFF2-40B4-BE49-F238E27FC236}">
                <a16:creationId xmlns:a16="http://schemas.microsoft.com/office/drawing/2014/main" id="{BAFE4D24-D554-4B4A-97BC-8055171D6F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>
            <a:extLst>
              <a:ext uri="{FF2B5EF4-FFF2-40B4-BE49-F238E27FC236}">
                <a16:creationId xmlns:a16="http://schemas.microsoft.com/office/drawing/2014/main" id="{6AB47045-85FF-4903-80D0-729413818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AF0EC6-0B01-4A8D-93CA-B32723A6B8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90D010-EF55-4EF9-B798-AB5DD903BD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486365-023B-4F2D-A046-5757415A372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EB0FCC8-007D-4F39-A74E-5753B28568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6532B6-8AC0-4E75-AE0E-12C98AF2632A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BA4319E8-1213-479B-983D-6EE38AE80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>
            <a:extLst>
              <a:ext uri="{FF2B5EF4-FFF2-40B4-BE49-F238E27FC236}">
                <a16:creationId xmlns:a16="http://schemas.microsoft.com/office/drawing/2014/main" id="{490DDF7F-1FCA-4C43-B527-A1831EBB6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F0B26B4-8984-4FAA-8B0D-4C1E9C3E9F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C728167-7B29-4759-9F80-604A4A065D0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58DA3E-EC21-41C7-BEEE-718DB2F98C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16E1A42-BD00-4CDA-BCA1-8CC47B67DD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B0A661-236D-4E81-A30D-784A0BC7A455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906242" name="Rectangle 2">
            <a:extLst>
              <a:ext uri="{FF2B5EF4-FFF2-40B4-BE49-F238E27FC236}">
                <a16:creationId xmlns:a16="http://schemas.microsoft.com/office/drawing/2014/main" id="{89714BB9-5A5C-401C-B500-A041A144CD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6243" name="Rectangle 3">
            <a:extLst>
              <a:ext uri="{FF2B5EF4-FFF2-40B4-BE49-F238E27FC236}">
                <a16:creationId xmlns:a16="http://schemas.microsoft.com/office/drawing/2014/main" id="{F6C420A9-2C57-4AD4-9B4E-41C1AB4BB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7803D3C-B874-417D-AE77-DDF566F52F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9FDC592-179C-4145-89AF-ACFADD154C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F8206A-58C3-49B9-B982-0769B9A932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2718586-4658-494B-9539-92450D6F82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ACBB53-12FF-43CA-9CA4-53059F99EBF0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887810" name="Rectangle 2">
            <a:extLst>
              <a:ext uri="{FF2B5EF4-FFF2-40B4-BE49-F238E27FC236}">
                <a16:creationId xmlns:a16="http://schemas.microsoft.com/office/drawing/2014/main" id="{F6DA339C-B36B-49EB-9325-923276B10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9670EEBD-7A12-4179-A44C-A7C1056D8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5FBBAE0-5736-489B-907C-CCE3A240DF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03426E6-B42A-49F7-A505-50DDBBA8EA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9B4CB6-EDFB-4228-9762-3D2A7B942F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AC19ECC-0A25-4A76-9CC4-2A3DFC63F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42C4FF-D498-453E-9B67-501999071B1C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888834" name="Rectangle 2">
            <a:extLst>
              <a:ext uri="{FF2B5EF4-FFF2-40B4-BE49-F238E27FC236}">
                <a16:creationId xmlns:a16="http://schemas.microsoft.com/office/drawing/2014/main" id="{EABDC179-AE40-4CA9-92BC-2E04C20A41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8835" name="Rectangle 3">
            <a:extLst>
              <a:ext uri="{FF2B5EF4-FFF2-40B4-BE49-F238E27FC236}">
                <a16:creationId xmlns:a16="http://schemas.microsoft.com/office/drawing/2014/main" id="{9674BC93-F376-401C-B388-1ADDD53E9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EB1F71F-C25C-4245-A864-D954202E3D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E95B8B-09D5-4A4D-8348-B38D1B3FB44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CDDA05-77E5-44AC-9FC9-57ECE5EF5A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9A5E76C-CD33-4B86-8F36-1A5F7756E9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86F943-DAFE-45D5-BA6A-6917BAA846ED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889858" name="Rectangle 2">
            <a:extLst>
              <a:ext uri="{FF2B5EF4-FFF2-40B4-BE49-F238E27FC236}">
                <a16:creationId xmlns:a16="http://schemas.microsoft.com/office/drawing/2014/main" id="{A0AF37AC-C990-4632-8EFA-E3996B03C9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9859" name="Rectangle 3">
            <a:extLst>
              <a:ext uri="{FF2B5EF4-FFF2-40B4-BE49-F238E27FC236}">
                <a16:creationId xmlns:a16="http://schemas.microsoft.com/office/drawing/2014/main" id="{4A1E16FE-1B82-473A-BDC3-C29A4BEAA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6A5E550-B8AA-4EE2-9744-9624F4C451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608CB9-A7E7-48A3-9A99-E615ACF4DD9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8AC9AB-97C7-4B3B-B507-E8FE8EC12A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2EF2428-D7A1-4A3B-A687-38BE8A4A41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EC01E5-E17A-46E4-B203-9961CDD67347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842754" name="Rectangle 2">
            <a:extLst>
              <a:ext uri="{FF2B5EF4-FFF2-40B4-BE49-F238E27FC236}">
                <a16:creationId xmlns:a16="http://schemas.microsoft.com/office/drawing/2014/main" id="{EF50E726-9E99-4A12-A23E-B8917EEA8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2755" name="Rectangle 3">
            <a:extLst>
              <a:ext uri="{FF2B5EF4-FFF2-40B4-BE49-F238E27FC236}">
                <a16:creationId xmlns:a16="http://schemas.microsoft.com/office/drawing/2014/main" id="{545EF8F9-C18E-4FEE-A6B5-7A53E127E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A0E8C05-C4DE-47F6-90B7-68AA46ECB5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8C4A366-A7FE-4EE0-9231-982B23A653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067AE1-8220-4B90-AC5D-C844859A00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0847AF4-17E3-4B5D-9419-5BAE53B2BA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546987-2CDB-4138-B067-1907CC154A01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844802" name="Rectangle 2">
            <a:extLst>
              <a:ext uri="{FF2B5EF4-FFF2-40B4-BE49-F238E27FC236}">
                <a16:creationId xmlns:a16="http://schemas.microsoft.com/office/drawing/2014/main" id="{AD590917-D1F8-4BC6-B38D-4041A3C36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4803" name="Rectangle 3">
            <a:extLst>
              <a:ext uri="{FF2B5EF4-FFF2-40B4-BE49-F238E27FC236}">
                <a16:creationId xmlns:a16="http://schemas.microsoft.com/office/drawing/2014/main" id="{82B05917-9B59-44C8-93EA-7297E5497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10EB3C8-64E1-4142-8215-BD5C3157FF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7928C0-3566-44A5-AEB5-2B1655771F5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51AFAC-B597-4717-B627-1FF1AFAED6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4A4C7F-2ECD-4B1C-AA2B-3B9D8796C7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F13CC3-A761-4262-B724-8BA154BDF7B9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846850" name="Rectangle 2">
            <a:extLst>
              <a:ext uri="{FF2B5EF4-FFF2-40B4-BE49-F238E27FC236}">
                <a16:creationId xmlns:a16="http://schemas.microsoft.com/office/drawing/2014/main" id="{181D8179-567D-4288-9C0D-A074D9447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6851" name="Rectangle 3">
            <a:extLst>
              <a:ext uri="{FF2B5EF4-FFF2-40B4-BE49-F238E27FC236}">
                <a16:creationId xmlns:a16="http://schemas.microsoft.com/office/drawing/2014/main" id="{F2642816-1657-46E5-8D39-19AE507DB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163F64-070A-4F5A-8D24-82908D6009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4C627CC-BEF9-4829-8A74-71F06013D6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FDFFB0-B45E-4A98-8CFC-6C66262DCC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519AAAD-3F76-4E68-BAE3-F33D374B63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4F138F-6561-4453-B603-3AB7A48135DD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848898" name="Rectangle 2">
            <a:extLst>
              <a:ext uri="{FF2B5EF4-FFF2-40B4-BE49-F238E27FC236}">
                <a16:creationId xmlns:a16="http://schemas.microsoft.com/office/drawing/2014/main" id="{6D532B45-07F8-4E31-8785-733912EBF6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8899" name="Rectangle 3">
            <a:extLst>
              <a:ext uri="{FF2B5EF4-FFF2-40B4-BE49-F238E27FC236}">
                <a16:creationId xmlns:a16="http://schemas.microsoft.com/office/drawing/2014/main" id="{DD098A1E-FB9F-4E2C-8F21-572A3C31D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C681D32-2066-41CC-A550-95CC988D5F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6711F43-65DD-4721-8620-29ACE191B0C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783FCD-5EF1-4087-8192-8847A15579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0DB3072-A1CB-4F5C-A68B-1532CC7CBA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778D7A-D1FD-4456-9C5A-EFA9A86389B7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850946" name="Rectangle 2">
            <a:extLst>
              <a:ext uri="{FF2B5EF4-FFF2-40B4-BE49-F238E27FC236}">
                <a16:creationId xmlns:a16="http://schemas.microsoft.com/office/drawing/2014/main" id="{916EDC69-C6C6-4155-AC83-747682D73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0947" name="Rectangle 3">
            <a:extLst>
              <a:ext uri="{FF2B5EF4-FFF2-40B4-BE49-F238E27FC236}">
                <a16:creationId xmlns:a16="http://schemas.microsoft.com/office/drawing/2014/main" id="{54363734-EC72-4B1A-BD4F-9F33EA06B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2DD8C65-39FC-4C8B-AA4C-5C5A1156B1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075ABA6-24F7-4C99-84A4-44E607D97B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0776D9-C6FE-4B39-8353-B3356A9555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2611EE2-DD3D-4973-9DF8-9642DBD27F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28939E-2A78-47B5-9F12-E19B2E4D93F2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852994" name="Rectangle 2">
            <a:extLst>
              <a:ext uri="{FF2B5EF4-FFF2-40B4-BE49-F238E27FC236}">
                <a16:creationId xmlns:a16="http://schemas.microsoft.com/office/drawing/2014/main" id="{630E08B2-1089-46AB-99FB-989747E047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5" name="Rectangle 3">
            <a:extLst>
              <a:ext uri="{FF2B5EF4-FFF2-40B4-BE49-F238E27FC236}">
                <a16:creationId xmlns:a16="http://schemas.microsoft.com/office/drawing/2014/main" id="{828F4BA4-29E3-41EA-8302-9FDCEC4CC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8E44D4E-6EFA-4ACF-98B6-892C23F1019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35547BE-D8F3-4757-A9E0-4F6FE9BD7B6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7E43DC-9839-43AE-8014-31A05B6232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A81FFBA-7339-40A1-BF41-7F6A4F61C5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7494E2-1E65-4E46-973A-C1B63A5BB4A7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855042" name="Rectangle 2">
            <a:extLst>
              <a:ext uri="{FF2B5EF4-FFF2-40B4-BE49-F238E27FC236}">
                <a16:creationId xmlns:a16="http://schemas.microsoft.com/office/drawing/2014/main" id="{B869A07D-297E-48A2-A35C-8B9AF24112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5043" name="Rectangle 3">
            <a:extLst>
              <a:ext uri="{FF2B5EF4-FFF2-40B4-BE49-F238E27FC236}">
                <a16:creationId xmlns:a16="http://schemas.microsoft.com/office/drawing/2014/main" id="{5A23095C-624F-4CF9-8B7C-DFFE95EFE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C260643-28C3-4301-AEFB-6C473846FD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8B7EE4-3010-45D8-A2FC-41BAD3B5A7B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5BDA9E-A3E8-412C-A59A-0507FABAFF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DD5837D-2B42-4632-82A7-02C2C12B16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629429-C1EA-4B8A-91C6-265B1F3C82F9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857090" name="Rectangle 2">
            <a:extLst>
              <a:ext uri="{FF2B5EF4-FFF2-40B4-BE49-F238E27FC236}">
                <a16:creationId xmlns:a16="http://schemas.microsoft.com/office/drawing/2014/main" id="{2A922BE9-52B2-4695-AFD2-39462EE25B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7091" name="Rectangle 3">
            <a:extLst>
              <a:ext uri="{FF2B5EF4-FFF2-40B4-BE49-F238E27FC236}">
                <a16:creationId xmlns:a16="http://schemas.microsoft.com/office/drawing/2014/main" id="{7A967C96-9432-4367-A38B-BEA00FF11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6C80DCF-F60E-47E5-AAAC-90412A9BB0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36F23D5-49C1-495A-876E-7E5FBDACDB3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996C6A-1F5F-434E-BF74-258F38589FF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CE21A14-6E72-413B-AE6F-57C2C2C40D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798766-89F8-414A-AFB2-D0C3BA8A4B8A}" type="slidenum">
              <a:rPr lang="en-US" altLang="en-US"/>
              <a:pPr/>
              <a:t>74</a:t>
            </a:fld>
            <a:endParaRPr lang="en-US" altLang="en-US"/>
          </a:p>
        </p:txBody>
      </p:sp>
      <p:sp>
        <p:nvSpPr>
          <p:cNvPr id="859138" name="Rectangle 2">
            <a:extLst>
              <a:ext uri="{FF2B5EF4-FFF2-40B4-BE49-F238E27FC236}">
                <a16:creationId xmlns:a16="http://schemas.microsoft.com/office/drawing/2014/main" id="{A2270DF2-6E50-4B68-925A-A8F0D456D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9139" name="Rectangle 3">
            <a:extLst>
              <a:ext uri="{FF2B5EF4-FFF2-40B4-BE49-F238E27FC236}">
                <a16:creationId xmlns:a16="http://schemas.microsoft.com/office/drawing/2014/main" id="{64CD5351-EC55-407D-861C-8119955ED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0E40364-08EF-43B8-90D4-5C4C5E1033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Princess Sumaya University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A4098A-A30B-4F42-9413-2766B937E1F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4241 - Digital Logic Design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CEC1BA-1BEA-4C39-B2A1-C652AD626D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Dr. Bassam Kahhaleh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47CCF49-A436-4150-A1D8-3321CEDB3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77F5B9-3F65-4D9E-B222-D29051E3C05D}" type="slidenum">
              <a:rPr lang="en-US" altLang="en-US"/>
              <a:pPr/>
              <a:t>75</a:t>
            </a:fld>
            <a:endParaRPr lang="en-US" altLang="en-US"/>
          </a:p>
        </p:txBody>
      </p:sp>
      <p:sp>
        <p:nvSpPr>
          <p:cNvPr id="861186" name="Rectangle 2">
            <a:extLst>
              <a:ext uri="{FF2B5EF4-FFF2-40B4-BE49-F238E27FC236}">
                <a16:creationId xmlns:a16="http://schemas.microsoft.com/office/drawing/2014/main" id="{196A6BD5-13B4-412E-8FFD-54F8B2F4A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1187" name="Rectangle 3">
            <a:extLst>
              <a:ext uri="{FF2B5EF4-FFF2-40B4-BE49-F238E27FC236}">
                <a16:creationId xmlns:a16="http://schemas.microsoft.com/office/drawing/2014/main" id="{F39982D9-3D2B-4660-8E3C-81D21AE10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52" name="AutoShape 20">
            <a:extLst>
              <a:ext uri="{FF2B5EF4-FFF2-40B4-BE49-F238E27FC236}">
                <a16:creationId xmlns:a16="http://schemas.microsoft.com/office/drawing/2014/main" id="{042E796C-C021-4FE2-8696-ADF35EE6A9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8038" y="4724400"/>
            <a:ext cx="5111750" cy="865188"/>
          </a:xfrm>
          <a:prstGeom prst="roundRect">
            <a:avLst>
              <a:gd name="adj" fmla="val 16667"/>
            </a:avLst>
          </a:prstGeom>
          <a:solidFill>
            <a:srgbClr val="99CCFF">
              <a:alpha val="37000"/>
            </a:srgbClr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0037" name="Text Box 5">
            <a:extLst>
              <a:ext uri="{FF2B5EF4-FFF2-40B4-BE49-F238E27FC236}">
                <a16:creationId xmlns:a16="http://schemas.microsoft.com/office/drawing/2014/main" id="{AA4209E1-E864-426D-BC29-37CFAEA745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00046" name="Rectangle 14">
            <a:extLst>
              <a:ext uri="{FF2B5EF4-FFF2-40B4-BE49-F238E27FC236}">
                <a16:creationId xmlns:a16="http://schemas.microsoft.com/office/drawing/2014/main" id="{F74CAE99-1690-4799-A0BA-5129E8F08D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2987675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0047" name="Rectangle 15">
            <a:extLst>
              <a:ext uri="{FF2B5EF4-FFF2-40B4-BE49-F238E27FC236}">
                <a16:creationId xmlns:a16="http://schemas.microsoft.com/office/drawing/2014/main" id="{D3C80E3B-B730-40BE-9DA3-03A86E61A2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3167063" cy="501332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pic>
        <p:nvPicPr>
          <p:cNvPr id="300048" name="Picture 16">
            <a:extLst>
              <a:ext uri="{FF2B5EF4-FFF2-40B4-BE49-F238E27FC236}">
                <a16:creationId xmlns:a16="http://schemas.microsoft.com/office/drawing/2014/main" id="{E750DDDE-5383-457B-B5F6-D29FE33A85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052513"/>
            <a:ext cx="11430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0049" name="AutoShape 17">
            <a:extLst>
              <a:ext uri="{FF2B5EF4-FFF2-40B4-BE49-F238E27FC236}">
                <a16:creationId xmlns:a16="http://schemas.microsoft.com/office/drawing/2014/main" id="{A1A05470-B545-4545-B775-FB6B96E964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39975" y="1052513"/>
            <a:ext cx="6661150" cy="2197100"/>
          </a:xfrm>
          <a:prstGeom prst="roundRect">
            <a:avLst>
              <a:gd name="adj" fmla="val 16667"/>
            </a:avLst>
          </a:prstGeom>
          <a:solidFill>
            <a:srgbClr val="FF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00050" name="Text Box 18">
            <a:extLst>
              <a:ext uri="{FF2B5EF4-FFF2-40B4-BE49-F238E27FC236}">
                <a16:creationId xmlns:a16="http://schemas.microsoft.com/office/drawing/2014/main" id="{5F15E2C1-E960-4692-A73D-73B14BC071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55875" y="1268413"/>
            <a:ext cx="608488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tr-TR" altLang="en-US" sz="4800"/>
              <a:t>Digital Logic Design I</a:t>
            </a:r>
          </a:p>
          <a:p>
            <a:r>
              <a:rPr lang="tr-TR" altLang="en-US" sz="3600"/>
              <a:t>Synchronous  Sequential Logic</a:t>
            </a:r>
            <a:endParaRPr lang="en-US" altLang="en-US" sz="3600"/>
          </a:p>
        </p:txBody>
      </p:sp>
      <p:sp>
        <p:nvSpPr>
          <p:cNvPr id="300051" name="Text Box 19">
            <a:extLst>
              <a:ext uri="{FF2B5EF4-FFF2-40B4-BE49-F238E27FC236}">
                <a16:creationId xmlns:a16="http://schemas.microsoft.com/office/drawing/2014/main" id="{81B4F55B-A7A4-4A0F-8B8B-65A58DD58F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67063" y="4905375"/>
            <a:ext cx="5329237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tr-TR" altLang="en-US" sz="3200"/>
              <a:t>Mustafa Kemal Uyguroğlu</a:t>
            </a:r>
            <a:endParaRPr lang="en-US" altLang="en-US" sz="32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ED12-5EDA-4C63-AC5E-BD341B95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4ABA7-8865-4E2A-9089-591EC6DB0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3AF8F-F123-4371-B19B-F302370D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7FA52-8DB1-4E8B-93B2-C6D25D49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67E02-77D5-40F9-B7E9-59AB287C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228991-4559-4AF2-855C-AF330ADA2E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330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BFBF-BEFB-4999-A439-FE9B910E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A4AAD-B65D-4F19-87D9-42CD1DB4D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AB7D7-0B88-40E2-AE25-50D77525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7BBBA-56CB-474B-961B-D00637724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86772-3EE9-4734-A4DC-41A420EB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79E57-09E1-4200-BD58-0FB1D767DE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64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25CE-6491-44E5-B8C2-4C2602A3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4019-2FF5-4288-953E-1F7B7CB71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089025"/>
            <a:ext cx="4064000" cy="312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D8D9B-7ACD-4900-A742-F4422DE2A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7588" y="1089025"/>
            <a:ext cx="4064000" cy="312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B5686-1A55-48F4-8596-C8659DAA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8252-A63C-480D-BE08-6ACB10BD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4790A-FC51-496F-8E2B-CC9CDE27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0BD2D-2338-4443-9534-786F4265E8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86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56A1-86EB-49AB-AEAA-FFC7E7F8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EDFF6-B403-4147-82B8-BE4124697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0C89F-6EFB-4BF5-93D1-FDBB9993D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C1CAF-774A-4862-8EB8-8D3C3853E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73194-3C8A-485D-89F5-AC92B1E68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1D79D-B118-4119-875C-A8156D62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0ECD4-36E6-4710-8536-3E304071C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18651-F48E-49D1-8F47-81CA6744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EB677-9B00-4976-B2EF-F3C607E37A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82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1203-AB81-4695-AA96-D873AF90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CC26B-8AE7-44E9-9247-30BCD624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4C9C7-5ED4-4E18-B352-C4C6B61E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31D2E-2471-455E-8DD1-561F045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1766F-93AA-4ACC-AF0D-E96EC905C3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50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9BBB-C8A5-4ECA-BBF3-58E2B587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4530A-E38C-4F67-A8FE-5A614C9F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B766E-7D56-4C37-AED4-ACD155B9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62EAE-3F25-46AC-9B82-EC331945A1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32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C086-7A09-404E-A9C7-901E12007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9EAFF-1D52-4A5E-BFEE-EC3B3ECF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A8AE2-878D-4569-8C0A-6301BA01D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5BA0F-3A3D-4916-BB10-F6861E411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1DFA1-CE05-4868-85D7-A08F606D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10B8C-852E-4CB7-86D6-542FA3DB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E119B-89AD-4549-84F1-FA26C1DDCE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35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E7FE-5E75-4E62-BAEB-09CC3A7F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1A90D-D207-4617-8B92-8C95D77CD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4765D-07D7-4C98-B47D-537DF40E7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8FAC7-4B0B-4E9B-A831-7A417FE10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54090-256F-490F-A0FD-8448FA33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17A00-8650-4719-85F1-9C77FFA9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5D5870-1BF8-4B19-A7EE-B78922B286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29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0278-1201-442C-99DD-2A88A8F9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F1954-B126-4A8B-AC01-23B42E781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76A4-C005-4B47-9C3B-289C7ACDE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B2DE1-DC2B-4CB3-9BB2-269F9F4D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1C8C3-A977-44B0-9DD1-93E3DE367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931451-06BF-447E-B4F2-2BAEBBC62F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588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763701-7BF7-4245-B770-5BF64496E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23075" y="188913"/>
            <a:ext cx="2070100" cy="4029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B25DE-B099-44E8-807F-5622977A1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188913"/>
            <a:ext cx="6059487" cy="4029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4F1A4-CA2B-4E92-840E-C1FD7C7E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E412-5C2B-483F-9AD2-8D3C4730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ED46E-CF49-4320-BF22-E1FE7C2E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2A3696-7670-47EE-AF5A-6AE7019008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142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E1FB-522C-493A-A416-B194048E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69CCB-9146-45F6-8DE7-B8F08AF5951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11188" y="1089025"/>
            <a:ext cx="4064000" cy="312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32AC0-5913-4E59-A2FC-DB18B28B3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7588" y="1089025"/>
            <a:ext cx="4064000" cy="312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7E3BA-93CC-43FF-A35F-68158DE9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825" y="6489700"/>
            <a:ext cx="2520950" cy="288925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C4077-7C26-45F1-BCB1-C1C72572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89700"/>
            <a:ext cx="3311525" cy="288925"/>
          </a:xfrm>
        </p:spPr>
        <p:txBody>
          <a:bodyPr/>
          <a:lstStyle>
            <a:lvl1pPr>
              <a:defRPr/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A1019-FC4F-41C2-90C3-B2B58822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45438" y="6489700"/>
            <a:ext cx="1198562" cy="288925"/>
          </a:xfrm>
        </p:spPr>
        <p:txBody>
          <a:bodyPr/>
          <a:lstStyle>
            <a:lvl1pPr>
              <a:defRPr/>
            </a:lvl1pPr>
          </a:lstStyle>
          <a:p>
            <a:fld id="{EF34C88F-ADBC-4421-A568-1161D33C0D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4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46" name="Rectangle 18">
            <a:extLst>
              <a:ext uri="{FF2B5EF4-FFF2-40B4-BE49-F238E27FC236}">
                <a16:creationId xmlns:a16="http://schemas.microsoft.com/office/drawing/2014/main" id="{637FB99D-CEC4-4709-869D-F26CAD978D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1800" y="0"/>
            <a:ext cx="8712200" cy="76517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76144" name="Rectangle 16">
            <a:extLst>
              <a:ext uri="{FF2B5EF4-FFF2-40B4-BE49-F238E27FC236}">
                <a16:creationId xmlns:a16="http://schemas.microsoft.com/office/drawing/2014/main" id="{5FFD6DB1-D57B-4AE3-AAAC-B96ABE13E8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431800" cy="4689475"/>
          </a:xfrm>
          <a:prstGeom prst="rect">
            <a:avLst/>
          </a:prstGeom>
          <a:solidFill>
            <a:srgbClr val="0000FF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76130" name="Rectangle 2">
            <a:extLst>
              <a:ext uri="{FF2B5EF4-FFF2-40B4-BE49-F238E27FC236}">
                <a16:creationId xmlns:a16="http://schemas.microsoft.com/office/drawing/2014/main" id="{6D1DD1D1-0EE6-4C7D-B34A-16E60D70D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188913"/>
            <a:ext cx="7921625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Title</a:t>
            </a:r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3FBA0379-F70F-4F2F-8187-D676EE6AE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89025"/>
            <a:ext cx="8280400" cy="312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This is our 1st Level Bullet</a:t>
            </a:r>
          </a:p>
          <a:p>
            <a:pPr lvl="1"/>
            <a:r>
              <a:rPr lang="en-US" altLang="en-US"/>
              <a:t>This is our 2nd level bullet</a:t>
            </a:r>
          </a:p>
          <a:p>
            <a:pPr lvl="2"/>
            <a:r>
              <a:rPr lang="en-US" altLang="en-US"/>
              <a:t>This is our 3rd level bullet</a:t>
            </a:r>
          </a:p>
          <a:p>
            <a:pPr lvl="0"/>
            <a:r>
              <a:rPr lang="en-US" altLang="en-US"/>
              <a:t>This is our next 1st Level Bullet</a:t>
            </a:r>
          </a:p>
          <a:p>
            <a:pPr lvl="1"/>
            <a:r>
              <a:rPr lang="en-US" altLang="en-US"/>
              <a:t>This is our 2nd level bullet</a:t>
            </a:r>
          </a:p>
          <a:p>
            <a:pPr lvl="2"/>
            <a:r>
              <a:rPr lang="en-US" altLang="en-US"/>
              <a:t>This is our 3rd level bullet</a:t>
            </a:r>
          </a:p>
        </p:txBody>
      </p:sp>
      <p:sp>
        <p:nvSpPr>
          <p:cNvPr id="176133" name="Line 5">
            <a:extLst>
              <a:ext uri="{FF2B5EF4-FFF2-40B4-BE49-F238E27FC236}">
                <a16:creationId xmlns:a16="http://schemas.microsoft.com/office/drawing/2014/main" id="{55A05A1B-7748-4102-9A6D-42B9D82648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" y="800100"/>
            <a:ext cx="8712200" cy="0"/>
          </a:xfrm>
          <a:prstGeom prst="line">
            <a:avLst/>
          </a:prstGeom>
          <a:noFill/>
          <a:ln w="57150" cmpd="thickThin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34" name="Text Box 6">
            <a:extLst>
              <a:ext uri="{FF2B5EF4-FFF2-40B4-BE49-F238E27FC236}">
                <a16:creationId xmlns:a16="http://schemas.microsoft.com/office/drawing/2014/main" id="{3F71A789-A1DE-4EEF-970E-8281538D71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76137" name="Rectangle 9">
            <a:extLst>
              <a:ext uri="{FF2B5EF4-FFF2-40B4-BE49-F238E27FC236}">
                <a16:creationId xmlns:a16="http://schemas.microsoft.com/office/drawing/2014/main" id="{89C7EDCC-FF1C-4D0B-8A5B-2197AA4911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0825" y="6489700"/>
            <a:ext cx="2520950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 altLang="en-US"/>
          </a:p>
        </p:txBody>
      </p:sp>
      <p:sp>
        <p:nvSpPr>
          <p:cNvPr id="176138" name="Rectangle 10">
            <a:extLst>
              <a:ext uri="{FF2B5EF4-FFF2-40B4-BE49-F238E27FC236}">
                <a16:creationId xmlns:a16="http://schemas.microsoft.com/office/drawing/2014/main" id="{CCB875BE-FBE6-4251-9C69-0A22A42B8EE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489700"/>
            <a:ext cx="3311525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76139" name="Rectangle 11">
            <a:extLst>
              <a:ext uri="{FF2B5EF4-FFF2-40B4-BE49-F238E27FC236}">
                <a16:creationId xmlns:a16="http://schemas.microsoft.com/office/drawing/2014/main" id="{9660285D-E462-4617-B7A0-24A072CF8E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45438" y="6489700"/>
            <a:ext cx="1198562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76DA11F5-4ED0-4FA3-90FA-584608AA0F0A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76142" name="Picture 14">
            <a:extLst>
              <a:ext uri="{FF2B5EF4-FFF2-40B4-BE49-F238E27FC236}">
                <a16:creationId xmlns:a16="http://schemas.microsoft.com/office/drawing/2014/main" id="{AB396274-0587-4BC5-A101-23C751593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2313" cy="72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43" name="Rectangle 15">
            <a:extLst>
              <a:ext uri="{FF2B5EF4-FFF2-40B4-BE49-F238E27FC236}">
                <a16:creationId xmlns:a16="http://schemas.microsoft.com/office/drawing/2014/main" id="{9B79193E-84C3-431B-A769-70ED29C89F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431800" cy="450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76145" name="Rectangle 17">
            <a:extLst>
              <a:ext uri="{FF2B5EF4-FFF2-40B4-BE49-F238E27FC236}">
                <a16:creationId xmlns:a16="http://schemas.microsoft.com/office/drawing/2014/main" id="{33CA30D4-4B30-49EB-B239-6075A03D0C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8712200" cy="9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hdr="0" dt="0"/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 kern="12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52425" indent="-352425" algn="l" rtl="0" eaLnBrk="0" fontAlgn="base" hangingPunct="0">
        <a:spcBef>
          <a:spcPct val="50000"/>
        </a:spcBef>
        <a:spcAft>
          <a:spcPct val="0"/>
        </a:spcAft>
        <a:buClr>
          <a:srgbClr val="CC3300"/>
        </a:buClr>
        <a:buSzPct val="100000"/>
        <a:buFont typeface="Wingdings" panose="05000000000000000000" pitchFamily="2" charset="2"/>
        <a:buChar char="«"/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809625" indent="-277813" algn="l" rtl="0" eaLnBrk="0" fontAlgn="base" hangingPunct="0">
        <a:spcBef>
          <a:spcPct val="50000"/>
        </a:spcBef>
        <a:spcAft>
          <a:spcPct val="0"/>
        </a:spcAft>
        <a:buClr>
          <a:schemeClr val="accent2"/>
        </a:buClr>
        <a:buSzPct val="100000"/>
        <a:buFont typeface="Times New Roman" panose="02020603050405020304" pitchFamily="18" charset="0"/>
        <a:buChar char="●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54125" indent="-265113" algn="l" rtl="0" eaLnBrk="0" fontAlgn="base" hangingPunct="0">
        <a:spcBef>
          <a:spcPct val="50000"/>
        </a:spcBef>
        <a:spcAft>
          <a:spcPct val="0"/>
        </a:spcAft>
        <a:buClr>
          <a:srgbClr val="CC3300"/>
        </a:buClr>
        <a:buSzPct val="100000"/>
        <a:buFont typeface="Arial" panose="020B0604020202020204" pitchFamily="34" charset="0"/>
        <a:buChar char="♦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868488" indent="-3429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90775" indent="-3429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132BA386-BC41-46B6-914C-545D0E8B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53A9C-0A4A-403B-8702-CA1EA88C67F4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749570" name="Rectangle 2">
            <a:extLst>
              <a:ext uri="{FF2B5EF4-FFF2-40B4-BE49-F238E27FC236}">
                <a16:creationId xmlns:a16="http://schemas.microsoft.com/office/drawing/2014/main" id="{E717561F-B72F-4D1F-B1E3-40EF16E80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Sequential Circuits</a:t>
            </a:r>
          </a:p>
        </p:txBody>
      </p:sp>
      <p:grpSp>
        <p:nvGrpSpPr>
          <p:cNvPr id="749572" name="Group 4">
            <a:extLst>
              <a:ext uri="{FF2B5EF4-FFF2-40B4-BE49-F238E27FC236}">
                <a16:creationId xmlns:a16="http://schemas.microsoft.com/office/drawing/2014/main" id="{14EE0C1B-625F-4BD2-A106-B179C5CA7A1D}"/>
              </a:ext>
            </a:extLst>
          </p:cNvPr>
          <p:cNvGrpSpPr>
            <a:grpSpLocks/>
          </p:cNvGrpSpPr>
          <p:nvPr/>
        </p:nvGrpSpPr>
        <p:grpSpPr bwMode="auto">
          <a:xfrm>
            <a:off x="873125" y="1628775"/>
            <a:ext cx="7350125" cy="1800225"/>
            <a:chOff x="550" y="1026"/>
            <a:chExt cx="4630" cy="1134"/>
          </a:xfrm>
        </p:grpSpPr>
        <p:sp>
          <p:nvSpPr>
            <p:cNvPr id="749573" name="AutoShape 5">
              <a:extLst>
                <a:ext uri="{FF2B5EF4-FFF2-40B4-BE49-F238E27FC236}">
                  <a16:creationId xmlns:a16="http://schemas.microsoft.com/office/drawing/2014/main" id="{0DCEA8AA-7453-42FE-8B6D-DE7310490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026"/>
              <a:ext cx="1247" cy="79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Combinational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Circuit</a:t>
              </a:r>
            </a:p>
          </p:txBody>
        </p:sp>
        <p:sp>
          <p:nvSpPr>
            <p:cNvPr id="749574" name="AutoShape 6">
              <a:extLst>
                <a:ext uri="{FF2B5EF4-FFF2-40B4-BE49-F238E27FC236}">
                  <a16:creationId xmlns:a16="http://schemas.microsoft.com/office/drawing/2014/main" id="{7F9394DC-E5F1-4DA2-B2B3-57F0DDB3C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480"/>
              <a:ext cx="907" cy="453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Memory</a:t>
              </a:r>
              <a:b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Elements</a:t>
              </a:r>
            </a:p>
          </p:txBody>
        </p:sp>
        <p:sp>
          <p:nvSpPr>
            <p:cNvPr id="749575" name="Line 7">
              <a:extLst>
                <a:ext uri="{FF2B5EF4-FFF2-40B4-BE49-F238E27FC236}">
                  <a16:creationId xmlns:a16="http://schemas.microsoft.com/office/drawing/2014/main" id="{C5AC368E-6341-416A-B439-DB264CF5F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706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76" name="Line 8">
              <a:extLst>
                <a:ext uri="{FF2B5EF4-FFF2-40B4-BE49-F238E27FC236}">
                  <a16:creationId xmlns:a16="http://schemas.microsoft.com/office/drawing/2014/main" id="{41EB2CE0-6BB2-4A04-91F6-A32DDDBE8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253"/>
              <a:ext cx="170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77" name="Line 9">
              <a:extLst>
                <a:ext uri="{FF2B5EF4-FFF2-40B4-BE49-F238E27FC236}">
                  <a16:creationId xmlns:a16="http://schemas.microsoft.com/office/drawing/2014/main" id="{E35DE88B-2D2B-46CF-8751-0C1F89709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1706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78" name="Line 10">
              <a:extLst>
                <a:ext uri="{FF2B5EF4-FFF2-40B4-BE49-F238E27FC236}">
                  <a16:creationId xmlns:a16="http://schemas.microsoft.com/office/drawing/2014/main" id="{E00D301D-EC0F-43E8-AA8A-592B34BCE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706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79" name="Line 11">
              <a:extLst>
                <a:ext uri="{FF2B5EF4-FFF2-40B4-BE49-F238E27FC236}">
                  <a16:creationId xmlns:a16="http://schemas.microsoft.com/office/drawing/2014/main" id="{6100CB62-1189-48E3-A1FA-C0352BFD21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3" y="2160"/>
              <a:ext cx="31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80" name="Line 12">
              <a:extLst>
                <a:ext uri="{FF2B5EF4-FFF2-40B4-BE49-F238E27FC236}">
                  <a16:creationId xmlns:a16="http://schemas.microsoft.com/office/drawing/2014/main" id="{DF24B57C-D1F3-4CB7-A039-CD8ED55BF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3" y="1593"/>
              <a:ext cx="0" cy="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81" name="Line 13">
              <a:extLst>
                <a:ext uri="{FF2B5EF4-FFF2-40B4-BE49-F238E27FC236}">
                  <a16:creationId xmlns:a16="http://schemas.microsoft.com/office/drawing/2014/main" id="{4BCE93A6-81B9-4F98-A365-ABCDE52280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3" y="1593"/>
              <a:ext cx="3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82" name="Line 14">
              <a:extLst>
                <a:ext uri="{FF2B5EF4-FFF2-40B4-BE49-F238E27FC236}">
                  <a16:creationId xmlns:a16="http://schemas.microsoft.com/office/drawing/2014/main" id="{EDE891A6-C0CC-4633-B458-E5F138C16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253"/>
              <a:ext cx="56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83" name="Rectangle 15">
              <a:extLst>
                <a:ext uri="{FF2B5EF4-FFF2-40B4-BE49-F238E27FC236}">
                  <a16:creationId xmlns:a16="http://schemas.microsoft.com/office/drawing/2014/main" id="{D4668524-15CA-4E6E-AF6C-AA383E0AE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1126"/>
              <a:ext cx="4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749584" name="Rectangle 16">
              <a:extLst>
                <a:ext uri="{FF2B5EF4-FFF2-40B4-BE49-F238E27FC236}">
                  <a16:creationId xmlns:a16="http://schemas.microsoft.com/office/drawing/2014/main" id="{06476C4F-5FD1-4062-ABA1-DEE8AB7C4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1" y="1139"/>
              <a:ext cx="55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Outputs</a:t>
              </a:r>
            </a:p>
          </p:txBody>
        </p:sp>
      </p:grpSp>
      <p:sp>
        <p:nvSpPr>
          <p:cNvPr id="749585" name="Rectangle 17">
            <a:extLst>
              <a:ext uri="{FF2B5EF4-FFF2-40B4-BE49-F238E27FC236}">
                <a16:creationId xmlns:a16="http://schemas.microsoft.com/office/drawing/2014/main" id="{49167A4A-B090-4890-97AF-DF165D713B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3043238"/>
          </a:xfrm>
          <a:noFill/>
          <a:ln/>
        </p:spPr>
        <p:txBody>
          <a:bodyPr/>
          <a:lstStyle/>
          <a:p>
            <a:r>
              <a:rPr lang="en-US" altLang="en-US"/>
              <a:t>Asynchronous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Synchronous</a:t>
            </a:r>
          </a:p>
        </p:txBody>
      </p:sp>
      <p:grpSp>
        <p:nvGrpSpPr>
          <p:cNvPr id="749586" name="Group 18">
            <a:extLst>
              <a:ext uri="{FF2B5EF4-FFF2-40B4-BE49-F238E27FC236}">
                <a16:creationId xmlns:a16="http://schemas.microsoft.com/office/drawing/2014/main" id="{1BAC7A84-76C0-4D8B-8C7D-E7ACC32B954F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4329113"/>
            <a:ext cx="7518400" cy="1979612"/>
            <a:chOff x="436" y="2727"/>
            <a:chExt cx="4736" cy="1247"/>
          </a:xfrm>
        </p:grpSpPr>
        <p:sp>
          <p:nvSpPr>
            <p:cNvPr id="749587" name="AutoShape 19">
              <a:extLst>
                <a:ext uri="{FF2B5EF4-FFF2-40B4-BE49-F238E27FC236}">
                  <a16:creationId xmlns:a16="http://schemas.microsoft.com/office/drawing/2014/main" id="{7D7C6D7B-2D35-4807-841F-6093837E0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727"/>
              <a:ext cx="1247" cy="79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Combinational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Circuit</a:t>
              </a:r>
            </a:p>
          </p:txBody>
        </p:sp>
        <p:sp>
          <p:nvSpPr>
            <p:cNvPr id="749588" name="AutoShape 20">
              <a:extLst>
                <a:ext uri="{FF2B5EF4-FFF2-40B4-BE49-F238E27FC236}">
                  <a16:creationId xmlns:a16="http://schemas.microsoft.com/office/drawing/2014/main" id="{D7C06519-9FC6-4464-9FE3-B304C9C44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294"/>
              <a:ext cx="907" cy="453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Flip-flops</a:t>
              </a:r>
            </a:p>
          </p:txBody>
        </p:sp>
        <p:sp>
          <p:nvSpPr>
            <p:cNvPr id="749589" name="Line 21">
              <a:extLst>
                <a:ext uri="{FF2B5EF4-FFF2-40B4-BE49-F238E27FC236}">
                  <a16:creationId xmlns:a16="http://schemas.microsoft.com/office/drawing/2014/main" id="{B2F3AC09-313A-4740-A1F8-13BE41221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6" y="3407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90" name="Line 22">
              <a:extLst>
                <a:ext uri="{FF2B5EF4-FFF2-40B4-BE49-F238E27FC236}">
                  <a16:creationId xmlns:a16="http://schemas.microsoft.com/office/drawing/2014/main" id="{C671ACBC-EAAF-4828-8BED-264B1EB7C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2954"/>
              <a:ext cx="181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91" name="Line 23">
              <a:extLst>
                <a:ext uri="{FF2B5EF4-FFF2-40B4-BE49-F238E27FC236}">
                  <a16:creationId xmlns:a16="http://schemas.microsoft.com/office/drawing/2014/main" id="{50E693BC-A9FF-4441-9389-B693E99BD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3520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92" name="Line 24">
              <a:extLst>
                <a:ext uri="{FF2B5EF4-FFF2-40B4-BE49-F238E27FC236}">
                  <a16:creationId xmlns:a16="http://schemas.microsoft.com/office/drawing/2014/main" id="{54EB2D41-1913-4203-A04D-5B81D8562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" y="3520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93" name="Line 25">
              <a:extLst>
                <a:ext uri="{FF2B5EF4-FFF2-40B4-BE49-F238E27FC236}">
                  <a16:creationId xmlns:a16="http://schemas.microsoft.com/office/drawing/2014/main" id="{122D7EDF-1F05-4E0B-89F3-B9120A79CF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9" y="3974"/>
              <a:ext cx="31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94" name="Line 26">
              <a:extLst>
                <a:ext uri="{FF2B5EF4-FFF2-40B4-BE49-F238E27FC236}">
                  <a16:creationId xmlns:a16="http://schemas.microsoft.com/office/drawing/2014/main" id="{1D16131A-7D51-4802-A217-BCFE8E952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9" y="3294"/>
              <a:ext cx="0" cy="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95" name="Line 27">
              <a:extLst>
                <a:ext uri="{FF2B5EF4-FFF2-40B4-BE49-F238E27FC236}">
                  <a16:creationId xmlns:a16="http://schemas.microsoft.com/office/drawing/2014/main" id="{476BF8F6-4DC9-438F-B5FD-6EA2A0BF5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9" y="3294"/>
              <a:ext cx="3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96" name="Line 28">
              <a:extLst>
                <a:ext uri="{FF2B5EF4-FFF2-40B4-BE49-F238E27FC236}">
                  <a16:creationId xmlns:a16="http://schemas.microsoft.com/office/drawing/2014/main" id="{DD3F11BA-B4EB-405D-B8E9-6965524FD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2954"/>
              <a:ext cx="56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597" name="Rectangle 29">
              <a:extLst>
                <a:ext uri="{FF2B5EF4-FFF2-40B4-BE49-F238E27FC236}">
                  <a16:creationId xmlns:a16="http://schemas.microsoft.com/office/drawing/2014/main" id="{3A760064-C9D1-4598-9FE4-AD7A7D555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" y="2827"/>
              <a:ext cx="4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749598" name="Rectangle 30">
              <a:extLst>
                <a:ext uri="{FF2B5EF4-FFF2-40B4-BE49-F238E27FC236}">
                  <a16:creationId xmlns:a16="http://schemas.microsoft.com/office/drawing/2014/main" id="{0BA5092C-72F7-4072-B5A9-95CCBFEAD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2840"/>
              <a:ext cx="55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Outputs</a:t>
              </a:r>
            </a:p>
          </p:txBody>
        </p:sp>
        <p:sp>
          <p:nvSpPr>
            <p:cNvPr id="749599" name="Line 31">
              <a:extLst>
                <a:ext uri="{FF2B5EF4-FFF2-40B4-BE49-F238E27FC236}">
                  <a16:creationId xmlns:a16="http://schemas.microsoft.com/office/drawing/2014/main" id="{90967BAA-2BA4-423A-B230-DCBCE5AC5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3634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00" name="Rectangle 32">
              <a:extLst>
                <a:ext uri="{FF2B5EF4-FFF2-40B4-BE49-F238E27FC236}">
                  <a16:creationId xmlns:a16="http://schemas.microsoft.com/office/drawing/2014/main" id="{4CBDF03D-C0E4-4149-B4B2-A73F32769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" y="3586"/>
              <a:ext cx="4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Clock</a:t>
              </a:r>
            </a:p>
          </p:txBody>
        </p:sp>
      </p:grpSp>
      <p:grpSp>
        <p:nvGrpSpPr>
          <p:cNvPr id="749601" name="Group 33">
            <a:extLst>
              <a:ext uri="{FF2B5EF4-FFF2-40B4-BE49-F238E27FC236}">
                <a16:creationId xmlns:a16="http://schemas.microsoft.com/office/drawing/2014/main" id="{1F5A703E-BCB0-4E04-9B01-6AEBB63DB911}"/>
              </a:ext>
            </a:extLst>
          </p:cNvPr>
          <p:cNvGrpSpPr>
            <a:grpSpLocks/>
          </p:cNvGrpSpPr>
          <p:nvPr/>
        </p:nvGrpSpPr>
        <p:grpSpPr bwMode="auto">
          <a:xfrm>
            <a:off x="2232025" y="5768975"/>
            <a:ext cx="1262063" cy="179388"/>
            <a:chOff x="158" y="3861"/>
            <a:chExt cx="795" cy="113"/>
          </a:xfrm>
        </p:grpSpPr>
        <p:sp>
          <p:nvSpPr>
            <p:cNvPr id="749602" name="Line 34">
              <a:extLst>
                <a:ext uri="{FF2B5EF4-FFF2-40B4-BE49-F238E27FC236}">
                  <a16:creationId xmlns:a16="http://schemas.microsoft.com/office/drawing/2014/main" id="{4EEA598E-91DC-48BB-BD36-03AE348BF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" y="3974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03" name="Line 35">
              <a:extLst>
                <a:ext uri="{FF2B5EF4-FFF2-40B4-BE49-F238E27FC236}">
                  <a16:creationId xmlns:a16="http://schemas.microsoft.com/office/drawing/2014/main" id="{9BC2CEFC-C198-4941-A6AC-2431BDE32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" y="3861"/>
              <a:ext cx="0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04" name="Line 36">
              <a:extLst>
                <a:ext uri="{FF2B5EF4-FFF2-40B4-BE49-F238E27FC236}">
                  <a16:creationId xmlns:a16="http://schemas.microsoft.com/office/drawing/2014/main" id="{5B0DFD59-54DE-40BC-BA50-E130A41225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" y="3861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05" name="Line 37">
              <a:extLst>
                <a:ext uri="{FF2B5EF4-FFF2-40B4-BE49-F238E27FC236}">
                  <a16:creationId xmlns:a16="http://schemas.microsoft.com/office/drawing/2014/main" id="{673E1C7A-8683-49A5-B458-B4E7FAD55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" y="3861"/>
              <a:ext cx="0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06" name="Line 38">
              <a:extLst>
                <a:ext uri="{FF2B5EF4-FFF2-40B4-BE49-F238E27FC236}">
                  <a16:creationId xmlns:a16="http://schemas.microsoft.com/office/drawing/2014/main" id="{9B66D1DC-CDD9-4D62-A867-2D5CFBCD3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3974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07" name="Line 39">
              <a:extLst>
                <a:ext uri="{FF2B5EF4-FFF2-40B4-BE49-F238E27FC236}">
                  <a16:creationId xmlns:a16="http://schemas.microsoft.com/office/drawing/2014/main" id="{B0817F31-85E3-4736-8AC9-3879647747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" y="3861"/>
              <a:ext cx="0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08" name="Line 40">
              <a:extLst>
                <a:ext uri="{FF2B5EF4-FFF2-40B4-BE49-F238E27FC236}">
                  <a16:creationId xmlns:a16="http://schemas.microsoft.com/office/drawing/2014/main" id="{45DB8FD2-6A9C-4005-81A1-58ACAA398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" y="3861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09" name="Line 41">
              <a:extLst>
                <a:ext uri="{FF2B5EF4-FFF2-40B4-BE49-F238E27FC236}">
                  <a16:creationId xmlns:a16="http://schemas.microsoft.com/office/drawing/2014/main" id="{C9E38897-6B92-4102-95E3-2DCB55CEC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" y="3861"/>
              <a:ext cx="0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10" name="Line 42">
              <a:extLst>
                <a:ext uri="{FF2B5EF4-FFF2-40B4-BE49-F238E27FC236}">
                  <a16:creationId xmlns:a16="http://schemas.microsoft.com/office/drawing/2014/main" id="{FAA998C5-8CDF-4FBA-A44D-DE2A811E5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3974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11" name="Line 43">
              <a:extLst>
                <a:ext uri="{FF2B5EF4-FFF2-40B4-BE49-F238E27FC236}">
                  <a16:creationId xmlns:a16="http://schemas.microsoft.com/office/drawing/2014/main" id="{63375E18-3521-4AA6-8539-C7D2ABE38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3861"/>
              <a:ext cx="0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12" name="Line 44">
              <a:extLst>
                <a:ext uri="{FF2B5EF4-FFF2-40B4-BE49-F238E27FC236}">
                  <a16:creationId xmlns:a16="http://schemas.microsoft.com/office/drawing/2014/main" id="{8E1C1936-D28E-4AF8-8014-5DE0ABB8D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3861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13" name="Line 45">
              <a:extLst>
                <a:ext uri="{FF2B5EF4-FFF2-40B4-BE49-F238E27FC236}">
                  <a16:creationId xmlns:a16="http://schemas.microsoft.com/office/drawing/2014/main" id="{A8FF9C5F-F1EE-4E02-85CC-171BACB46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9" y="3861"/>
              <a:ext cx="0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49614" name="Line 46">
              <a:extLst>
                <a:ext uri="{FF2B5EF4-FFF2-40B4-BE49-F238E27FC236}">
                  <a16:creationId xmlns:a16="http://schemas.microsoft.com/office/drawing/2014/main" id="{E2ABA224-3B45-43DD-B6FF-07077C9D7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3974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9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95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49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ooter Placeholder 4">
            <a:extLst>
              <a:ext uri="{FF2B5EF4-FFF2-40B4-BE49-F238E27FC236}">
                <a16:creationId xmlns:a16="http://schemas.microsoft.com/office/drawing/2014/main" id="{E8D61A04-62F9-4DF3-BF3B-8F781D68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3" name="Slide Number Placeholder 5">
            <a:extLst>
              <a:ext uri="{FF2B5EF4-FFF2-40B4-BE49-F238E27FC236}">
                <a16:creationId xmlns:a16="http://schemas.microsoft.com/office/drawing/2014/main" id="{28EDBF84-46BF-4539-8336-FD26459D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20AB-F7DA-47ED-9A2A-531D4556F379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51618" name="Rectangle 2">
            <a:extLst>
              <a:ext uri="{FF2B5EF4-FFF2-40B4-BE49-F238E27FC236}">
                <a16:creationId xmlns:a16="http://schemas.microsoft.com/office/drawing/2014/main" id="{F6182200-A43B-4876-B603-7444E37E2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51619" name="Rectangle 3">
            <a:extLst>
              <a:ext uri="{FF2B5EF4-FFF2-40B4-BE49-F238E27FC236}">
                <a16:creationId xmlns:a16="http://schemas.microsoft.com/office/drawing/2014/main" id="{00567E22-4A47-4D61-BD5C-987246632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51620" name="Object 4">
            <a:extLst>
              <a:ext uri="{FF2B5EF4-FFF2-40B4-BE49-F238E27FC236}">
                <a16:creationId xmlns:a16="http://schemas.microsoft.com/office/drawing/2014/main" id="{8F578F7D-5F53-4C45-983C-EDF7C0960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1" name="Group 5">
            <a:extLst>
              <a:ext uri="{FF2B5EF4-FFF2-40B4-BE49-F238E27FC236}">
                <a16:creationId xmlns:a16="http://schemas.microsoft.com/office/drawing/2014/main" id="{282AF032-5274-43BF-BA9A-8C13D847A776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26392227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403463577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4049655735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 R  Q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1423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37752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465289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186097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3710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271287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57767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463501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614266"/>
                  </a:ext>
                </a:extLst>
              </a:tr>
            </a:tbl>
          </a:graphicData>
        </a:graphic>
      </p:graphicFrame>
      <p:sp>
        <p:nvSpPr>
          <p:cNvPr id="751663" name="Rectangle 47">
            <a:extLst>
              <a:ext uri="{FF2B5EF4-FFF2-40B4-BE49-F238E27FC236}">
                <a16:creationId xmlns:a16="http://schemas.microsoft.com/office/drawing/2014/main" id="{8B08AA4C-D36E-4CB3-8DBC-E49F5B710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1664" name="Rectangle 48">
            <a:extLst>
              <a:ext uri="{FF2B5EF4-FFF2-40B4-BE49-F238E27FC236}">
                <a16:creationId xmlns:a16="http://schemas.microsoft.com/office/drawing/2014/main" id="{B3139AF8-75E2-41C8-A0E3-8827CB0E4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1665" name="Rectangle 49">
            <a:extLst>
              <a:ext uri="{FF2B5EF4-FFF2-40B4-BE49-F238E27FC236}">
                <a16:creationId xmlns:a16="http://schemas.microsoft.com/office/drawing/2014/main" id="{23912AC9-1F43-46AC-A476-31A2651DC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1666" name="Rectangle 50">
            <a:extLst>
              <a:ext uri="{FF2B5EF4-FFF2-40B4-BE49-F238E27FC236}">
                <a16:creationId xmlns:a16="http://schemas.microsoft.com/office/drawing/2014/main" id="{2F78D42E-CD8E-433B-AE91-A87755EDA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751667" name="Group 51">
            <a:extLst>
              <a:ext uri="{FF2B5EF4-FFF2-40B4-BE49-F238E27FC236}">
                <a16:creationId xmlns:a16="http://schemas.microsoft.com/office/drawing/2014/main" id="{0F192CE9-589B-4771-8298-D1B7FF66908D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1714500"/>
          <a:ext cx="1079500" cy="300482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114568833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300058931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17299"/>
                  </a:ext>
                </a:extLst>
              </a:tr>
            </a:tbl>
          </a:graphicData>
        </a:graphic>
      </p:graphicFrame>
      <p:sp>
        <p:nvSpPr>
          <p:cNvPr id="751676" name="Rectangle 60">
            <a:extLst>
              <a:ext uri="{FF2B5EF4-FFF2-40B4-BE49-F238E27FC236}">
                <a16:creationId xmlns:a16="http://schemas.microsoft.com/office/drawing/2014/main" id="{7D0B95E8-8E74-47F9-B96F-376A2177B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1751013"/>
            <a:ext cx="776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1677" name="AutoShape 61">
            <a:extLst>
              <a:ext uri="{FF2B5EF4-FFF2-40B4-BE49-F238E27FC236}">
                <a16:creationId xmlns:a16="http://schemas.microsoft.com/office/drawing/2014/main" id="{884D3CCE-B06C-41D3-965A-993101E73EE2}"/>
              </a:ext>
            </a:extLst>
          </p:cNvPr>
          <p:cNvSpPr>
            <a:spLocks/>
          </p:cNvSpPr>
          <p:nvPr/>
        </p:nvSpPr>
        <p:spPr bwMode="auto">
          <a:xfrm>
            <a:off x="4137025" y="5229225"/>
            <a:ext cx="1903413" cy="609600"/>
          </a:xfrm>
          <a:prstGeom prst="borderCallout1">
            <a:avLst>
              <a:gd name="adj1" fmla="val 18750"/>
              <a:gd name="adj2" fmla="val 104005"/>
              <a:gd name="adj3" fmla="val -520051"/>
              <a:gd name="adj4" fmla="val 121935"/>
            </a:avLst>
          </a:prstGeom>
          <a:noFill/>
          <a:ln w="381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5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1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1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51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51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5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5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5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63" grpId="0"/>
      <p:bldP spid="751664" grpId="0"/>
      <p:bldP spid="751665" grpId="0"/>
      <p:bldP spid="751666" grpId="0"/>
      <p:bldP spid="751676" grpId="0"/>
      <p:bldP spid="75167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ooter Placeholder 4">
            <a:extLst>
              <a:ext uri="{FF2B5EF4-FFF2-40B4-BE49-F238E27FC236}">
                <a16:creationId xmlns:a16="http://schemas.microsoft.com/office/drawing/2014/main" id="{F1D2CE9D-524D-4A55-9CD9-6EE46037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3" name="Slide Number Placeholder 5">
            <a:extLst>
              <a:ext uri="{FF2B5EF4-FFF2-40B4-BE49-F238E27FC236}">
                <a16:creationId xmlns:a16="http://schemas.microsoft.com/office/drawing/2014/main" id="{ADF06D69-2765-4113-BDBB-7626987B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95E5C-2357-4E0B-BEE9-125687E8E9E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53666" name="Rectangle 2">
            <a:extLst>
              <a:ext uri="{FF2B5EF4-FFF2-40B4-BE49-F238E27FC236}">
                <a16:creationId xmlns:a16="http://schemas.microsoft.com/office/drawing/2014/main" id="{87B69D99-5A63-4589-A372-C69B8058A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53667" name="Rectangle 3">
            <a:extLst>
              <a:ext uri="{FF2B5EF4-FFF2-40B4-BE49-F238E27FC236}">
                <a16:creationId xmlns:a16="http://schemas.microsoft.com/office/drawing/2014/main" id="{15B75720-9693-497C-8ED4-4704745B9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53668" name="Object 4">
            <a:extLst>
              <a:ext uri="{FF2B5EF4-FFF2-40B4-BE49-F238E27FC236}">
                <a16:creationId xmlns:a16="http://schemas.microsoft.com/office/drawing/2014/main" id="{18D277C2-53C2-4589-8B49-D7A131273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69" name="Group 5">
            <a:extLst>
              <a:ext uri="{FF2B5EF4-FFF2-40B4-BE49-F238E27FC236}">
                <a16:creationId xmlns:a16="http://schemas.microsoft.com/office/drawing/2014/main" id="{EE9C4EC8-5842-4EA8-B37A-895FFDB75FD7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392823075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85407214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355681459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 R  Q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761019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23508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084494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95411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30136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55984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506477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51750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190008"/>
                  </a:ext>
                </a:extLst>
              </a:tr>
            </a:tbl>
          </a:graphicData>
        </a:graphic>
      </p:graphicFrame>
      <p:sp>
        <p:nvSpPr>
          <p:cNvPr id="753711" name="Rectangle 47">
            <a:extLst>
              <a:ext uri="{FF2B5EF4-FFF2-40B4-BE49-F238E27FC236}">
                <a16:creationId xmlns:a16="http://schemas.microsoft.com/office/drawing/2014/main" id="{EF93CDD8-E06C-4526-9C5F-7B9E3E27F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3712" name="Rectangle 48">
            <a:extLst>
              <a:ext uri="{FF2B5EF4-FFF2-40B4-BE49-F238E27FC236}">
                <a16:creationId xmlns:a16="http://schemas.microsoft.com/office/drawing/2014/main" id="{F1922BF9-48F1-40A9-9D50-14D6A006C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3713" name="Rectangle 49">
            <a:extLst>
              <a:ext uri="{FF2B5EF4-FFF2-40B4-BE49-F238E27FC236}">
                <a16:creationId xmlns:a16="http://schemas.microsoft.com/office/drawing/2014/main" id="{871F54EB-2B05-44BE-AA9C-2F9C05D4B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3714" name="Rectangle 50">
            <a:extLst>
              <a:ext uri="{FF2B5EF4-FFF2-40B4-BE49-F238E27FC236}">
                <a16:creationId xmlns:a16="http://schemas.microsoft.com/office/drawing/2014/main" id="{7C4C3BFC-994A-4FF2-83D9-6D06D211B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753715" name="Group 51">
            <a:extLst>
              <a:ext uri="{FF2B5EF4-FFF2-40B4-BE49-F238E27FC236}">
                <a16:creationId xmlns:a16="http://schemas.microsoft.com/office/drawing/2014/main" id="{15EDDC3F-9DC2-4BF5-95EC-90BEA2E663D4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2074863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68413734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258868449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478789"/>
                  </a:ext>
                </a:extLst>
              </a:tr>
            </a:tbl>
          </a:graphicData>
        </a:graphic>
      </p:graphicFrame>
      <p:sp>
        <p:nvSpPr>
          <p:cNvPr id="753724" name="Rectangle 60">
            <a:extLst>
              <a:ext uri="{FF2B5EF4-FFF2-40B4-BE49-F238E27FC236}">
                <a16:creationId xmlns:a16="http://schemas.microsoft.com/office/drawing/2014/main" id="{38801C21-9CF6-4A5F-9FD6-3FA1E0C11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2074863"/>
            <a:ext cx="776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3725" name="Rectangle 61">
            <a:extLst>
              <a:ext uri="{FF2B5EF4-FFF2-40B4-BE49-F238E27FC236}">
                <a16:creationId xmlns:a16="http://schemas.microsoft.com/office/drawing/2014/main" id="{D9EFF8A8-4448-4AA8-B299-AA7881E45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0675" y="1771650"/>
            <a:ext cx="776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711" grpId="0"/>
      <p:bldP spid="753712" grpId="0"/>
      <p:bldP spid="7537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oter Placeholder 4">
            <a:extLst>
              <a:ext uri="{FF2B5EF4-FFF2-40B4-BE49-F238E27FC236}">
                <a16:creationId xmlns:a16="http://schemas.microsoft.com/office/drawing/2014/main" id="{0855EFBF-6A52-46A0-945D-47E9FC1A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4" name="Slide Number Placeholder 5">
            <a:extLst>
              <a:ext uri="{FF2B5EF4-FFF2-40B4-BE49-F238E27FC236}">
                <a16:creationId xmlns:a16="http://schemas.microsoft.com/office/drawing/2014/main" id="{1E0D0BD9-03A2-451D-97E2-C967F59F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B2FAB-2156-46E4-AC3F-65B9AA44335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55714" name="Rectangle 2">
            <a:extLst>
              <a:ext uri="{FF2B5EF4-FFF2-40B4-BE49-F238E27FC236}">
                <a16:creationId xmlns:a16="http://schemas.microsoft.com/office/drawing/2014/main" id="{E3C0F8BB-8E90-4879-B21B-A2B87F9AF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55715" name="Rectangle 3">
            <a:extLst>
              <a:ext uri="{FF2B5EF4-FFF2-40B4-BE49-F238E27FC236}">
                <a16:creationId xmlns:a16="http://schemas.microsoft.com/office/drawing/2014/main" id="{363067EB-D2A1-4838-A224-7A87E14FA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55716" name="Object 4">
            <a:extLst>
              <a:ext uri="{FF2B5EF4-FFF2-40B4-BE49-F238E27FC236}">
                <a16:creationId xmlns:a16="http://schemas.microsoft.com/office/drawing/2014/main" id="{63F02BDF-BEAC-4822-939A-0EEED0D1C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17" name="Group 5">
            <a:extLst>
              <a:ext uri="{FF2B5EF4-FFF2-40B4-BE49-F238E27FC236}">
                <a16:creationId xmlns:a16="http://schemas.microsoft.com/office/drawing/2014/main" id="{E5E2079C-7297-4320-9A65-4C8001AE846F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328945792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90547199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911519220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 R  Q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02118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57981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60114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19668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85205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03155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90745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385944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323087"/>
                  </a:ext>
                </a:extLst>
              </a:tr>
            </a:tbl>
          </a:graphicData>
        </a:graphic>
      </p:graphicFrame>
      <p:sp>
        <p:nvSpPr>
          <p:cNvPr id="755759" name="Rectangle 47">
            <a:extLst>
              <a:ext uri="{FF2B5EF4-FFF2-40B4-BE49-F238E27FC236}">
                <a16:creationId xmlns:a16="http://schemas.microsoft.com/office/drawing/2014/main" id="{F7E96AAB-83E1-43D8-9617-FE98405A8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5760" name="Rectangle 48">
            <a:extLst>
              <a:ext uri="{FF2B5EF4-FFF2-40B4-BE49-F238E27FC236}">
                <a16:creationId xmlns:a16="http://schemas.microsoft.com/office/drawing/2014/main" id="{2DAE5704-00CA-4FC8-B174-6EFC64A94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5761" name="Rectangle 49">
            <a:extLst>
              <a:ext uri="{FF2B5EF4-FFF2-40B4-BE49-F238E27FC236}">
                <a16:creationId xmlns:a16="http://schemas.microsoft.com/office/drawing/2014/main" id="{173AA022-41A0-4E0B-A6C4-432511C1C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5762" name="Rectangle 50">
            <a:extLst>
              <a:ext uri="{FF2B5EF4-FFF2-40B4-BE49-F238E27FC236}">
                <a16:creationId xmlns:a16="http://schemas.microsoft.com/office/drawing/2014/main" id="{1B326572-CE70-44FF-AE9C-42845CC56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755763" name="Group 51">
            <a:extLst>
              <a:ext uri="{FF2B5EF4-FFF2-40B4-BE49-F238E27FC236}">
                <a16:creationId xmlns:a16="http://schemas.microsoft.com/office/drawing/2014/main" id="{D11C9180-9000-4912-9614-24DAB90723DA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2347913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11042461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4191416024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54914"/>
                  </a:ext>
                </a:extLst>
              </a:tr>
            </a:tbl>
          </a:graphicData>
        </a:graphic>
      </p:graphicFrame>
      <p:sp>
        <p:nvSpPr>
          <p:cNvPr id="755772" name="Rectangle 60">
            <a:extLst>
              <a:ext uri="{FF2B5EF4-FFF2-40B4-BE49-F238E27FC236}">
                <a16:creationId xmlns:a16="http://schemas.microsoft.com/office/drawing/2014/main" id="{D20D0F19-8D71-4A4F-A651-F5A006A7C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2362200"/>
            <a:ext cx="776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5773" name="AutoShape 61">
            <a:extLst>
              <a:ext uri="{FF2B5EF4-FFF2-40B4-BE49-F238E27FC236}">
                <a16:creationId xmlns:a16="http://schemas.microsoft.com/office/drawing/2014/main" id="{B2103E18-A292-419B-B14A-07CDFA3848E8}"/>
              </a:ext>
            </a:extLst>
          </p:cNvPr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55774" name="Rectangle 62">
            <a:extLst>
              <a:ext uri="{FF2B5EF4-FFF2-40B4-BE49-F238E27FC236}">
                <a16:creationId xmlns:a16="http://schemas.microsoft.com/office/drawing/2014/main" id="{3BADA4F2-1046-4A32-934C-3133222AA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59" grpId="0"/>
      <p:bldP spid="755760" grpId="0"/>
      <p:bldP spid="7557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69B505A8-6039-453A-BDCE-DD13A846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208615CF-540A-4FA2-9DDC-450F5A24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4F35-0F14-41B7-ABEC-CE175EDD0A2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57762" name="Rectangle 2">
            <a:extLst>
              <a:ext uri="{FF2B5EF4-FFF2-40B4-BE49-F238E27FC236}">
                <a16:creationId xmlns:a16="http://schemas.microsoft.com/office/drawing/2014/main" id="{CFC57696-80C0-4E39-89A2-53AC2681BC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57763" name="Rectangle 3">
            <a:extLst>
              <a:ext uri="{FF2B5EF4-FFF2-40B4-BE49-F238E27FC236}">
                <a16:creationId xmlns:a16="http://schemas.microsoft.com/office/drawing/2014/main" id="{F7B0D433-4EA3-4BBE-B45C-C08A6F777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57764" name="Object 4">
            <a:extLst>
              <a:ext uri="{FF2B5EF4-FFF2-40B4-BE49-F238E27FC236}">
                <a16:creationId xmlns:a16="http://schemas.microsoft.com/office/drawing/2014/main" id="{70423DDB-430D-4CA6-8544-CF836EF524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65" name="Group 5">
            <a:extLst>
              <a:ext uri="{FF2B5EF4-FFF2-40B4-BE49-F238E27FC236}">
                <a16:creationId xmlns:a16="http://schemas.microsoft.com/office/drawing/2014/main" id="{588F3EBD-E3FA-4455-ACB6-A7FF68C4D1DA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33662686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19101304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051166869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 R  Q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5910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35629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47169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64066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05481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681457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889167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1030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178378"/>
                  </a:ext>
                </a:extLst>
              </a:tr>
            </a:tbl>
          </a:graphicData>
        </a:graphic>
      </p:graphicFrame>
      <p:sp>
        <p:nvSpPr>
          <p:cNvPr id="757807" name="Rectangle 47">
            <a:extLst>
              <a:ext uri="{FF2B5EF4-FFF2-40B4-BE49-F238E27FC236}">
                <a16:creationId xmlns:a16="http://schemas.microsoft.com/office/drawing/2014/main" id="{2596A2F9-E5F4-4C6A-B3DF-2AD5AB184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7808" name="Rectangle 48">
            <a:extLst>
              <a:ext uri="{FF2B5EF4-FFF2-40B4-BE49-F238E27FC236}">
                <a16:creationId xmlns:a16="http://schemas.microsoft.com/office/drawing/2014/main" id="{97B3E9DB-7B9C-47AC-929B-B486F1489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7809" name="Rectangle 49">
            <a:extLst>
              <a:ext uri="{FF2B5EF4-FFF2-40B4-BE49-F238E27FC236}">
                <a16:creationId xmlns:a16="http://schemas.microsoft.com/office/drawing/2014/main" id="{F9D0A386-2B59-4EBB-B2F3-924CA4857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7810" name="Rectangle 50">
            <a:extLst>
              <a:ext uri="{FF2B5EF4-FFF2-40B4-BE49-F238E27FC236}">
                <a16:creationId xmlns:a16="http://schemas.microsoft.com/office/drawing/2014/main" id="{1E683A89-D5BD-4ACD-86CE-54EFD8936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757811" name="Group 51">
            <a:extLst>
              <a:ext uri="{FF2B5EF4-FFF2-40B4-BE49-F238E27FC236}">
                <a16:creationId xmlns:a16="http://schemas.microsoft.com/office/drawing/2014/main" id="{01C5FA2E-7830-4E64-A526-4B09C8C70F89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2644775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79912585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631567310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218980"/>
                  </a:ext>
                </a:extLst>
              </a:tr>
            </a:tbl>
          </a:graphicData>
        </a:graphic>
      </p:graphicFrame>
      <p:sp>
        <p:nvSpPr>
          <p:cNvPr id="757820" name="Rectangle 60">
            <a:extLst>
              <a:ext uri="{FF2B5EF4-FFF2-40B4-BE49-F238E27FC236}">
                <a16:creationId xmlns:a16="http://schemas.microsoft.com/office/drawing/2014/main" id="{8099AE0B-EC1D-47F7-9FFA-9456057B2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2362200"/>
            <a:ext cx="776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821" name="AutoShape 61">
            <a:extLst>
              <a:ext uri="{FF2B5EF4-FFF2-40B4-BE49-F238E27FC236}">
                <a16:creationId xmlns:a16="http://schemas.microsoft.com/office/drawing/2014/main" id="{5ABFDBDD-B1B2-4063-B1B1-ACB3E15BCD0D}"/>
              </a:ext>
            </a:extLst>
          </p:cNvPr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57822" name="Rectangle 62">
            <a:extLst>
              <a:ext uri="{FF2B5EF4-FFF2-40B4-BE49-F238E27FC236}">
                <a16:creationId xmlns:a16="http://schemas.microsoft.com/office/drawing/2014/main" id="{88F0AFEB-1793-4F2A-AF1E-5C605E39D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7823" name="Rectangle 63">
            <a:extLst>
              <a:ext uri="{FF2B5EF4-FFF2-40B4-BE49-F238E27FC236}">
                <a16:creationId xmlns:a16="http://schemas.microsoft.com/office/drawing/2014/main" id="{9CC26641-FC36-4323-A43B-71BE19BA8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0" y="2640013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278 L -2.22222E-6 -0.262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7578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326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7.40741E-7 L -3.05556E-6 0.2645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578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7" grpId="0"/>
      <p:bldP spid="757807" grpId="1"/>
      <p:bldP spid="757808" grpId="0"/>
      <p:bldP spid="757808" grpId="1"/>
      <p:bldP spid="7578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oter Placeholder 4">
            <a:extLst>
              <a:ext uri="{FF2B5EF4-FFF2-40B4-BE49-F238E27FC236}">
                <a16:creationId xmlns:a16="http://schemas.microsoft.com/office/drawing/2014/main" id="{E98573A7-54ED-4B4C-874D-D530CA4B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6" name="Slide Number Placeholder 5">
            <a:extLst>
              <a:ext uri="{FF2B5EF4-FFF2-40B4-BE49-F238E27FC236}">
                <a16:creationId xmlns:a16="http://schemas.microsoft.com/office/drawing/2014/main" id="{D16A35EA-E59B-4D2A-8CAF-BA9D05D3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D884-46EE-40F8-A8B5-F61FE94B63C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59810" name="Rectangle 2">
            <a:extLst>
              <a:ext uri="{FF2B5EF4-FFF2-40B4-BE49-F238E27FC236}">
                <a16:creationId xmlns:a16="http://schemas.microsoft.com/office/drawing/2014/main" id="{9A083F49-9F60-485D-8848-2C8902801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59811" name="Rectangle 3">
            <a:extLst>
              <a:ext uri="{FF2B5EF4-FFF2-40B4-BE49-F238E27FC236}">
                <a16:creationId xmlns:a16="http://schemas.microsoft.com/office/drawing/2014/main" id="{88C40BCB-57F4-4AFC-A298-AAA7A9B1E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59812" name="Object 4">
            <a:extLst>
              <a:ext uri="{FF2B5EF4-FFF2-40B4-BE49-F238E27FC236}">
                <a16:creationId xmlns:a16="http://schemas.microsoft.com/office/drawing/2014/main" id="{52F89A01-2FCC-4D6B-8A3E-2E76CC53DA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13" name="Group 5">
            <a:extLst>
              <a:ext uri="{FF2B5EF4-FFF2-40B4-BE49-F238E27FC236}">
                <a16:creationId xmlns:a16="http://schemas.microsoft.com/office/drawing/2014/main" id="{F8CBA149-D840-4E7E-AD49-8D768D95B898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88842328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30727884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971674988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 R  Q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3108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958595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41039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77723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202841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98370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13819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917021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537764"/>
                  </a:ext>
                </a:extLst>
              </a:tr>
            </a:tbl>
          </a:graphicData>
        </a:graphic>
      </p:graphicFrame>
      <p:sp>
        <p:nvSpPr>
          <p:cNvPr id="759855" name="Rectangle 47">
            <a:extLst>
              <a:ext uri="{FF2B5EF4-FFF2-40B4-BE49-F238E27FC236}">
                <a16:creationId xmlns:a16="http://schemas.microsoft.com/office/drawing/2014/main" id="{562F510C-40D2-41EB-B163-C19814F3A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9856" name="Rectangle 48">
            <a:extLst>
              <a:ext uri="{FF2B5EF4-FFF2-40B4-BE49-F238E27FC236}">
                <a16:creationId xmlns:a16="http://schemas.microsoft.com/office/drawing/2014/main" id="{BD703CE5-46AF-44F8-B852-81F9E3909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9857" name="Rectangle 49">
            <a:extLst>
              <a:ext uri="{FF2B5EF4-FFF2-40B4-BE49-F238E27FC236}">
                <a16:creationId xmlns:a16="http://schemas.microsoft.com/office/drawing/2014/main" id="{3EB81BBE-2AE9-4756-A2D4-3E878995C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9858" name="Rectangle 50">
            <a:extLst>
              <a:ext uri="{FF2B5EF4-FFF2-40B4-BE49-F238E27FC236}">
                <a16:creationId xmlns:a16="http://schemas.microsoft.com/office/drawing/2014/main" id="{9BBBD2CC-78B1-429C-8DF3-A54490A31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759859" name="Group 51">
            <a:extLst>
              <a:ext uri="{FF2B5EF4-FFF2-40B4-BE49-F238E27FC236}">
                <a16:creationId xmlns:a16="http://schemas.microsoft.com/office/drawing/2014/main" id="{05382D05-E7C8-4DB2-8A02-AD4B91AB746E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2962275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186853439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796814631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527851"/>
                  </a:ext>
                </a:extLst>
              </a:tr>
            </a:tbl>
          </a:graphicData>
        </a:graphic>
      </p:graphicFrame>
      <p:sp>
        <p:nvSpPr>
          <p:cNvPr id="759868" name="Rectangle 60">
            <a:extLst>
              <a:ext uri="{FF2B5EF4-FFF2-40B4-BE49-F238E27FC236}">
                <a16:creationId xmlns:a16="http://schemas.microsoft.com/office/drawing/2014/main" id="{6318BB36-C6CC-43D4-AE90-DED0411AB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2497138"/>
            <a:ext cx="776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9869" name="AutoShape 61">
            <a:extLst>
              <a:ext uri="{FF2B5EF4-FFF2-40B4-BE49-F238E27FC236}">
                <a16:creationId xmlns:a16="http://schemas.microsoft.com/office/drawing/2014/main" id="{7A5AC168-314E-44D1-893D-E8F88847063F}"/>
              </a:ext>
            </a:extLst>
          </p:cNvPr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59870" name="Rectangle 62">
            <a:extLst>
              <a:ext uri="{FF2B5EF4-FFF2-40B4-BE49-F238E27FC236}">
                <a16:creationId xmlns:a16="http://schemas.microsoft.com/office/drawing/2014/main" id="{A40E3DAD-F375-49EB-88E1-5F43C4101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9871" name="Rectangle 63">
            <a:extLst>
              <a:ext uri="{FF2B5EF4-FFF2-40B4-BE49-F238E27FC236}">
                <a16:creationId xmlns:a16="http://schemas.microsoft.com/office/drawing/2014/main" id="{1F6F5E23-A981-4DED-B665-90E3CF49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0" y="2949575"/>
            <a:ext cx="776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9872" name="AutoShape 64">
            <a:extLst>
              <a:ext uri="{FF2B5EF4-FFF2-40B4-BE49-F238E27FC236}">
                <a16:creationId xmlns:a16="http://schemas.microsoft.com/office/drawing/2014/main" id="{750B4BE1-0046-4BB7-8787-E739A2455AD9}"/>
              </a:ext>
            </a:extLst>
          </p:cNvPr>
          <p:cNvSpPr>
            <a:spLocks/>
          </p:cNvSpPr>
          <p:nvPr/>
        </p:nvSpPr>
        <p:spPr bwMode="auto">
          <a:xfrm>
            <a:off x="7862888" y="24653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9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278 L -2.22222E-6 -0.262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7598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326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7.40741E-7 L -3.05556E-6 0.2645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598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55" grpId="0"/>
      <p:bldP spid="759855" grpId="1"/>
      <p:bldP spid="759856" grpId="0"/>
      <p:bldP spid="759856" grpId="1"/>
      <p:bldP spid="7598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oter Placeholder 4">
            <a:extLst>
              <a:ext uri="{FF2B5EF4-FFF2-40B4-BE49-F238E27FC236}">
                <a16:creationId xmlns:a16="http://schemas.microsoft.com/office/drawing/2014/main" id="{CD361014-4095-4AFB-9746-D639891D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CC9D0AB9-796A-4954-84BA-C8738BE1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811B-2875-45DF-BD2B-E7425C8CF50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61858" name="Rectangle 2">
            <a:extLst>
              <a:ext uri="{FF2B5EF4-FFF2-40B4-BE49-F238E27FC236}">
                <a16:creationId xmlns:a16="http://schemas.microsoft.com/office/drawing/2014/main" id="{DD4AD4B4-7383-4060-904E-541D3B5A9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61859" name="Rectangle 3">
            <a:extLst>
              <a:ext uri="{FF2B5EF4-FFF2-40B4-BE49-F238E27FC236}">
                <a16:creationId xmlns:a16="http://schemas.microsoft.com/office/drawing/2014/main" id="{D5E194F3-86FE-445F-87D3-BBBCDEF6A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61860" name="Object 4">
            <a:extLst>
              <a:ext uri="{FF2B5EF4-FFF2-40B4-BE49-F238E27FC236}">
                <a16:creationId xmlns:a16="http://schemas.microsoft.com/office/drawing/2014/main" id="{220B2E48-B789-4A01-B1B2-D0B8170FC1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61" name="Group 5">
            <a:extLst>
              <a:ext uri="{FF2B5EF4-FFF2-40B4-BE49-F238E27FC236}">
                <a16:creationId xmlns:a16="http://schemas.microsoft.com/office/drawing/2014/main" id="{D2CA190B-67E0-40AF-A8A9-017C52A24EC2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44113906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85149609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107970945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 R  Q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86165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8435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64932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079695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544575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486004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525347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082415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935050"/>
                  </a:ext>
                </a:extLst>
              </a:tr>
            </a:tbl>
          </a:graphicData>
        </a:graphic>
      </p:graphicFrame>
      <p:sp>
        <p:nvSpPr>
          <p:cNvPr id="761903" name="Rectangle 47">
            <a:extLst>
              <a:ext uri="{FF2B5EF4-FFF2-40B4-BE49-F238E27FC236}">
                <a16:creationId xmlns:a16="http://schemas.microsoft.com/office/drawing/2014/main" id="{253E53C9-B93B-4212-B681-864043CC1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61904" name="Rectangle 48">
            <a:extLst>
              <a:ext uri="{FF2B5EF4-FFF2-40B4-BE49-F238E27FC236}">
                <a16:creationId xmlns:a16="http://schemas.microsoft.com/office/drawing/2014/main" id="{1D61F239-7DDD-49E0-ADBE-1064D699B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1905" name="Rectangle 49">
            <a:extLst>
              <a:ext uri="{FF2B5EF4-FFF2-40B4-BE49-F238E27FC236}">
                <a16:creationId xmlns:a16="http://schemas.microsoft.com/office/drawing/2014/main" id="{37EFE926-94C8-426B-A5EB-D04FC1EE1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1906" name="Rectangle 50">
            <a:extLst>
              <a:ext uri="{FF2B5EF4-FFF2-40B4-BE49-F238E27FC236}">
                <a16:creationId xmlns:a16="http://schemas.microsoft.com/office/drawing/2014/main" id="{D8AD1BE5-3F3A-4942-ADE5-7B9F376DB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761907" name="Group 51">
            <a:extLst>
              <a:ext uri="{FF2B5EF4-FFF2-40B4-BE49-F238E27FC236}">
                <a16:creationId xmlns:a16="http://schemas.microsoft.com/office/drawing/2014/main" id="{636C1B1B-2DE0-45AD-9663-C8692523AF5F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3248025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131128986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706017870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865970"/>
                  </a:ext>
                </a:extLst>
              </a:tr>
            </a:tbl>
          </a:graphicData>
        </a:graphic>
      </p:graphicFrame>
      <p:sp>
        <p:nvSpPr>
          <p:cNvPr id="761916" name="Rectangle 60">
            <a:extLst>
              <a:ext uri="{FF2B5EF4-FFF2-40B4-BE49-F238E27FC236}">
                <a16:creationId xmlns:a16="http://schemas.microsoft.com/office/drawing/2014/main" id="{597CBEA4-8CF0-4C60-97D8-500F6438B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2497138"/>
            <a:ext cx="776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1917" name="AutoShape 61">
            <a:extLst>
              <a:ext uri="{FF2B5EF4-FFF2-40B4-BE49-F238E27FC236}">
                <a16:creationId xmlns:a16="http://schemas.microsoft.com/office/drawing/2014/main" id="{68BE48F2-BB15-4D13-9110-AF6B18A0596C}"/>
              </a:ext>
            </a:extLst>
          </p:cNvPr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61918" name="Rectangle 62">
            <a:extLst>
              <a:ext uri="{FF2B5EF4-FFF2-40B4-BE49-F238E27FC236}">
                <a16:creationId xmlns:a16="http://schemas.microsoft.com/office/drawing/2014/main" id="{FA6B4B44-264E-487F-A212-497167DB9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1919" name="Rectangle 63">
            <a:extLst>
              <a:ext uri="{FF2B5EF4-FFF2-40B4-BE49-F238E27FC236}">
                <a16:creationId xmlns:a16="http://schemas.microsoft.com/office/drawing/2014/main" id="{7FD21B9A-FCE4-465E-967C-8413C1D75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0" y="2949575"/>
            <a:ext cx="776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1920" name="AutoShape 64">
            <a:extLst>
              <a:ext uri="{FF2B5EF4-FFF2-40B4-BE49-F238E27FC236}">
                <a16:creationId xmlns:a16="http://schemas.microsoft.com/office/drawing/2014/main" id="{B4883347-27B6-4C9F-9468-8B8A1CB1D858}"/>
              </a:ext>
            </a:extLst>
          </p:cNvPr>
          <p:cNvSpPr>
            <a:spLocks/>
          </p:cNvSpPr>
          <p:nvPr/>
        </p:nvSpPr>
        <p:spPr bwMode="auto">
          <a:xfrm>
            <a:off x="7862888" y="24653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61921" name="Rectangle 65">
            <a:extLst>
              <a:ext uri="{FF2B5EF4-FFF2-40B4-BE49-F238E27FC236}">
                <a16:creationId xmlns:a16="http://schemas.microsoft.com/office/drawing/2014/main" id="{928E066E-9712-436D-B80F-CB063CD27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327183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6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903" grpId="0"/>
      <p:bldP spid="761904" grpId="0"/>
      <p:bldP spid="7619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FA8EE968-6B35-4BEB-BE87-A4DB5F1E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00A92861-285E-40EB-9E07-5E7AF3CF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85024-7545-43D1-BE1F-4B061D0125EE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63906" name="Rectangle 2">
            <a:extLst>
              <a:ext uri="{FF2B5EF4-FFF2-40B4-BE49-F238E27FC236}">
                <a16:creationId xmlns:a16="http://schemas.microsoft.com/office/drawing/2014/main" id="{E4BA87ED-5F80-436F-85AB-643DF71F5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63907" name="Rectangle 3">
            <a:extLst>
              <a:ext uri="{FF2B5EF4-FFF2-40B4-BE49-F238E27FC236}">
                <a16:creationId xmlns:a16="http://schemas.microsoft.com/office/drawing/2014/main" id="{9F221913-E4D3-4BBF-AF53-5CBD8125A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63908" name="Object 4">
            <a:extLst>
              <a:ext uri="{FF2B5EF4-FFF2-40B4-BE49-F238E27FC236}">
                <a16:creationId xmlns:a16="http://schemas.microsoft.com/office/drawing/2014/main" id="{B6EF0B02-D3EE-4F47-93F3-8107BA7D96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909" name="Group 5">
            <a:extLst>
              <a:ext uri="{FF2B5EF4-FFF2-40B4-BE49-F238E27FC236}">
                <a16:creationId xmlns:a16="http://schemas.microsoft.com/office/drawing/2014/main" id="{9FBC6BCE-9941-4B9D-A29D-97F60F310D2A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27721897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07424754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866996615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 R  Q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90164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882529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85001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81068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298269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48224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43665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866745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957551"/>
                  </a:ext>
                </a:extLst>
              </a:tr>
            </a:tbl>
          </a:graphicData>
        </a:graphic>
      </p:graphicFrame>
      <p:sp>
        <p:nvSpPr>
          <p:cNvPr id="763951" name="Rectangle 47">
            <a:extLst>
              <a:ext uri="{FF2B5EF4-FFF2-40B4-BE49-F238E27FC236}">
                <a16:creationId xmlns:a16="http://schemas.microsoft.com/office/drawing/2014/main" id="{02954941-1F42-4B1D-8C07-B4AD69FE9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3952" name="Rectangle 48">
            <a:extLst>
              <a:ext uri="{FF2B5EF4-FFF2-40B4-BE49-F238E27FC236}">
                <a16:creationId xmlns:a16="http://schemas.microsoft.com/office/drawing/2014/main" id="{AFFC2271-B685-478E-9628-E8DFC3D9F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63953" name="Rectangle 49">
            <a:extLst>
              <a:ext uri="{FF2B5EF4-FFF2-40B4-BE49-F238E27FC236}">
                <a16:creationId xmlns:a16="http://schemas.microsoft.com/office/drawing/2014/main" id="{0D448C2A-98FB-4E77-A91A-30F776905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63954" name="Rectangle 50">
            <a:extLst>
              <a:ext uri="{FF2B5EF4-FFF2-40B4-BE49-F238E27FC236}">
                <a16:creationId xmlns:a16="http://schemas.microsoft.com/office/drawing/2014/main" id="{5991A0BE-BC1D-4709-A351-140D10869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763955" name="Group 51">
            <a:extLst>
              <a:ext uri="{FF2B5EF4-FFF2-40B4-BE49-F238E27FC236}">
                <a16:creationId xmlns:a16="http://schemas.microsoft.com/office/drawing/2014/main" id="{C53690F2-BC6F-4155-BFB1-B02012CE222E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3586163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923255747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4141391958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73086"/>
                  </a:ext>
                </a:extLst>
              </a:tr>
            </a:tbl>
          </a:graphicData>
        </a:graphic>
      </p:graphicFrame>
      <p:sp>
        <p:nvSpPr>
          <p:cNvPr id="763964" name="Rectangle 60">
            <a:extLst>
              <a:ext uri="{FF2B5EF4-FFF2-40B4-BE49-F238E27FC236}">
                <a16:creationId xmlns:a16="http://schemas.microsoft.com/office/drawing/2014/main" id="{EB937377-4C68-40A5-A6DE-3210812BE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2497138"/>
            <a:ext cx="776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3965" name="AutoShape 61">
            <a:extLst>
              <a:ext uri="{FF2B5EF4-FFF2-40B4-BE49-F238E27FC236}">
                <a16:creationId xmlns:a16="http://schemas.microsoft.com/office/drawing/2014/main" id="{52479CB0-D9DB-48F0-87B4-93167BCAF596}"/>
              </a:ext>
            </a:extLst>
          </p:cNvPr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63966" name="Rectangle 62">
            <a:extLst>
              <a:ext uri="{FF2B5EF4-FFF2-40B4-BE49-F238E27FC236}">
                <a16:creationId xmlns:a16="http://schemas.microsoft.com/office/drawing/2014/main" id="{8EC3B161-DD22-4477-9E24-D37BC8C3D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3967" name="Rectangle 63">
            <a:extLst>
              <a:ext uri="{FF2B5EF4-FFF2-40B4-BE49-F238E27FC236}">
                <a16:creationId xmlns:a16="http://schemas.microsoft.com/office/drawing/2014/main" id="{7E8ACB10-FAAC-4975-B7A9-3B833E0EC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8300" y="3089275"/>
            <a:ext cx="776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3968" name="AutoShape 64">
            <a:extLst>
              <a:ext uri="{FF2B5EF4-FFF2-40B4-BE49-F238E27FC236}">
                <a16:creationId xmlns:a16="http://schemas.microsoft.com/office/drawing/2014/main" id="{CF28EE6D-ADD8-4330-9D96-5BD4324D6B32}"/>
              </a:ext>
            </a:extLst>
          </p:cNvPr>
          <p:cNvSpPr>
            <a:spLocks/>
          </p:cNvSpPr>
          <p:nvPr/>
        </p:nvSpPr>
        <p:spPr bwMode="auto">
          <a:xfrm>
            <a:off x="7862888" y="24653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63969" name="Rectangle 65">
            <a:extLst>
              <a:ext uri="{FF2B5EF4-FFF2-40B4-BE49-F238E27FC236}">
                <a16:creationId xmlns:a16="http://schemas.microsoft.com/office/drawing/2014/main" id="{92CAA355-778F-44B9-8C13-34CE16988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355758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3970" name="AutoShape 66">
            <a:extLst>
              <a:ext uri="{FF2B5EF4-FFF2-40B4-BE49-F238E27FC236}">
                <a16:creationId xmlns:a16="http://schemas.microsoft.com/office/drawing/2014/main" id="{55EF982D-FDF6-427E-8A57-D5DF6C94727F}"/>
              </a:ext>
            </a:extLst>
          </p:cNvPr>
          <p:cNvSpPr>
            <a:spLocks/>
          </p:cNvSpPr>
          <p:nvPr/>
        </p:nvSpPr>
        <p:spPr bwMode="auto">
          <a:xfrm>
            <a:off x="7870825" y="3054350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63971" name="Rectangle 67">
            <a:extLst>
              <a:ext uri="{FF2B5EF4-FFF2-40B4-BE49-F238E27FC236}">
                <a16:creationId xmlns:a16="http://schemas.microsoft.com/office/drawing/2014/main" id="{F0A0F923-9B66-457E-97CC-D94EA081E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63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63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6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51" grpId="0"/>
      <p:bldP spid="763952" grpId="0"/>
      <p:bldP spid="763952" grpId="1"/>
      <p:bldP spid="763969" grpId="0"/>
      <p:bldP spid="7639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ooter Placeholder 4">
            <a:extLst>
              <a:ext uri="{FF2B5EF4-FFF2-40B4-BE49-F238E27FC236}">
                <a16:creationId xmlns:a16="http://schemas.microsoft.com/office/drawing/2014/main" id="{B2BA8019-040C-42D5-87C7-9FAD6392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0" name="Slide Number Placeholder 5">
            <a:extLst>
              <a:ext uri="{FF2B5EF4-FFF2-40B4-BE49-F238E27FC236}">
                <a16:creationId xmlns:a16="http://schemas.microsoft.com/office/drawing/2014/main" id="{CCF4C054-52E0-402D-9C88-11BB6525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BA7A-FCC0-4AFC-A4F1-156625BC70F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65954" name="Rectangle 2">
            <a:extLst>
              <a:ext uri="{FF2B5EF4-FFF2-40B4-BE49-F238E27FC236}">
                <a16:creationId xmlns:a16="http://schemas.microsoft.com/office/drawing/2014/main" id="{1A2428E9-00C0-418C-9745-7C053D1C3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65955" name="Rectangle 3">
            <a:extLst>
              <a:ext uri="{FF2B5EF4-FFF2-40B4-BE49-F238E27FC236}">
                <a16:creationId xmlns:a16="http://schemas.microsoft.com/office/drawing/2014/main" id="{FFDA45B0-D9A9-4D82-9BC1-C7AF3B758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65956" name="Object 4">
            <a:extLst>
              <a:ext uri="{FF2B5EF4-FFF2-40B4-BE49-F238E27FC236}">
                <a16:creationId xmlns:a16="http://schemas.microsoft.com/office/drawing/2014/main" id="{6AE61477-B07D-4BE9-A5D3-ACCBEAD2B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7" name="Group 5">
            <a:extLst>
              <a:ext uri="{FF2B5EF4-FFF2-40B4-BE49-F238E27FC236}">
                <a16:creationId xmlns:a16="http://schemas.microsoft.com/office/drawing/2014/main" id="{18A11C2F-E9BE-4FB9-B768-796431FDD3C9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353605991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91069109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053015460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 R  Q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18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40412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589141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575638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396719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26651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326223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83153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50303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759722"/>
                  </a:ext>
                </a:extLst>
              </a:tr>
            </a:tbl>
          </a:graphicData>
        </a:graphic>
      </p:graphicFrame>
      <p:sp>
        <p:nvSpPr>
          <p:cNvPr id="765999" name="Rectangle 47">
            <a:extLst>
              <a:ext uri="{FF2B5EF4-FFF2-40B4-BE49-F238E27FC236}">
                <a16:creationId xmlns:a16="http://schemas.microsoft.com/office/drawing/2014/main" id="{6C6CEF3F-288E-4C90-95CE-6DAA543D8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66000" name="Rectangle 48">
            <a:extLst>
              <a:ext uri="{FF2B5EF4-FFF2-40B4-BE49-F238E27FC236}">
                <a16:creationId xmlns:a16="http://schemas.microsoft.com/office/drawing/2014/main" id="{449CB0AF-1323-4745-AF96-1EE0E2E5B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6001" name="Rectangle 49">
            <a:extLst>
              <a:ext uri="{FF2B5EF4-FFF2-40B4-BE49-F238E27FC236}">
                <a16:creationId xmlns:a16="http://schemas.microsoft.com/office/drawing/2014/main" id="{5941B3BF-1A2C-4290-BDE0-9321BC4C9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66002" name="Rectangle 50">
            <a:extLst>
              <a:ext uri="{FF2B5EF4-FFF2-40B4-BE49-F238E27FC236}">
                <a16:creationId xmlns:a16="http://schemas.microsoft.com/office/drawing/2014/main" id="{67C09D8F-2EEC-4FEE-8F61-53D56F053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766003" name="Group 51">
            <a:extLst>
              <a:ext uri="{FF2B5EF4-FFF2-40B4-BE49-F238E27FC236}">
                <a16:creationId xmlns:a16="http://schemas.microsoft.com/office/drawing/2014/main" id="{54FFE21A-EFD1-41DD-882B-9ED7FF4F47EC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3860800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383947355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440165460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38982"/>
                  </a:ext>
                </a:extLst>
              </a:tr>
            </a:tbl>
          </a:graphicData>
        </a:graphic>
      </p:graphicFrame>
      <p:sp>
        <p:nvSpPr>
          <p:cNvPr id="766012" name="Rectangle 60">
            <a:extLst>
              <a:ext uri="{FF2B5EF4-FFF2-40B4-BE49-F238E27FC236}">
                <a16:creationId xmlns:a16="http://schemas.microsoft.com/office/drawing/2014/main" id="{EDD74374-8AAA-4F7C-BA2A-286296021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2497138"/>
            <a:ext cx="776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6013" name="AutoShape 61">
            <a:extLst>
              <a:ext uri="{FF2B5EF4-FFF2-40B4-BE49-F238E27FC236}">
                <a16:creationId xmlns:a16="http://schemas.microsoft.com/office/drawing/2014/main" id="{8EAE346C-B6D7-4ABD-A4AB-EE1CA18CA74D}"/>
              </a:ext>
            </a:extLst>
          </p:cNvPr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66014" name="Rectangle 62">
            <a:extLst>
              <a:ext uri="{FF2B5EF4-FFF2-40B4-BE49-F238E27FC236}">
                <a16:creationId xmlns:a16="http://schemas.microsoft.com/office/drawing/2014/main" id="{6796B906-C692-4079-8FEF-57814A11B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6015" name="Rectangle 63">
            <a:extLst>
              <a:ext uri="{FF2B5EF4-FFF2-40B4-BE49-F238E27FC236}">
                <a16:creationId xmlns:a16="http://schemas.microsoft.com/office/drawing/2014/main" id="{4E9484F7-E389-4CD1-8F19-5D0C587DD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8300" y="3089275"/>
            <a:ext cx="776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6016" name="AutoShape 64">
            <a:extLst>
              <a:ext uri="{FF2B5EF4-FFF2-40B4-BE49-F238E27FC236}">
                <a16:creationId xmlns:a16="http://schemas.microsoft.com/office/drawing/2014/main" id="{C7A2AB88-5763-4233-B512-400D00B05BB9}"/>
              </a:ext>
            </a:extLst>
          </p:cNvPr>
          <p:cNvSpPr>
            <a:spLocks/>
          </p:cNvSpPr>
          <p:nvPr/>
        </p:nvSpPr>
        <p:spPr bwMode="auto">
          <a:xfrm>
            <a:off x="7862888" y="24653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66017" name="Rectangle 65">
            <a:extLst>
              <a:ext uri="{FF2B5EF4-FFF2-40B4-BE49-F238E27FC236}">
                <a16:creationId xmlns:a16="http://schemas.microsoft.com/office/drawing/2014/main" id="{C0A01647-EC0C-488A-B797-EF5CE769F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3557588"/>
            <a:ext cx="776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6018" name="AutoShape 66">
            <a:extLst>
              <a:ext uri="{FF2B5EF4-FFF2-40B4-BE49-F238E27FC236}">
                <a16:creationId xmlns:a16="http://schemas.microsoft.com/office/drawing/2014/main" id="{BA46B2A5-FA6C-43E6-9167-0CA21E1FA201}"/>
              </a:ext>
            </a:extLst>
          </p:cNvPr>
          <p:cNvSpPr>
            <a:spLocks/>
          </p:cNvSpPr>
          <p:nvPr/>
        </p:nvSpPr>
        <p:spPr bwMode="auto">
          <a:xfrm>
            <a:off x="7870825" y="3054350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66019" name="Rectangle 67">
            <a:extLst>
              <a:ext uri="{FF2B5EF4-FFF2-40B4-BE49-F238E27FC236}">
                <a16:creationId xmlns:a16="http://schemas.microsoft.com/office/drawing/2014/main" id="{F30BDA1E-7523-4C96-91EB-C664B5079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528888"/>
            <a:ext cx="177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6020" name="Rectangle 68">
            <a:extLst>
              <a:ext uri="{FF2B5EF4-FFF2-40B4-BE49-F238E27FC236}">
                <a16:creationId xmlns:a16="http://schemas.microsoft.com/office/drawing/2014/main" id="{2BC67239-07FE-460B-B539-BDF715D95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2263" y="3852863"/>
            <a:ext cx="776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altLang="en-US" b="1" baseline="-25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65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65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6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6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6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99" grpId="0"/>
      <p:bldP spid="765999" grpId="1"/>
      <p:bldP spid="766000" grpId="0"/>
      <p:bldP spid="766019" grpId="0"/>
      <p:bldP spid="7660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B4BBE90A-3B0F-4690-A181-82325052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36C52DB3-FF2B-459C-A3B5-2522778E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7028-6F42-428A-9543-4CD2F3497844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768002" name="Rectangle 2">
            <a:extLst>
              <a:ext uri="{FF2B5EF4-FFF2-40B4-BE49-F238E27FC236}">
                <a16:creationId xmlns:a16="http://schemas.microsoft.com/office/drawing/2014/main" id="{E99F00AA-85AC-4586-A6DC-ED591D1C9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68003" name="Rectangle 3">
            <a:extLst>
              <a:ext uri="{FF2B5EF4-FFF2-40B4-BE49-F238E27FC236}">
                <a16:creationId xmlns:a16="http://schemas.microsoft.com/office/drawing/2014/main" id="{D1E9BD29-F839-4C43-9134-2CCF32C21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68004" name="Object 4">
            <a:extLst>
              <a:ext uri="{FF2B5EF4-FFF2-40B4-BE49-F238E27FC236}">
                <a16:creationId xmlns:a16="http://schemas.microsoft.com/office/drawing/2014/main" id="{2C89C31C-3175-4C07-9DE5-CA1542D445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628775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5" name="Group 5">
            <a:extLst>
              <a:ext uri="{FF2B5EF4-FFF2-40B4-BE49-F238E27FC236}">
                <a16:creationId xmlns:a16="http://schemas.microsoft.com/office/drawing/2014/main" id="{01E359B4-5E17-4CFD-968E-E4897A95E5E3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1449388"/>
          <a:ext cx="2160587" cy="2159000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575734666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1970599113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  R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16455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591227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992539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547812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190175"/>
                  </a:ext>
                </a:extLst>
              </a:tr>
            </a:tbl>
          </a:graphicData>
        </a:graphic>
      </p:graphicFrame>
      <p:sp>
        <p:nvSpPr>
          <p:cNvPr id="768029" name="Rectangle 29">
            <a:extLst>
              <a:ext uri="{FF2B5EF4-FFF2-40B4-BE49-F238E27FC236}">
                <a16:creationId xmlns:a16="http://schemas.microsoft.com/office/drawing/2014/main" id="{BB3BADDA-1ECE-4F81-8302-656CB5EF4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75" y="1817688"/>
            <a:ext cx="1620838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</a:p>
        </p:txBody>
      </p:sp>
      <p:graphicFrame>
        <p:nvGraphicFramePr>
          <p:cNvPr id="768030" name="Object 30">
            <a:extLst>
              <a:ext uri="{FF2B5EF4-FFF2-40B4-BE49-F238E27FC236}">
                <a16:creationId xmlns:a16="http://schemas.microsoft.com/office/drawing/2014/main" id="{809FF973-D1E2-4F11-8A24-A52CBECAA5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149725"/>
          <a:ext cx="3240088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09203" imgH="776143" progId="Visio.Drawing.11">
                  <p:embed/>
                </p:oleObj>
              </mc:Choice>
              <mc:Fallback>
                <p:oleObj name="Visio" r:id="rId5" imgW="1209203" imgH="776143" progId="Visio.Drawing.11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149725"/>
                        <a:ext cx="3240088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31" name="Group 31">
            <a:extLst>
              <a:ext uri="{FF2B5EF4-FFF2-40B4-BE49-F238E27FC236}">
                <a16:creationId xmlns:a16="http://schemas.microsoft.com/office/drawing/2014/main" id="{91AA61AF-DD55-4A74-8533-95F22DB0988E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4149725"/>
          <a:ext cx="2160587" cy="2159000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3569980896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16491221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  R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9446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338295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19651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125363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79832"/>
                  </a:ext>
                </a:extLst>
              </a:tr>
            </a:tbl>
          </a:graphicData>
        </a:graphic>
      </p:graphicFrame>
      <p:sp>
        <p:nvSpPr>
          <p:cNvPr id="768055" name="Rectangle 55">
            <a:extLst>
              <a:ext uri="{FF2B5EF4-FFF2-40B4-BE49-F238E27FC236}">
                <a16:creationId xmlns:a16="http://schemas.microsoft.com/office/drawing/2014/main" id="{BAF86EB3-3828-4804-BA33-5FF9D7CC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463" y="4527550"/>
            <a:ext cx="1620837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en-US" altLang="en-US" sz="2400" b="1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8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8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68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68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68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68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6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00A1A62B-E970-4DD1-9D42-5982EA00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F44BFB21-C459-4C4D-929B-0D464FF3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B887-DBAD-4E99-914C-8A2E587074EB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70050" name="Rectangle 2">
            <a:extLst>
              <a:ext uri="{FF2B5EF4-FFF2-40B4-BE49-F238E27FC236}">
                <a16:creationId xmlns:a16="http://schemas.microsoft.com/office/drawing/2014/main" id="{0C49F391-2F21-4CBB-B104-22D2D7E35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Latches</a:t>
            </a:r>
          </a:p>
        </p:txBody>
      </p:sp>
      <p:sp>
        <p:nvSpPr>
          <p:cNvPr id="770051" name="Rectangle 3">
            <a:extLst>
              <a:ext uri="{FF2B5EF4-FFF2-40B4-BE49-F238E27FC236}">
                <a16:creationId xmlns:a16="http://schemas.microsoft.com/office/drawing/2014/main" id="{76EBA6F2-4F5F-4907-81CD-6F75A8FDE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</a:t>
            </a:r>
          </a:p>
        </p:txBody>
      </p:sp>
      <p:graphicFrame>
        <p:nvGraphicFramePr>
          <p:cNvPr id="770052" name="Object 4">
            <a:extLst>
              <a:ext uri="{FF2B5EF4-FFF2-40B4-BE49-F238E27FC236}">
                <a16:creationId xmlns:a16="http://schemas.microsoft.com/office/drawing/2014/main" id="{66A94B87-DE12-4C51-9F6A-3F59C1AB00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628775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09203" imgH="776143" progId="Visio.Drawing.11">
                  <p:embed/>
                </p:oleObj>
              </mc:Choice>
              <mc:Fallback>
                <p:oleObj name="Visio" r:id="rId3" imgW="1209203" imgH="7761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0053" name="Group 5">
            <a:extLst>
              <a:ext uri="{FF2B5EF4-FFF2-40B4-BE49-F238E27FC236}">
                <a16:creationId xmlns:a16="http://schemas.microsoft.com/office/drawing/2014/main" id="{140625D3-142C-42E0-9B82-CE53C5A90303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1449388"/>
          <a:ext cx="2159000" cy="2159000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1085272184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1291841394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  R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48418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430497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531143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939706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199260"/>
                  </a:ext>
                </a:extLst>
              </a:tr>
            </a:tbl>
          </a:graphicData>
        </a:graphic>
      </p:graphicFrame>
      <p:sp>
        <p:nvSpPr>
          <p:cNvPr id="770077" name="Rectangle 29">
            <a:extLst>
              <a:ext uri="{FF2B5EF4-FFF2-40B4-BE49-F238E27FC236}">
                <a16:creationId xmlns:a16="http://schemas.microsoft.com/office/drawing/2014/main" id="{360F6C97-BC8E-4809-B93E-9668EA05C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75" y="1817688"/>
            <a:ext cx="1620838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</a:p>
        </p:txBody>
      </p:sp>
      <p:graphicFrame>
        <p:nvGraphicFramePr>
          <p:cNvPr id="770078" name="Group 30">
            <a:extLst>
              <a:ext uri="{FF2B5EF4-FFF2-40B4-BE49-F238E27FC236}">
                <a16:creationId xmlns:a16="http://schemas.microsoft.com/office/drawing/2014/main" id="{B4A08B57-6C2A-4225-9F34-451840E1FA80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4149725"/>
          <a:ext cx="2159000" cy="2159000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2569214316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704951128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S’  R’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607796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10990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66032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82263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490203"/>
                  </a:ext>
                </a:extLst>
              </a:tr>
            </a:tbl>
          </a:graphicData>
        </a:graphic>
      </p:graphicFrame>
      <p:sp>
        <p:nvSpPr>
          <p:cNvPr id="770102" name="Rectangle 54">
            <a:extLst>
              <a:ext uri="{FF2B5EF4-FFF2-40B4-BE49-F238E27FC236}">
                <a16:creationId xmlns:a16="http://schemas.microsoft.com/office/drawing/2014/main" id="{061973C8-BECD-4EEE-8B8E-2459B1F7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463" y="4527550"/>
            <a:ext cx="1620837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en-US" altLang="en-US" sz="2400" b="1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</p:txBody>
      </p:sp>
      <p:graphicFrame>
        <p:nvGraphicFramePr>
          <p:cNvPr id="770103" name="Object 55">
            <a:extLst>
              <a:ext uri="{FF2B5EF4-FFF2-40B4-BE49-F238E27FC236}">
                <a16:creationId xmlns:a16="http://schemas.microsoft.com/office/drawing/2014/main" id="{13A86057-B138-4AA2-87C2-726EF21709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149725"/>
          <a:ext cx="3240088" cy="204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28222" imgH="776143" progId="Visio.Drawing.11">
                  <p:embed/>
                </p:oleObj>
              </mc:Choice>
              <mc:Fallback>
                <p:oleObj name="Visio" r:id="rId5" imgW="1228222" imgH="776143" progId="Visio.Drawing.11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149725"/>
                        <a:ext cx="3240088" cy="204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0F4D710D-AC02-4EDC-A6D5-7C55FA43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94BF15BB-130E-430A-B517-6BC1E202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CF10-1A8B-4662-A6BB-4C33FCF0254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72098" name="Rectangle 2">
            <a:extLst>
              <a:ext uri="{FF2B5EF4-FFF2-40B4-BE49-F238E27FC236}">
                <a16:creationId xmlns:a16="http://schemas.microsoft.com/office/drawing/2014/main" id="{978197A7-9A8F-4E2F-A8DC-E7F7F6A6D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Controlled Latches</a:t>
            </a:r>
          </a:p>
        </p:txBody>
      </p:sp>
      <p:sp>
        <p:nvSpPr>
          <p:cNvPr id="772099" name="Rectangle 3">
            <a:extLst>
              <a:ext uri="{FF2B5EF4-FFF2-40B4-BE49-F238E27FC236}">
                <a16:creationId xmlns:a16="http://schemas.microsoft.com/office/drawing/2014/main" id="{FADBFAA9-C0A5-4F7E-80C7-BC2F86401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SR</a:t>
            </a:r>
            <a:r>
              <a:rPr lang="en-US" altLang="en-US"/>
              <a:t> Latch with Control Input</a:t>
            </a:r>
          </a:p>
        </p:txBody>
      </p:sp>
      <p:graphicFrame>
        <p:nvGraphicFramePr>
          <p:cNvPr id="772100" name="Group 4">
            <a:extLst>
              <a:ext uri="{FF2B5EF4-FFF2-40B4-BE49-F238E27FC236}">
                <a16:creationId xmlns:a16="http://schemas.microsoft.com/office/drawing/2014/main" id="{4275C5E5-2421-4E63-AB5A-98537CB76185}"/>
              </a:ext>
            </a:extLst>
          </p:cNvPr>
          <p:cNvGraphicFramePr>
            <a:graphicFrameLocks noGrp="1"/>
          </p:cNvGraphicFramePr>
          <p:nvPr/>
        </p:nvGraphicFramePr>
        <p:xfrm>
          <a:off x="2592388" y="3968750"/>
          <a:ext cx="2519362" cy="259080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781916715"/>
                    </a:ext>
                  </a:extLst>
                </a:gridCol>
                <a:gridCol w="1258887">
                  <a:extLst>
                    <a:ext uri="{9D8B030D-6E8A-4147-A177-3AD203B41FA5}">
                      <a16:colId xmlns:a16="http://schemas.microsoft.com/office/drawing/2014/main" val="207634621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 S  R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834859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x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688857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830730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378016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203008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411453"/>
                  </a:ext>
                </a:extLst>
              </a:tr>
            </a:tbl>
          </a:graphicData>
        </a:graphic>
      </p:graphicFrame>
      <p:sp>
        <p:nvSpPr>
          <p:cNvPr id="772127" name="Rectangle 31">
            <a:extLst>
              <a:ext uri="{FF2B5EF4-FFF2-40B4-BE49-F238E27FC236}">
                <a16:creationId xmlns:a16="http://schemas.microsoft.com/office/drawing/2014/main" id="{0065AEEB-A892-418A-AC1B-35D5250C1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4329113"/>
            <a:ext cx="1620837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</a:p>
        </p:txBody>
      </p:sp>
      <p:graphicFrame>
        <p:nvGraphicFramePr>
          <p:cNvPr id="772128" name="Object 32">
            <a:extLst>
              <a:ext uri="{FF2B5EF4-FFF2-40B4-BE49-F238E27FC236}">
                <a16:creationId xmlns:a16="http://schemas.microsoft.com/office/drawing/2014/main" id="{1157DAF0-8AB1-40E3-A713-D3FD73165B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1750" y="1709738"/>
          <a:ext cx="3600450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850258" imgH="883920" progId="Visio.Drawing.11">
                  <p:embed/>
                </p:oleObj>
              </mc:Choice>
              <mc:Fallback>
                <p:oleObj name="Visio" r:id="rId3" imgW="1850258" imgH="883920" progId="Visio.Drawing.11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1709738"/>
                        <a:ext cx="3600450" cy="171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2129" name="Object 33">
            <a:extLst>
              <a:ext uri="{FF2B5EF4-FFF2-40B4-BE49-F238E27FC236}">
                <a16:creationId xmlns:a16="http://schemas.microsoft.com/office/drawing/2014/main" id="{5E7A4B1C-27CC-4E52-A14B-720F347709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709738"/>
          <a:ext cx="3600450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50258" imgH="883920" progId="Visio.Drawing.11">
                  <p:embed/>
                </p:oleObj>
              </mc:Choice>
              <mc:Fallback>
                <p:oleObj name="Visio" r:id="rId5" imgW="1850258" imgH="883920" progId="Visio.Drawing.11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709738"/>
                        <a:ext cx="3600450" cy="171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7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7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1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ooter Placeholder 4">
            <a:extLst>
              <a:ext uri="{FF2B5EF4-FFF2-40B4-BE49-F238E27FC236}">
                <a16:creationId xmlns:a16="http://schemas.microsoft.com/office/drawing/2014/main" id="{A5D65F24-B5BB-41AA-9D9E-5141ACE7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5" name="Slide Number Placeholder 5">
            <a:extLst>
              <a:ext uri="{FF2B5EF4-FFF2-40B4-BE49-F238E27FC236}">
                <a16:creationId xmlns:a16="http://schemas.microsoft.com/office/drawing/2014/main" id="{6D9BBD55-6DB6-43C0-85BB-E2A80306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260-1889-4BB2-B61F-FC76CD3D5746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74146" name="Rectangle 2">
            <a:extLst>
              <a:ext uri="{FF2B5EF4-FFF2-40B4-BE49-F238E27FC236}">
                <a16:creationId xmlns:a16="http://schemas.microsoft.com/office/drawing/2014/main" id="{33F2BD66-7529-44E1-9C8B-CADFFB235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Controlled Latches</a:t>
            </a:r>
          </a:p>
        </p:txBody>
      </p:sp>
      <p:sp>
        <p:nvSpPr>
          <p:cNvPr id="774147" name="Rectangle 3">
            <a:extLst>
              <a:ext uri="{FF2B5EF4-FFF2-40B4-BE49-F238E27FC236}">
                <a16:creationId xmlns:a16="http://schemas.microsoft.com/office/drawing/2014/main" id="{98633ED5-3690-40CA-AF21-67B7FF66E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D</a:t>
            </a:r>
            <a:r>
              <a:rPr lang="en-US" altLang="en-US"/>
              <a:t> Latch (</a:t>
            </a:r>
            <a:r>
              <a:rPr lang="en-US" altLang="en-US" i="1">
                <a:solidFill>
                  <a:srgbClr val="996600"/>
                </a:solidFill>
              </a:rPr>
              <a:t>D</a:t>
            </a:r>
            <a:r>
              <a:rPr lang="en-US" altLang="en-US">
                <a:solidFill>
                  <a:srgbClr val="996600"/>
                </a:solidFill>
              </a:rPr>
              <a:t> = </a:t>
            </a:r>
            <a:r>
              <a:rPr lang="en-US" altLang="en-US" i="1">
                <a:solidFill>
                  <a:srgbClr val="996600"/>
                </a:solidFill>
              </a:rPr>
              <a:t>Data</a:t>
            </a:r>
            <a:r>
              <a:rPr lang="en-US" altLang="en-US"/>
              <a:t>)</a:t>
            </a:r>
          </a:p>
        </p:txBody>
      </p:sp>
      <p:graphicFrame>
        <p:nvGraphicFramePr>
          <p:cNvPr id="774148" name="Group 4">
            <a:extLst>
              <a:ext uri="{FF2B5EF4-FFF2-40B4-BE49-F238E27FC236}">
                <a16:creationId xmlns:a16="http://schemas.microsoft.com/office/drawing/2014/main" id="{BA9C0D35-7B81-486E-A54A-AD565F0620CA}"/>
              </a:ext>
            </a:extLst>
          </p:cNvPr>
          <p:cNvGraphicFramePr>
            <a:graphicFrameLocks noGrp="1"/>
          </p:cNvGraphicFramePr>
          <p:nvPr/>
        </p:nvGraphicFramePr>
        <p:xfrm>
          <a:off x="1873250" y="4291013"/>
          <a:ext cx="2159000" cy="172720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1417157657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300465553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 D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664010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640387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313038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994098"/>
                  </a:ext>
                </a:extLst>
              </a:tr>
            </a:tbl>
          </a:graphicData>
        </a:graphic>
      </p:graphicFrame>
      <p:sp>
        <p:nvSpPr>
          <p:cNvPr id="774167" name="Rectangle 23">
            <a:extLst>
              <a:ext uri="{FF2B5EF4-FFF2-40B4-BE49-F238E27FC236}">
                <a16:creationId xmlns:a16="http://schemas.microsoft.com/office/drawing/2014/main" id="{FD0C5E33-EC86-419D-8535-DFF56EFFD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689475"/>
            <a:ext cx="1620838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</p:txBody>
      </p:sp>
      <p:graphicFrame>
        <p:nvGraphicFramePr>
          <p:cNvPr id="774168" name="Object 24">
            <a:extLst>
              <a:ext uri="{FF2B5EF4-FFF2-40B4-BE49-F238E27FC236}">
                <a16:creationId xmlns:a16="http://schemas.microsoft.com/office/drawing/2014/main" id="{A2DD2F29-F69A-4990-BE37-327D594F25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325" y="1760538"/>
          <a:ext cx="4694238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43546" imgH="1013155" progId="Visio.Drawing.11">
                  <p:embed/>
                </p:oleObj>
              </mc:Choice>
              <mc:Fallback>
                <p:oleObj name="Visio" r:id="rId3" imgW="2343546" imgH="1013155" progId="Visio.Drawing.11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1760538"/>
                        <a:ext cx="4694238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69" name="Line 25">
            <a:extLst>
              <a:ext uri="{FF2B5EF4-FFF2-40B4-BE49-F238E27FC236}">
                <a16:creationId xmlns:a16="http://schemas.microsoft.com/office/drawing/2014/main" id="{AF6D7B94-32F5-4C3B-A83B-9903B298F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0" name="Line 26">
            <a:extLst>
              <a:ext uri="{FF2B5EF4-FFF2-40B4-BE49-F238E27FC236}">
                <a16:creationId xmlns:a16="http://schemas.microsoft.com/office/drawing/2014/main" id="{FCA5048C-CCA7-4E01-8D75-D2784708B39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552407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1" name="Line 27">
            <a:extLst>
              <a:ext uri="{FF2B5EF4-FFF2-40B4-BE49-F238E27FC236}">
                <a16:creationId xmlns:a16="http://schemas.microsoft.com/office/drawing/2014/main" id="{49CCACBD-FC90-4425-9AF0-C218ACCE5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1808163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2" name="Line 28">
            <a:extLst>
              <a:ext uri="{FF2B5EF4-FFF2-40B4-BE49-F238E27FC236}">
                <a16:creationId xmlns:a16="http://schemas.microsoft.com/office/drawing/2014/main" id="{3B3D3B5E-15E5-48AB-AEBA-7F9D92F888B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912769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3" name="Line 29">
            <a:extLst>
              <a:ext uri="{FF2B5EF4-FFF2-40B4-BE49-F238E27FC236}">
                <a16:creationId xmlns:a16="http://schemas.microsoft.com/office/drawing/2014/main" id="{1ADEF82A-2A8B-45DF-B9E1-52DD42AC0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4" name="Line 30">
            <a:extLst>
              <a:ext uri="{FF2B5EF4-FFF2-40B4-BE49-F238E27FC236}">
                <a16:creationId xmlns:a16="http://schemas.microsoft.com/office/drawing/2014/main" id="{743C2D48-A7ED-4B9A-B934-DFBF47A6952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273132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5" name="Line 31">
            <a:extLst>
              <a:ext uri="{FF2B5EF4-FFF2-40B4-BE49-F238E27FC236}">
                <a16:creationId xmlns:a16="http://schemas.microsoft.com/office/drawing/2014/main" id="{B9B36D57-EB17-4139-A2E9-D34F5266E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313" y="1808163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6" name="Line 32">
            <a:extLst>
              <a:ext uri="{FF2B5EF4-FFF2-40B4-BE49-F238E27FC236}">
                <a16:creationId xmlns:a16="http://schemas.microsoft.com/office/drawing/2014/main" id="{86C05B01-FD62-46C4-B6C8-EF1CEDDD282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33494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7" name="Line 33">
            <a:extLst>
              <a:ext uri="{FF2B5EF4-FFF2-40B4-BE49-F238E27FC236}">
                <a16:creationId xmlns:a16="http://schemas.microsoft.com/office/drawing/2014/main" id="{9735046B-F992-4547-8CBE-CA7F05BDF6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3675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8" name="Line 34">
            <a:extLst>
              <a:ext uri="{FF2B5EF4-FFF2-40B4-BE49-F238E27FC236}">
                <a16:creationId xmlns:a16="http://schemas.microsoft.com/office/drawing/2014/main" id="{F1B13967-FF79-4AB5-9BB0-E0CBEAA62D6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993857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79" name="Line 35">
            <a:extLst>
              <a:ext uri="{FF2B5EF4-FFF2-40B4-BE49-F238E27FC236}">
                <a16:creationId xmlns:a16="http://schemas.microsoft.com/office/drawing/2014/main" id="{936263B7-828F-4C35-8037-EF2E8B28F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4038" y="1808163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80" name="Line 36">
            <a:extLst>
              <a:ext uri="{FF2B5EF4-FFF2-40B4-BE49-F238E27FC236}">
                <a16:creationId xmlns:a16="http://schemas.microsoft.com/office/drawing/2014/main" id="{2F4A3088-14FA-4429-A49A-421D317D4ED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354219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81" name="Line 37">
            <a:extLst>
              <a:ext uri="{FF2B5EF4-FFF2-40B4-BE49-F238E27FC236}">
                <a16:creationId xmlns:a16="http://schemas.microsoft.com/office/drawing/2014/main" id="{CC69ABE3-AFFF-45FD-B227-BF1F4A7EA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2168525"/>
            <a:ext cx="3603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82" name="Rectangle 38">
            <a:extLst>
              <a:ext uri="{FF2B5EF4-FFF2-40B4-BE49-F238E27FC236}">
                <a16:creationId xmlns:a16="http://schemas.microsoft.com/office/drawing/2014/main" id="{86829BBB-09A7-46A2-B70C-AB1113A10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808163"/>
            <a:ext cx="203200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74183" name="Rectangle 39">
            <a:extLst>
              <a:ext uri="{FF2B5EF4-FFF2-40B4-BE49-F238E27FC236}">
                <a16:creationId xmlns:a16="http://schemas.microsoft.com/office/drawing/2014/main" id="{795E4095-897C-4910-9D8C-AB4D2EC8E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268413"/>
            <a:ext cx="233997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Timing Diagram</a:t>
            </a:r>
          </a:p>
        </p:txBody>
      </p:sp>
      <p:sp>
        <p:nvSpPr>
          <p:cNvPr id="774184" name="Rectangle 40">
            <a:extLst>
              <a:ext uri="{FF2B5EF4-FFF2-40B4-BE49-F238E27FC236}">
                <a16:creationId xmlns:a16="http://schemas.microsoft.com/office/drawing/2014/main" id="{3A5A4AF9-5356-4629-84F9-A29B0881A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528888"/>
            <a:ext cx="2206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74185" name="Line 41">
            <a:extLst>
              <a:ext uri="{FF2B5EF4-FFF2-40B4-BE49-F238E27FC236}">
                <a16:creationId xmlns:a16="http://schemas.microsoft.com/office/drawing/2014/main" id="{90C3FC9B-57A5-481F-BE3A-C9CAD2593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2889250"/>
            <a:ext cx="1793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86" name="Line 42">
            <a:extLst>
              <a:ext uri="{FF2B5EF4-FFF2-40B4-BE49-F238E27FC236}">
                <a16:creationId xmlns:a16="http://schemas.microsoft.com/office/drawing/2014/main" id="{9B8155BB-15AD-4015-9C7C-D2D9AD0472A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371432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87" name="Line 43">
            <a:extLst>
              <a:ext uri="{FF2B5EF4-FFF2-40B4-BE49-F238E27FC236}">
                <a16:creationId xmlns:a16="http://schemas.microsoft.com/office/drawing/2014/main" id="{0FADEFA3-1F17-49EA-AE42-E50994A22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1613" y="2528888"/>
            <a:ext cx="72072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88" name="Line 44">
            <a:extLst>
              <a:ext uri="{FF2B5EF4-FFF2-40B4-BE49-F238E27FC236}">
                <a16:creationId xmlns:a16="http://schemas.microsoft.com/office/drawing/2014/main" id="{6C46932C-46CF-4027-8B01-D3E70FE7644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092157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89" name="Line 45">
            <a:extLst>
              <a:ext uri="{FF2B5EF4-FFF2-40B4-BE49-F238E27FC236}">
                <a16:creationId xmlns:a16="http://schemas.microsoft.com/office/drawing/2014/main" id="{30727BED-200B-446D-9F9A-1512777F3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2338" y="2889250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0" name="Line 46">
            <a:extLst>
              <a:ext uri="{FF2B5EF4-FFF2-40B4-BE49-F238E27FC236}">
                <a16:creationId xmlns:a16="http://schemas.microsoft.com/office/drawing/2014/main" id="{A4B906E4-ACFD-40EC-BBCB-D1F8B960FF5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812882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1" name="Line 47">
            <a:extLst>
              <a:ext uri="{FF2B5EF4-FFF2-40B4-BE49-F238E27FC236}">
                <a16:creationId xmlns:a16="http://schemas.microsoft.com/office/drawing/2014/main" id="{8F54B2E6-A745-4051-85B0-D36A2B6F9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3063" y="2528888"/>
            <a:ext cx="72072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2" name="Line 48">
            <a:extLst>
              <a:ext uri="{FF2B5EF4-FFF2-40B4-BE49-F238E27FC236}">
                <a16:creationId xmlns:a16="http://schemas.microsoft.com/office/drawing/2014/main" id="{12A92EC7-116A-402E-B479-A5551270D1D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533607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3" name="Line 49">
            <a:extLst>
              <a:ext uri="{FF2B5EF4-FFF2-40B4-BE49-F238E27FC236}">
                <a16:creationId xmlns:a16="http://schemas.microsoft.com/office/drawing/2014/main" id="{027B668D-427A-4A8F-B070-B3CF7B904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2200" y="2889250"/>
            <a:ext cx="1793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4" name="Rectangle 50">
            <a:extLst>
              <a:ext uri="{FF2B5EF4-FFF2-40B4-BE49-F238E27FC236}">
                <a16:creationId xmlns:a16="http://schemas.microsoft.com/office/drawing/2014/main" id="{3F6C2D8F-DF96-4CDC-8DB7-E93700C60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263900"/>
            <a:ext cx="220662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774195" name="Line 51">
            <a:extLst>
              <a:ext uri="{FF2B5EF4-FFF2-40B4-BE49-F238E27FC236}">
                <a16:creationId xmlns:a16="http://schemas.microsoft.com/office/drawing/2014/main" id="{DCFD3857-CB81-4CB1-8D64-884C1D3237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3608388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6" name="Line 52">
            <a:extLst>
              <a:ext uri="{FF2B5EF4-FFF2-40B4-BE49-F238E27FC236}">
                <a16:creationId xmlns:a16="http://schemas.microsoft.com/office/drawing/2014/main" id="{BF195C90-54AA-4C0A-B115-54482AAF873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552406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7" name="Line 53">
            <a:extLst>
              <a:ext uri="{FF2B5EF4-FFF2-40B4-BE49-F238E27FC236}">
                <a16:creationId xmlns:a16="http://schemas.microsoft.com/office/drawing/2014/main" id="{5E8669A9-DFE6-43D4-8466-2B0187424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3249613"/>
            <a:ext cx="360362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8" name="Line 54">
            <a:extLst>
              <a:ext uri="{FF2B5EF4-FFF2-40B4-BE49-F238E27FC236}">
                <a16:creationId xmlns:a16="http://schemas.microsoft.com/office/drawing/2014/main" id="{BE28CFA3-D583-4CF1-9978-978E8D30B40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271543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199" name="Line 55">
            <a:extLst>
              <a:ext uri="{FF2B5EF4-FFF2-40B4-BE49-F238E27FC236}">
                <a16:creationId xmlns:a16="http://schemas.microsoft.com/office/drawing/2014/main" id="{1C495976-4FCB-451E-ABF2-A38F3F7DA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1725" y="3608388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0" name="Line 56">
            <a:extLst>
              <a:ext uri="{FF2B5EF4-FFF2-40B4-BE49-F238E27FC236}">
                <a16:creationId xmlns:a16="http://schemas.microsoft.com/office/drawing/2014/main" id="{E007D709-9E38-4A71-A609-7683F166265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992268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1" name="Line 57">
            <a:extLst>
              <a:ext uri="{FF2B5EF4-FFF2-40B4-BE49-F238E27FC236}">
                <a16:creationId xmlns:a16="http://schemas.microsoft.com/office/drawing/2014/main" id="{2D25BE87-B4AC-4A98-A050-5FB31B43E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3249613"/>
            <a:ext cx="719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2" name="Line 58">
            <a:extLst>
              <a:ext uri="{FF2B5EF4-FFF2-40B4-BE49-F238E27FC236}">
                <a16:creationId xmlns:a16="http://schemas.microsoft.com/office/drawing/2014/main" id="{3523AA5E-0C56-443B-B0E4-62E404AABE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2225" y="1808163"/>
            <a:ext cx="0" cy="2160587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3" name="Rectangle 59">
            <a:extLst>
              <a:ext uri="{FF2B5EF4-FFF2-40B4-BE49-F238E27FC236}">
                <a16:creationId xmlns:a16="http://schemas.microsoft.com/office/drawing/2014/main" id="{36F33317-7AED-4065-A854-9D4384806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3968750"/>
            <a:ext cx="84138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774204" name="Line 60">
            <a:extLst>
              <a:ext uri="{FF2B5EF4-FFF2-40B4-BE49-F238E27FC236}">
                <a16:creationId xmlns:a16="http://schemas.microsoft.com/office/drawing/2014/main" id="{FB6A592C-C9FB-4053-9F8C-C22C779C0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3249613"/>
            <a:ext cx="3603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5" name="Line 61">
            <a:extLst>
              <a:ext uri="{FF2B5EF4-FFF2-40B4-BE49-F238E27FC236}">
                <a16:creationId xmlns:a16="http://schemas.microsoft.com/office/drawing/2014/main" id="{5791B2F3-D1F9-48BD-8EC0-0781F8BFE3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2588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6" name="Line 62">
            <a:extLst>
              <a:ext uri="{FF2B5EF4-FFF2-40B4-BE49-F238E27FC236}">
                <a16:creationId xmlns:a16="http://schemas.microsoft.com/office/drawing/2014/main" id="{2664C0D2-2785-40A0-BBD7-078998B3F2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2950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7" name="Line 63">
            <a:extLst>
              <a:ext uri="{FF2B5EF4-FFF2-40B4-BE49-F238E27FC236}">
                <a16:creationId xmlns:a16="http://schemas.microsoft.com/office/drawing/2014/main" id="{DEB68EE8-1182-4413-89C9-882D97D441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3313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8" name="Line 64">
            <a:extLst>
              <a:ext uri="{FF2B5EF4-FFF2-40B4-BE49-F238E27FC236}">
                <a16:creationId xmlns:a16="http://schemas.microsoft.com/office/drawing/2014/main" id="{BB53325E-7A6F-48B3-9B91-A639A6B75E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3675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09" name="Line 65">
            <a:extLst>
              <a:ext uri="{FF2B5EF4-FFF2-40B4-BE49-F238E27FC236}">
                <a16:creationId xmlns:a16="http://schemas.microsoft.com/office/drawing/2014/main" id="{E63A195C-146C-43C2-93EF-F549C87D2E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74038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10" name="Line 66">
            <a:extLst>
              <a:ext uri="{FF2B5EF4-FFF2-40B4-BE49-F238E27FC236}">
                <a16:creationId xmlns:a16="http://schemas.microsoft.com/office/drawing/2014/main" id="{03D43924-9D89-4DAD-B11A-31E3E1412D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11" name="Line 67">
            <a:extLst>
              <a:ext uri="{FF2B5EF4-FFF2-40B4-BE49-F238E27FC236}">
                <a16:creationId xmlns:a16="http://schemas.microsoft.com/office/drawing/2014/main" id="{6FDD12CF-775B-4566-B778-D7D8F6142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3889375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12" name="Line 68">
            <a:extLst>
              <a:ext uri="{FF2B5EF4-FFF2-40B4-BE49-F238E27FC236}">
                <a16:creationId xmlns:a16="http://schemas.microsoft.com/office/drawing/2014/main" id="{199445D2-0C11-46F3-A2D7-C6AD57C51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1725" y="3889375"/>
            <a:ext cx="360363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13" name="Line 69">
            <a:extLst>
              <a:ext uri="{FF2B5EF4-FFF2-40B4-BE49-F238E27FC236}">
                <a16:creationId xmlns:a16="http://schemas.microsoft.com/office/drawing/2014/main" id="{9768FB0E-24BF-40B1-931E-00357FDF3B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0863" y="3889375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14" name="AutoShape 70">
            <a:extLst>
              <a:ext uri="{FF2B5EF4-FFF2-40B4-BE49-F238E27FC236}">
                <a16:creationId xmlns:a16="http://schemas.microsoft.com/office/drawing/2014/main" id="{D6097B83-F5C5-47C9-A8CD-B4E09BBAB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4508500"/>
            <a:ext cx="1800225" cy="766763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may change</a:t>
            </a:r>
          </a:p>
        </p:txBody>
      </p:sp>
      <p:sp>
        <p:nvSpPr>
          <p:cNvPr id="774215" name="Freeform 71">
            <a:extLst>
              <a:ext uri="{FF2B5EF4-FFF2-40B4-BE49-F238E27FC236}">
                <a16:creationId xmlns:a16="http://schemas.microsoft.com/office/drawing/2014/main" id="{7F61590C-34A1-4D3C-B0EB-B987E537A66D}"/>
              </a:ext>
            </a:extLst>
          </p:cNvPr>
          <p:cNvSpPr>
            <a:spLocks/>
          </p:cNvSpPr>
          <p:nvPr/>
        </p:nvSpPr>
        <p:spPr bwMode="auto">
          <a:xfrm>
            <a:off x="6889750" y="3968750"/>
            <a:ext cx="314325" cy="468313"/>
          </a:xfrm>
          <a:custGeom>
            <a:avLst/>
            <a:gdLst>
              <a:gd name="T0" fmla="*/ 198 w 198"/>
              <a:gd name="T1" fmla="*/ 295 h 295"/>
              <a:gd name="T2" fmla="*/ 31 w 198"/>
              <a:gd name="T3" fmla="*/ 169 h 295"/>
              <a:gd name="T4" fmla="*/ 14 w 198"/>
              <a:gd name="T5" fmla="*/ 0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295">
                <a:moveTo>
                  <a:pt x="198" y="295"/>
                </a:moveTo>
                <a:cubicBezTo>
                  <a:pt x="170" y="274"/>
                  <a:pt x="62" y="218"/>
                  <a:pt x="31" y="169"/>
                </a:cubicBezTo>
                <a:cubicBezTo>
                  <a:pt x="0" y="120"/>
                  <a:pt x="18" y="35"/>
                  <a:pt x="14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16" name="Freeform 72">
            <a:extLst>
              <a:ext uri="{FF2B5EF4-FFF2-40B4-BE49-F238E27FC236}">
                <a16:creationId xmlns:a16="http://schemas.microsoft.com/office/drawing/2014/main" id="{2C5C2FF6-6BEA-4828-A50C-750D8BA947C3}"/>
              </a:ext>
            </a:extLst>
          </p:cNvPr>
          <p:cNvSpPr>
            <a:spLocks/>
          </p:cNvSpPr>
          <p:nvPr/>
        </p:nvSpPr>
        <p:spPr bwMode="auto">
          <a:xfrm flipH="1">
            <a:off x="8064500" y="3968750"/>
            <a:ext cx="314325" cy="468313"/>
          </a:xfrm>
          <a:custGeom>
            <a:avLst/>
            <a:gdLst>
              <a:gd name="T0" fmla="*/ 198 w 198"/>
              <a:gd name="T1" fmla="*/ 295 h 295"/>
              <a:gd name="T2" fmla="*/ 31 w 198"/>
              <a:gd name="T3" fmla="*/ 169 h 295"/>
              <a:gd name="T4" fmla="*/ 14 w 198"/>
              <a:gd name="T5" fmla="*/ 0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295">
                <a:moveTo>
                  <a:pt x="198" y="295"/>
                </a:moveTo>
                <a:cubicBezTo>
                  <a:pt x="170" y="274"/>
                  <a:pt x="62" y="218"/>
                  <a:pt x="31" y="169"/>
                </a:cubicBezTo>
                <a:cubicBezTo>
                  <a:pt x="0" y="120"/>
                  <a:pt x="18" y="35"/>
                  <a:pt x="14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4217" name="Line 73">
            <a:extLst>
              <a:ext uri="{FF2B5EF4-FFF2-40B4-BE49-F238E27FC236}">
                <a16:creationId xmlns:a16="http://schemas.microsoft.com/office/drawing/2014/main" id="{EF3E1702-7469-49FF-B101-BBA542A462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2700" y="3968750"/>
            <a:ext cx="0" cy="48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7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7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7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7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7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7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7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7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7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7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7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7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7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7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7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7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7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7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7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7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7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7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7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77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7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7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7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0024 L 0.03941 0.00024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0.00254 L 0.04149 0.00254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2000"/>
                                        <p:tgtEl>
                                          <p:spTgt spid="77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41 0.00024 L 0.07882 0.00024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49 0.00254 L 0.0809 0.00254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2000"/>
                                        <p:tgtEl>
                                          <p:spTgt spid="77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82 0.00024 L 0.11806 0.00024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09 0.00254 L 0.12014 0.00254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2000"/>
                                        <p:tgtEl>
                                          <p:spTgt spid="77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06 0.00024 L 0.19688 0.00024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0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63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14 0.00254 L 0.19896 0.00254 " pathEditMode="relative" rAng="0" ptsTypes="AA">
                                      <p:cBhvr>
                                        <p:cTn id="168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2000"/>
                                        <p:tgtEl>
                                          <p:spTgt spid="77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88 0.00024 L 0.2757 0.00024 " pathEditMode="relative" rAng="0" ptsTypes="AA">
                                      <p:cBhvr>
                                        <p:cTn id="177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0"/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96 0.00254 L 0.27778 0.00254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0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2000"/>
                                        <p:tgtEl>
                                          <p:spTgt spid="77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77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77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77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77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77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77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77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77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77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77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67" grpId="0"/>
      <p:bldP spid="774182" grpId="0"/>
      <p:bldP spid="774183" grpId="0"/>
      <p:bldP spid="774184" grpId="0"/>
      <p:bldP spid="774194" grpId="0"/>
      <p:bldP spid="774203" grpId="0"/>
      <p:bldP spid="774203" grpId="1"/>
      <p:bldP spid="774203" grpId="2"/>
      <p:bldP spid="774203" grpId="3"/>
      <p:bldP spid="774203" grpId="4"/>
      <p:bldP spid="774203" grpId="5"/>
      <p:bldP spid="7742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70A11982-BBD8-4AA4-8192-77235218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ABB918A7-6AAC-4489-9C97-16940F70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1A232-2FB3-49D4-B9E8-34C18445F99D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76194" name="Rectangle 2">
            <a:extLst>
              <a:ext uri="{FF2B5EF4-FFF2-40B4-BE49-F238E27FC236}">
                <a16:creationId xmlns:a16="http://schemas.microsoft.com/office/drawing/2014/main" id="{086CC4D8-7286-49BA-82F3-F09EAC958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Controlled Latches</a:t>
            </a:r>
          </a:p>
        </p:txBody>
      </p:sp>
      <p:sp>
        <p:nvSpPr>
          <p:cNvPr id="776195" name="Rectangle 3">
            <a:extLst>
              <a:ext uri="{FF2B5EF4-FFF2-40B4-BE49-F238E27FC236}">
                <a16:creationId xmlns:a16="http://schemas.microsoft.com/office/drawing/2014/main" id="{6E7CDB41-632A-405E-9E9A-D4EB82462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D</a:t>
            </a:r>
            <a:r>
              <a:rPr lang="en-US" altLang="en-US"/>
              <a:t> Latch (</a:t>
            </a:r>
            <a:r>
              <a:rPr lang="en-US" altLang="en-US" i="1">
                <a:solidFill>
                  <a:srgbClr val="996600"/>
                </a:solidFill>
              </a:rPr>
              <a:t>D</a:t>
            </a:r>
            <a:r>
              <a:rPr lang="en-US" altLang="en-US">
                <a:solidFill>
                  <a:srgbClr val="996600"/>
                </a:solidFill>
              </a:rPr>
              <a:t> = </a:t>
            </a:r>
            <a:r>
              <a:rPr lang="en-US" altLang="en-US" i="1">
                <a:solidFill>
                  <a:srgbClr val="996600"/>
                </a:solidFill>
              </a:rPr>
              <a:t>Data</a:t>
            </a:r>
            <a:r>
              <a:rPr lang="en-US" altLang="en-US"/>
              <a:t>)</a:t>
            </a:r>
          </a:p>
        </p:txBody>
      </p:sp>
      <p:graphicFrame>
        <p:nvGraphicFramePr>
          <p:cNvPr id="776196" name="Group 4">
            <a:extLst>
              <a:ext uri="{FF2B5EF4-FFF2-40B4-BE49-F238E27FC236}">
                <a16:creationId xmlns:a16="http://schemas.microsoft.com/office/drawing/2014/main" id="{D7FFE10A-A88C-48AF-B61E-705B1B9F45C9}"/>
              </a:ext>
            </a:extLst>
          </p:cNvPr>
          <p:cNvGraphicFramePr>
            <a:graphicFrameLocks noGrp="1"/>
          </p:cNvGraphicFramePr>
          <p:nvPr/>
        </p:nvGraphicFramePr>
        <p:xfrm>
          <a:off x="1873250" y="4291013"/>
          <a:ext cx="2159000" cy="172720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3118075229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174494187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 D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en-US" sz="24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667738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545605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695138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278654"/>
                  </a:ext>
                </a:extLst>
              </a:tr>
            </a:tbl>
          </a:graphicData>
        </a:graphic>
      </p:graphicFrame>
      <p:sp>
        <p:nvSpPr>
          <p:cNvPr id="776215" name="Rectangle 23">
            <a:extLst>
              <a:ext uri="{FF2B5EF4-FFF2-40B4-BE49-F238E27FC236}">
                <a16:creationId xmlns:a16="http://schemas.microsoft.com/office/drawing/2014/main" id="{25A65A8C-C2EF-4812-A15F-64EF1B254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689475"/>
            <a:ext cx="1620838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</p:txBody>
      </p:sp>
      <p:sp>
        <p:nvSpPr>
          <p:cNvPr id="776216" name="Line 24">
            <a:extLst>
              <a:ext uri="{FF2B5EF4-FFF2-40B4-BE49-F238E27FC236}">
                <a16:creationId xmlns:a16="http://schemas.microsoft.com/office/drawing/2014/main" id="{C6AAEBE3-659D-4FDB-984B-E07C1CF61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17" name="Line 25">
            <a:extLst>
              <a:ext uri="{FF2B5EF4-FFF2-40B4-BE49-F238E27FC236}">
                <a16:creationId xmlns:a16="http://schemas.microsoft.com/office/drawing/2014/main" id="{6C6F5B63-945C-4A68-9911-35F7DEC5288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552407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18" name="Line 26">
            <a:extLst>
              <a:ext uri="{FF2B5EF4-FFF2-40B4-BE49-F238E27FC236}">
                <a16:creationId xmlns:a16="http://schemas.microsoft.com/office/drawing/2014/main" id="{742C6F70-969F-43A5-B335-0D74A1D24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1808163"/>
            <a:ext cx="14398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19" name="Line 27">
            <a:extLst>
              <a:ext uri="{FF2B5EF4-FFF2-40B4-BE49-F238E27FC236}">
                <a16:creationId xmlns:a16="http://schemas.microsoft.com/office/drawing/2014/main" id="{3A310A92-0665-4841-B927-009159D7BDD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992269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20" name="Line 28">
            <a:extLst>
              <a:ext uri="{FF2B5EF4-FFF2-40B4-BE49-F238E27FC236}">
                <a16:creationId xmlns:a16="http://schemas.microsoft.com/office/drawing/2014/main" id="{744FDAF6-1B9B-4646-8B90-B1E3108FE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21" name="Rectangle 29">
            <a:extLst>
              <a:ext uri="{FF2B5EF4-FFF2-40B4-BE49-F238E27FC236}">
                <a16:creationId xmlns:a16="http://schemas.microsoft.com/office/drawing/2014/main" id="{466963C9-97E6-4992-B6E3-BB2CCDB9F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808163"/>
            <a:ext cx="203200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76222" name="Rectangle 30">
            <a:extLst>
              <a:ext uri="{FF2B5EF4-FFF2-40B4-BE49-F238E27FC236}">
                <a16:creationId xmlns:a16="http://schemas.microsoft.com/office/drawing/2014/main" id="{D8509FDF-4D15-4874-9C7D-71B895A81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268413"/>
            <a:ext cx="233997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Timing Diagram</a:t>
            </a:r>
          </a:p>
        </p:txBody>
      </p:sp>
      <p:sp>
        <p:nvSpPr>
          <p:cNvPr id="776223" name="Rectangle 31">
            <a:extLst>
              <a:ext uri="{FF2B5EF4-FFF2-40B4-BE49-F238E27FC236}">
                <a16:creationId xmlns:a16="http://schemas.microsoft.com/office/drawing/2014/main" id="{8C6D102A-EF73-45D1-8249-D621252A1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528888"/>
            <a:ext cx="2206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76224" name="Line 32">
            <a:extLst>
              <a:ext uri="{FF2B5EF4-FFF2-40B4-BE49-F238E27FC236}">
                <a16:creationId xmlns:a16="http://schemas.microsoft.com/office/drawing/2014/main" id="{6CF765D9-28F2-43FA-8C9D-D91E6F2A3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2889250"/>
            <a:ext cx="1793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25" name="Line 33">
            <a:extLst>
              <a:ext uri="{FF2B5EF4-FFF2-40B4-BE49-F238E27FC236}">
                <a16:creationId xmlns:a16="http://schemas.microsoft.com/office/drawing/2014/main" id="{A3B6C10E-FB10-4B5C-A064-D1D23785F90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371432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26" name="Line 34">
            <a:extLst>
              <a:ext uri="{FF2B5EF4-FFF2-40B4-BE49-F238E27FC236}">
                <a16:creationId xmlns:a16="http://schemas.microsoft.com/office/drawing/2014/main" id="{9D1B0CC3-A384-44BF-A84E-9042F9909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1613" y="2528888"/>
            <a:ext cx="72072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27" name="Line 35">
            <a:extLst>
              <a:ext uri="{FF2B5EF4-FFF2-40B4-BE49-F238E27FC236}">
                <a16:creationId xmlns:a16="http://schemas.microsoft.com/office/drawing/2014/main" id="{450F798A-E7F5-4335-B596-28822A062FC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092157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28" name="Line 36">
            <a:extLst>
              <a:ext uri="{FF2B5EF4-FFF2-40B4-BE49-F238E27FC236}">
                <a16:creationId xmlns:a16="http://schemas.microsoft.com/office/drawing/2014/main" id="{561976A5-3EA7-4156-B759-29DEFAC9C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2338" y="2889250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29" name="Line 37">
            <a:extLst>
              <a:ext uri="{FF2B5EF4-FFF2-40B4-BE49-F238E27FC236}">
                <a16:creationId xmlns:a16="http://schemas.microsoft.com/office/drawing/2014/main" id="{2E450589-9426-4AC4-961C-CFED9260D0B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812882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0" name="Line 38">
            <a:extLst>
              <a:ext uri="{FF2B5EF4-FFF2-40B4-BE49-F238E27FC236}">
                <a16:creationId xmlns:a16="http://schemas.microsoft.com/office/drawing/2014/main" id="{AFC04CE4-B05B-4C7D-8EB8-D7F37777C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3063" y="2528888"/>
            <a:ext cx="35877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1" name="Rectangle 39">
            <a:extLst>
              <a:ext uri="{FF2B5EF4-FFF2-40B4-BE49-F238E27FC236}">
                <a16:creationId xmlns:a16="http://schemas.microsoft.com/office/drawing/2014/main" id="{52DED27A-44D5-4B21-95A1-F540EC842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263900"/>
            <a:ext cx="220662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776232" name="Line 40">
            <a:extLst>
              <a:ext uri="{FF2B5EF4-FFF2-40B4-BE49-F238E27FC236}">
                <a16:creationId xmlns:a16="http://schemas.microsoft.com/office/drawing/2014/main" id="{8E262368-110D-4DE8-AE22-A4AE081E2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3608388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3" name="Line 41">
            <a:extLst>
              <a:ext uri="{FF2B5EF4-FFF2-40B4-BE49-F238E27FC236}">
                <a16:creationId xmlns:a16="http://schemas.microsoft.com/office/drawing/2014/main" id="{DCE1ED24-22AD-4BC1-A8C2-965BC4E6426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552406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4" name="Line 42">
            <a:extLst>
              <a:ext uri="{FF2B5EF4-FFF2-40B4-BE49-F238E27FC236}">
                <a16:creationId xmlns:a16="http://schemas.microsoft.com/office/drawing/2014/main" id="{160A1757-8FDD-4028-A4CB-6B9B43419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3249613"/>
            <a:ext cx="5397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5" name="Line 43">
            <a:extLst>
              <a:ext uri="{FF2B5EF4-FFF2-40B4-BE49-F238E27FC236}">
                <a16:creationId xmlns:a16="http://schemas.microsoft.com/office/drawing/2014/main" id="{FA24B267-ACE7-4E84-B988-F82CBD6B7C8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092156" y="3437732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6" name="Line 44">
            <a:extLst>
              <a:ext uri="{FF2B5EF4-FFF2-40B4-BE49-F238E27FC236}">
                <a16:creationId xmlns:a16="http://schemas.microsoft.com/office/drawing/2014/main" id="{13DE4F4A-4CC8-41DB-9613-E76565390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2338" y="3608388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7" name="Line 45">
            <a:extLst>
              <a:ext uri="{FF2B5EF4-FFF2-40B4-BE49-F238E27FC236}">
                <a16:creationId xmlns:a16="http://schemas.microsoft.com/office/drawing/2014/main" id="{BFCDB6CF-EF99-4529-930C-E4E40FE92F0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812881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8" name="Line 46">
            <a:extLst>
              <a:ext uri="{FF2B5EF4-FFF2-40B4-BE49-F238E27FC236}">
                <a16:creationId xmlns:a16="http://schemas.microsoft.com/office/drawing/2014/main" id="{C352BE72-8488-495A-A40D-0835FBEE0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3063" y="3249613"/>
            <a:ext cx="5397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39" name="Line 47">
            <a:extLst>
              <a:ext uri="{FF2B5EF4-FFF2-40B4-BE49-F238E27FC236}">
                <a16:creationId xmlns:a16="http://schemas.microsoft.com/office/drawing/2014/main" id="{6EF90EFC-004E-48BD-90A3-179E402869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2588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40" name="Line 48">
            <a:extLst>
              <a:ext uri="{FF2B5EF4-FFF2-40B4-BE49-F238E27FC236}">
                <a16:creationId xmlns:a16="http://schemas.microsoft.com/office/drawing/2014/main" id="{F4E07F26-357E-45C5-A73F-154481069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2338" y="2889250"/>
            <a:ext cx="0" cy="10795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41" name="Line 49">
            <a:extLst>
              <a:ext uri="{FF2B5EF4-FFF2-40B4-BE49-F238E27FC236}">
                <a16:creationId xmlns:a16="http://schemas.microsoft.com/office/drawing/2014/main" id="{B4CCF31A-4C2C-4E82-8A49-111FEC6403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93063" y="2889250"/>
            <a:ext cx="0" cy="10795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42" name="Line 50">
            <a:extLst>
              <a:ext uri="{FF2B5EF4-FFF2-40B4-BE49-F238E27FC236}">
                <a16:creationId xmlns:a16="http://schemas.microsoft.com/office/drawing/2014/main" id="{61BC6382-C657-4BBE-B1DC-35D9852786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72450" y="2165350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43" name="Line 51">
            <a:extLst>
              <a:ext uri="{FF2B5EF4-FFF2-40B4-BE49-F238E27FC236}">
                <a16:creationId xmlns:a16="http://schemas.microsoft.com/office/drawing/2014/main" id="{95AA2940-086F-48DB-9648-A081F85A3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4083050"/>
            <a:ext cx="14398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44" name="AutoShape 52">
            <a:extLst>
              <a:ext uri="{FF2B5EF4-FFF2-40B4-BE49-F238E27FC236}">
                <a16:creationId xmlns:a16="http://schemas.microsoft.com/office/drawing/2014/main" id="{A94F0E89-B8BD-4606-B273-E46FD5B3A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188" y="4329113"/>
            <a:ext cx="1800225" cy="766762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may change</a:t>
            </a:r>
          </a:p>
        </p:txBody>
      </p:sp>
      <p:sp>
        <p:nvSpPr>
          <p:cNvPr id="776245" name="Line 53">
            <a:extLst>
              <a:ext uri="{FF2B5EF4-FFF2-40B4-BE49-F238E27FC236}">
                <a16:creationId xmlns:a16="http://schemas.microsoft.com/office/drawing/2014/main" id="{0D99BDCF-037D-4E77-81A9-42964230033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171657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6246" name="Line 54">
            <a:extLst>
              <a:ext uri="{FF2B5EF4-FFF2-40B4-BE49-F238E27FC236}">
                <a16:creationId xmlns:a16="http://schemas.microsoft.com/office/drawing/2014/main" id="{21B4358E-CB7B-4BAA-A1DB-FC51E53AC4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1838" y="2889250"/>
            <a:ext cx="179387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776248" name="Object 56">
            <a:extLst>
              <a:ext uri="{FF2B5EF4-FFF2-40B4-BE49-F238E27FC236}">
                <a16:creationId xmlns:a16="http://schemas.microsoft.com/office/drawing/2014/main" id="{1B2EC4F0-AE0A-460F-B778-E7458A271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325" y="1760538"/>
          <a:ext cx="4694238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43546" imgH="1013155" progId="Visio.Drawing.11">
                  <p:embed/>
                </p:oleObj>
              </mc:Choice>
              <mc:Fallback>
                <p:oleObj name="Visio" r:id="rId3" imgW="2343546" imgH="1013155" progId="Visio.Drawing.11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1760538"/>
                        <a:ext cx="4694238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7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7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7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7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7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7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7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7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7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7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7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7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7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7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7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7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221" grpId="0"/>
      <p:bldP spid="776223" grpId="0"/>
      <p:bldP spid="776231" grpId="0"/>
      <p:bldP spid="7762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C377BDEE-1FDD-4549-B99A-6F5411B3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05A5BE3E-E23F-421F-8C8F-A9AF410BD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121A-CDE0-4BC5-9680-A04C3962225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78242" name="Rectangle 2">
            <a:extLst>
              <a:ext uri="{FF2B5EF4-FFF2-40B4-BE49-F238E27FC236}">
                <a16:creationId xmlns:a16="http://schemas.microsoft.com/office/drawing/2014/main" id="{F95552C9-DFB7-411B-AA51-A9FC22FFC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</a:t>
            </a:r>
          </a:p>
        </p:txBody>
      </p:sp>
      <p:sp>
        <p:nvSpPr>
          <p:cNvPr id="778243" name="Rectangle 3">
            <a:extLst>
              <a:ext uri="{FF2B5EF4-FFF2-40B4-BE49-F238E27FC236}">
                <a16:creationId xmlns:a16="http://schemas.microsoft.com/office/drawing/2014/main" id="{775107EB-E25F-405A-A6C0-E2F67C575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2401888"/>
          </a:xfrm>
        </p:spPr>
        <p:txBody>
          <a:bodyPr/>
          <a:lstStyle/>
          <a:p>
            <a:r>
              <a:rPr lang="en-US" altLang="en-US"/>
              <a:t>Controlled latches are </a:t>
            </a:r>
            <a:r>
              <a:rPr lang="en-US" altLang="en-US">
                <a:solidFill>
                  <a:srgbClr val="D60093"/>
                </a:solidFill>
              </a:rPr>
              <a:t>level</a:t>
            </a:r>
            <a:r>
              <a:rPr lang="en-US" altLang="en-US"/>
              <a:t>-triggered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Flip-Flops are </a:t>
            </a:r>
            <a:r>
              <a:rPr lang="en-US" altLang="en-US">
                <a:solidFill>
                  <a:srgbClr val="D60093"/>
                </a:solidFill>
              </a:rPr>
              <a:t>edge</a:t>
            </a:r>
            <a:r>
              <a:rPr lang="en-US" altLang="en-US"/>
              <a:t>-triggered</a:t>
            </a:r>
          </a:p>
        </p:txBody>
      </p:sp>
      <p:grpSp>
        <p:nvGrpSpPr>
          <p:cNvPr id="778244" name="Group 4">
            <a:extLst>
              <a:ext uri="{FF2B5EF4-FFF2-40B4-BE49-F238E27FC236}">
                <a16:creationId xmlns:a16="http://schemas.microsoft.com/office/drawing/2014/main" id="{EE5AF60B-9366-4B82-B17D-7DF29EA679E2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2168525"/>
            <a:ext cx="2881313" cy="360363"/>
            <a:chOff x="1973" y="1479"/>
            <a:chExt cx="1815" cy="227"/>
          </a:xfrm>
        </p:grpSpPr>
        <p:sp>
          <p:nvSpPr>
            <p:cNvPr id="778245" name="Line 5">
              <a:extLst>
                <a:ext uri="{FF2B5EF4-FFF2-40B4-BE49-F238E27FC236}">
                  <a16:creationId xmlns:a16="http://schemas.microsoft.com/office/drawing/2014/main" id="{9B9174EA-F211-4AF5-BA59-22C7A0990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46" name="Line 6">
              <a:extLst>
                <a:ext uri="{FF2B5EF4-FFF2-40B4-BE49-F238E27FC236}">
                  <a16:creationId xmlns:a16="http://schemas.microsoft.com/office/drawing/2014/main" id="{072052EB-26D5-4E19-A94B-B54DC8BC88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313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47" name="Line 7">
              <a:extLst>
                <a:ext uri="{FF2B5EF4-FFF2-40B4-BE49-F238E27FC236}">
                  <a16:creationId xmlns:a16="http://schemas.microsoft.com/office/drawing/2014/main" id="{1DC01C10-A4AC-4DC6-ABE2-30945F35F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7" y="14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48" name="Line 8">
              <a:extLst>
                <a:ext uri="{FF2B5EF4-FFF2-40B4-BE49-F238E27FC236}">
                  <a16:creationId xmlns:a16="http://schemas.microsoft.com/office/drawing/2014/main" id="{2DC2BBBE-CDC7-415B-8AB7-85B696B459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540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49" name="Line 9">
              <a:extLst>
                <a:ext uri="{FF2B5EF4-FFF2-40B4-BE49-F238E27FC236}">
                  <a16:creationId xmlns:a16="http://schemas.microsoft.com/office/drawing/2014/main" id="{2F979019-09FA-4F88-9B81-99714CDBB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4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0" name="Line 10">
              <a:extLst>
                <a:ext uri="{FF2B5EF4-FFF2-40B4-BE49-F238E27FC236}">
                  <a16:creationId xmlns:a16="http://schemas.microsoft.com/office/drawing/2014/main" id="{6209BF01-8E03-435E-A79F-D9057D0567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767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1" name="Line 11">
              <a:extLst>
                <a:ext uri="{FF2B5EF4-FFF2-40B4-BE49-F238E27FC236}">
                  <a16:creationId xmlns:a16="http://schemas.microsoft.com/office/drawing/2014/main" id="{3B5CD222-71CA-447E-9CA1-CD8481377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1" y="14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2" name="Line 12">
              <a:extLst>
                <a:ext uri="{FF2B5EF4-FFF2-40B4-BE49-F238E27FC236}">
                  <a16:creationId xmlns:a16="http://schemas.microsoft.com/office/drawing/2014/main" id="{3C7F4C67-C1D8-4132-A451-A5C9E1C33E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94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3" name="Line 13">
              <a:extLst>
                <a:ext uri="{FF2B5EF4-FFF2-40B4-BE49-F238E27FC236}">
                  <a16:creationId xmlns:a16="http://schemas.microsoft.com/office/drawing/2014/main" id="{89B1B53C-5EBE-4DE9-9F46-FC36C65AD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4" name="Line 14">
              <a:extLst>
                <a:ext uri="{FF2B5EF4-FFF2-40B4-BE49-F238E27FC236}">
                  <a16:creationId xmlns:a16="http://schemas.microsoft.com/office/drawing/2014/main" id="{E9872145-CB12-4B98-B8F4-D7D5FA202F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221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5" name="Line 15">
              <a:extLst>
                <a:ext uri="{FF2B5EF4-FFF2-40B4-BE49-F238E27FC236}">
                  <a16:creationId xmlns:a16="http://schemas.microsoft.com/office/drawing/2014/main" id="{8BBC7BDB-EA40-4C43-A714-935F195C8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14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6" name="Line 16">
              <a:extLst>
                <a:ext uri="{FF2B5EF4-FFF2-40B4-BE49-F238E27FC236}">
                  <a16:creationId xmlns:a16="http://schemas.microsoft.com/office/drawing/2014/main" id="{8EE8A95B-633B-4428-A073-C025DF9D9C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448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7" name="Line 17">
              <a:extLst>
                <a:ext uri="{FF2B5EF4-FFF2-40B4-BE49-F238E27FC236}">
                  <a16:creationId xmlns:a16="http://schemas.microsoft.com/office/drawing/2014/main" id="{E16E0C9F-CED3-42FF-A9CB-4EAC53738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58" name="Rectangle 18">
              <a:extLst>
                <a:ext uri="{FF2B5EF4-FFF2-40B4-BE49-F238E27FC236}">
                  <a16:creationId xmlns:a16="http://schemas.microsoft.com/office/drawing/2014/main" id="{492E3042-DC70-45A8-86F7-24534E41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1479"/>
              <a:ext cx="128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778259" name="Line 19">
            <a:extLst>
              <a:ext uri="{FF2B5EF4-FFF2-40B4-BE49-F238E27FC236}">
                <a16:creationId xmlns:a16="http://schemas.microsoft.com/office/drawing/2014/main" id="{DB097D08-98BE-41E7-A72A-E58BBCFD15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2250" y="1628775"/>
            <a:ext cx="539750" cy="3603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8260" name="Line 20">
            <a:extLst>
              <a:ext uri="{FF2B5EF4-FFF2-40B4-BE49-F238E27FC236}">
                <a16:creationId xmlns:a16="http://schemas.microsoft.com/office/drawing/2014/main" id="{987E6259-6A11-4B6A-B2CC-AFD6AF2065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628775"/>
            <a:ext cx="179388" cy="3603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8261" name="Line 21">
            <a:extLst>
              <a:ext uri="{FF2B5EF4-FFF2-40B4-BE49-F238E27FC236}">
                <a16:creationId xmlns:a16="http://schemas.microsoft.com/office/drawing/2014/main" id="{E5A3550F-BF77-4435-B780-A9DE76088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628775"/>
            <a:ext cx="900113" cy="3603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8262" name="Line 22">
            <a:extLst>
              <a:ext uri="{FF2B5EF4-FFF2-40B4-BE49-F238E27FC236}">
                <a16:creationId xmlns:a16="http://schemas.microsoft.com/office/drawing/2014/main" id="{B0F7E9EE-A1CB-4B7E-9916-5B90C76F4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3238" y="1543050"/>
            <a:ext cx="64452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78263" name="Line 23">
            <a:extLst>
              <a:ext uri="{FF2B5EF4-FFF2-40B4-BE49-F238E27FC236}">
                <a16:creationId xmlns:a16="http://schemas.microsoft.com/office/drawing/2014/main" id="{BB30B3B2-635B-41B9-95B9-D999F1EE6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9438" y="3516313"/>
            <a:ext cx="64452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pSp>
        <p:nvGrpSpPr>
          <p:cNvPr id="778264" name="Group 24">
            <a:extLst>
              <a:ext uri="{FF2B5EF4-FFF2-40B4-BE49-F238E27FC236}">
                <a16:creationId xmlns:a16="http://schemas.microsoft.com/office/drawing/2014/main" id="{80F6A8D9-A88D-4E0F-9942-9B52E8C1E08E}"/>
              </a:ext>
            </a:extLst>
          </p:cNvPr>
          <p:cNvGrpSpPr>
            <a:grpSpLocks/>
          </p:cNvGrpSpPr>
          <p:nvPr/>
        </p:nvGrpSpPr>
        <p:grpSpPr bwMode="auto">
          <a:xfrm>
            <a:off x="2757488" y="3968750"/>
            <a:ext cx="5414962" cy="360363"/>
            <a:chOff x="1737" y="2500"/>
            <a:chExt cx="3411" cy="227"/>
          </a:xfrm>
        </p:grpSpPr>
        <p:sp>
          <p:nvSpPr>
            <p:cNvPr id="778265" name="Line 25">
              <a:extLst>
                <a:ext uri="{FF2B5EF4-FFF2-40B4-BE49-F238E27FC236}">
                  <a16:creationId xmlns:a16="http://schemas.microsoft.com/office/drawing/2014/main" id="{12054D41-7695-4686-A4E4-63FC1B3A9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9" y="272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66" name="Line 26">
              <a:extLst>
                <a:ext uri="{FF2B5EF4-FFF2-40B4-BE49-F238E27FC236}">
                  <a16:creationId xmlns:a16="http://schemas.microsoft.com/office/drawing/2014/main" id="{6CF555DF-0F6F-452F-A80E-3BC0B64016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312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67" name="Line 27">
              <a:extLst>
                <a:ext uri="{FF2B5EF4-FFF2-40B4-BE49-F238E27FC236}">
                  <a16:creationId xmlns:a16="http://schemas.microsoft.com/office/drawing/2014/main" id="{26E1BF8C-AA6B-4C1A-BA17-1E3962CE6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500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68" name="Line 28">
              <a:extLst>
                <a:ext uri="{FF2B5EF4-FFF2-40B4-BE49-F238E27FC236}">
                  <a16:creationId xmlns:a16="http://schemas.microsoft.com/office/drawing/2014/main" id="{9A5F69F0-7117-4CB2-B76B-2FE0297F85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539" y="261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69" name="Line 29">
              <a:extLst>
                <a:ext uri="{FF2B5EF4-FFF2-40B4-BE49-F238E27FC236}">
                  <a16:creationId xmlns:a16="http://schemas.microsoft.com/office/drawing/2014/main" id="{C8920556-E3DD-466E-B040-101D6166B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272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0" name="Line 30">
              <a:extLst>
                <a:ext uri="{FF2B5EF4-FFF2-40B4-BE49-F238E27FC236}">
                  <a16:creationId xmlns:a16="http://schemas.microsoft.com/office/drawing/2014/main" id="{53383874-6C40-4574-84B9-1F9520110E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766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1" name="Line 31">
              <a:extLst>
                <a:ext uri="{FF2B5EF4-FFF2-40B4-BE49-F238E27FC236}">
                  <a16:creationId xmlns:a16="http://schemas.microsoft.com/office/drawing/2014/main" id="{C782F07F-11C2-4D11-B9AC-F0892331C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00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2" name="Line 32">
              <a:extLst>
                <a:ext uri="{FF2B5EF4-FFF2-40B4-BE49-F238E27FC236}">
                  <a16:creationId xmlns:a16="http://schemas.microsoft.com/office/drawing/2014/main" id="{D1B1F4FD-D56F-4B15-997C-FBEDD91164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93" y="261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3" name="Line 33">
              <a:extLst>
                <a:ext uri="{FF2B5EF4-FFF2-40B4-BE49-F238E27FC236}">
                  <a16:creationId xmlns:a16="http://schemas.microsoft.com/office/drawing/2014/main" id="{E6CB179B-0279-492B-B13C-01E298890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72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4" name="Line 34">
              <a:extLst>
                <a:ext uri="{FF2B5EF4-FFF2-40B4-BE49-F238E27FC236}">
                  <a16:creationId xmlns:a16="http://schemas.microsoft.com/office/drawing/2014/main" id="{20F94228-0664-4927-AE99-7AAAFC7482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220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5" name="Line 35">
              <a:extLst>
                <a:ext uri="{FF2B5EF4-FFF2-40B4-BE49-F238E27FC236}">
                  <a16:creationId xmlns:a16="http://schemas.microsoft.com/office/drawing/2014/main" id="{83256B02-8E20-4195-B6F3-92141EEAB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2500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6" name="Line 36">
              <a:extLst>
                <a:ext uri="{FF2B5EF4-FFF2-40B4-BE49-F238E27FC236}">
                  <a16:creationId xmlns:a16="http://schemas.microsoft.com/office/drawing/2014/main" id="{7128C077-D412-42E1-9F69-1E638F3505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447" y="261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7" name="Line 37">
              <a:extLst>
                <a:ext uri="{FF2B5EF4-FFF2-40B4-BE49-F238E27FC236}">
                  <a16:creationId xmlns:a16="http://schemas.microsoft.com/office/drawing/2014/main" id="{5CAED34C-578A-4ED4-AD38-CAB58184C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72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78" name="Rectangle 38">
              <a:extLst>
                <a:ext uri="{FF2B5EF4-FFF2-40B4-BE49-F238E27FC236}">
                  <a16:creationId xmlns:a16="http://schemas.microsoft.com/office/drawing/2014/main" id="{809C1649-7C19-4011-9839-BCF329BBF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2500"/>
              <a:ext cx="373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778279" name="Rectangle 39">
              <a:extLst>
                <a:ext uri="{FF2B5EF4-FFF2-40B4-BE49-F238E27FC236}">
                  <a16:creationId xmlns:a16="http://schemas.microsoft.com/office/drawing/2014/main" id="{FA57DBFD-3693-4D4C-862A-39D0A48DD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500"/>
              <a:ext cx="1134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Positive Edge</a:t>
              </a:r>
            </a:p>
          </p:txBody>
        </p:sp>
      </p:grpSp>
      <p:grpSp>
        <p:nvGrpSpPr>
          <p:cNvPr id="778280" name="Group 40">
            <a:extLst>
              <a:ext uri="{FF2B5EF4-FFF2-40B4-BE49-F238E27FC236}">
                <a16:creationId xmlns:a16="http://schemas.microsoft.com/office/drawing/2014/main" id="{950914C8-C560-4103-B8B1-547EF111C3D6}"/>
              </a:ext>
            </a:extLst>
          </p:cNvPr>
          <p:cNvGrpSpPr>
            <a:grpSpLocks/>
          </p:cNvGrpSpPr>
          <p:nvPr/>
        </p:nvGrpSpPr>
        <p:grpSpPr bwMode="auto">
          <a:xfrm>
            <a:off x="2757488" y="4868863"/>
            <a:ext cx="5424487" cy="360362"/>
            <a:chOff x="1737" y="3067"/>
            <a:chExt cx="3417" cy="227"/>
          </a:xfrm>
        </p:grpSpPr>
        <p:sp>
          <p:nvSpPr>
            <p:cNvPr id="778281" name="Line 41">
              <a:extLst>
                <a:ext uri="{FF2B5EF4-FFF2-40B4-BE49-F238E27FC236}">
                  <a16:creationId xmlns:a16="http://schemas.microsoft.com/office/drawing/2014/main" id="{2D4D988B-6122-4F8E-921E-B01DE7CF1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9" y="329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82" name="Line 42">
              <a:extLst>
                <a:ext uri="{FF2B5EF4-FFF2-40B4-BE49-F238E27FC236}">
                  <a16:creationId xmlns:a16="http://schemas.microsoft.com/office/drawing/2014/main" id="{E19D8E44-FC4F-4B0D-B6C4-0C7D7B9319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312" y="318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83" name="Line 43">
              <a:extLst>
                <a:ext uri="{FF2B5EF4-FFF2-40B4-BE49-F238E27FC236}">
                  <a16:creationId xmlns:a16="http://schemas.microsoft.com/office/drawing/2014/main" id="{7BC75AF3-AA93-4E9F-8F2F-6047F25F6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306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84" name="Line 44">
              <a:extLst>
                <a:ext uri="{FF2B5EF4-FFF2-40B4-BE49-F238E27FC236}">
                  <a16:creationId xmlns:a16="http://schemas.microsoft.com/office/drawing/2014/main" id="{BA99F997-F3EC-4BD4-9791-033546727B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539" y="318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85" name="Line 45">
              <a:extLst>
                <a:ext uri="{FF2B5EF4-FFF2-40B4-BE49-F238E27FC236}">
                  <a16:creationId xmlns:a16="http://schemas.microsoft.com/office/drawing/2014/main" id="{1D26784F-9596-4155-AB39-5C431970C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329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86" name="Line 46">
              <a:extLst>
                <a:ext uri="{FF2B5EF4-FFF2-40B4-BE49-F238E27FC236}">
                  <a16:creationId xmlns:a16="http://schemas.microsoft.com/office/drawing/2014/main" id="{B3D9C093-EAAC-4555-B60A-85CC1A366B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766" y="318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87" name="Line 47">
              <a:extLst>
                <a:ext uri="{FF2B5EF4-FFF2-40B4-BE49-F238E27FC236}">
                  <a16:creationId xmlns:a16="http://schemas.microsoft.com/office/drawing/2014/main" id="{46069306-322E-4905-A9BC-DBBB826FE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06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88" name="Line 48">
              <a:extLst>
                <a:ext uri="{FF2B5EF4-FFF2-40B4-BE49-F238E27FC236}">
                  <a16:creationId xmlns:a16="http://schemas.microsoft.com/office/drawing/2014/main" id="{52DEF0D1-018D-4D2F-B302-FD985B8E46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993" y="318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89" name="Line 49">
              <a:extLst>
                <a:ext uri="{FF2B5EF4-FFF2-40B4-BE49-F238E27FC236}">
                  <a16:creationId xmlns:a16="http://schemas.microsoft.com/office/drawing/2014/main" id="{4562C27B-A3BB-484C-9ACA-9268CF0DC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329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90" name="Line 50">
              <a:extLst>
                <a:ext uri="{FF2B5EF4-FFF2-40B4-BE49-F238E27FC236}">
                  <a16:creationId xmlns:a16="http://schemas.microsoft.com/office/drawing/2014/main" id="{A0EBA014-F789-450E-856E-355B5E3C9B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220" y="318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91" name="Line 51">
              <a:extLst>
                <a:ext uri="{FF2B5EF4-FFF2-40B4-BE49-F238E27FC236}">
                  <a16:creationId xmlns:a16="http://schemas.microsoft.com/office/drawing/2014/main" id="{7129FA59-573F-480B-8B34-1A4504CF2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306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92" name="Line 52">
              <a:extLst>
                <a:ext uri="{FF2B5EF4-FFF2-40B4-BE49-F238E27FC236}">
                  <a16:creationId xmlns:a16="http://schemas.microsoft.com/office/drawing/2014/main" id="{16C9B417-F9F4-4073-80B4-EB3C9A7815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447" y="318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93" name="Line 53">
              <a:extLst>
                <a:ext uri="{FF2B5EF4-FFF2-40B4-BE49-F238E27FC236}">
                  <a16:creationId xmlns:a16="http://schemas.microsoft.com/office/drawing/2014/main" id="{CB81B5F4-431E-4900-8A8E-BB91823EC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329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78294" name="Rectangle 54">
              <a:extLst>
                <a:ext uri="{FF2B5EF4-FFF2-40B4-BE49-F238E27FC236}">
                  <a16:creationId xmlns:a16="http://schemas.microsoft.com/office/drawing/2014/main" id="{449FBA74-34B4-44A6-83A7-8D10C3E01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3067"/>
              <a:ext cx="373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778295" name="Rectangle 55">
              <a:extLst>
                <a:ext uri="{FF2B5EF4-FFF2-40B4-BE49-F238E27FC236}">
                  <a16:creationId xmlns:a16="http://schemas.microsoft.com/office/drawing/2014/main" id="{A4E72C7B-F582-4FF0-8DE1-BCB67B7F8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9" y="3067"/>
              <a:ext cx="1145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Negative Edge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7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7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7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7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7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7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7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5BE88-767B-432E-B7BE-B40CFC1D6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188913"/>
            <a:ext cx="7921625" cy="479747"/>
          </a:xfrm>
        </p:spPr>
        <p:txBody>
          <a:bodyPr/>
          <a:lstStyle/>
          <a:p>
            <a:r>
              <a:rPr lang="en-US" dirty="0"/>
              <a:t>Issue with latch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27E2F-4CE7-4BF9-8ABC-71F251050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CD0F4-14CC-4FCD-81E0-3863432C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D0CD3-33BB-4572-80A1-089F7D0A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28991-4559-4AF2-855C-AF330ADA2ED1}" type="slidenum">
              <a:rPr lang="en-US" altLang="en-US" smtClean="0"/>
              <a:pPr/>
              <a:t>16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D0CB41-4AA9-4C30-AB4B-4847AA25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13" y="2270732"/>
            <a:ext cx="7933749" cy="155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42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EA98-2EDF-4105-8BEE-269D7769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833CF-318D-487A-A8FC-F64DC38C8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089025"/>
            <a:ext cx="8280400" cy="5037276"/>
          </a:xfrm>
        </p:spPr>
        <p:txBody>
          <a:bodyPr/>
          <a:lstStyle/>
          <a:p>
            <a:r>
              <a:rPr lang="en-US" sz="1800" dirty="0"/>
              <a:t>Note that the problem with the latch is that it is transparent: As soon as an input changes, shortly thereafter the corresponding output changes to match it. This transparency is what allows a change on a latch output to produce additional changes at other latch outputs while the clock pulse is at logic 1. The key to the proper operation of flip-flops is to prevent them from being transparent. In a flipflop, before an output can change, the path from its inputs to its outputs is broken. </a:t>
            </a:r>
            <a:r>
              <a:rPr lang="en-US" sz="1800"/>
              <a:t>So,</a:t>
            </a:r>
            <a:r>
              <a:rPr lang="en-US" sz="1800" dirty="0"/>
              <a:t> </a:t>
            </a:r>
            <a:r>
              <a:rPr lang="en-US" sz="1800"/>
              <a:t>a </a:t>
            </a:r>
            <a:r>
              <a:rPr lang="en-US" sz="1800" dirty="0"/>
              <a:t>flip-flop cannot “see” the change of its output or of the outputs of other, similar flip-flops at its input during the same clock pulse. Thus, the new state of a flip-flop depends only on the immediately preceding state, and the flip-flops do not go through multiple changes of state. There are two ways that latches are combined to form a flip-flop. One way is to combine two latches such that (1) the inputs presented to the flip-flop when a clock pulse is present control its state and (2) the state of the flip-flop changes only when a clock pulse is not present. Such a circuit is called a master–slave flipflop. Another way is to produce a flip-flop that triggers only during a signal transition from 0 to 1 (or from 1 to 0) on the clock and that is disabled at all other times, including for the duration of the clock pulse. Such a circuit is said to be an edge-triggered flip-flop.</a:t>
            </a:r>
            <a:endParaRPr lang="en-PK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C871F-82F4-4A40-B3D2-41E8CDDF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35CAE-781E-483F-A153-228B22EB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28991-4559-4AF2-855C-AF330ADA2ED1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455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7D9C-A0AB-42DD-BFD6-1C569E3DB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188913"/>
            <a:ext cx="7921625" cy="479747"/>
          </a:xfrm>
        </p:spPr>
        <p:txBody>
          <a:bodyPr/>
          <a:lstStyle/>
          <a:p>
            <a:r>
              <a:rPr lang="en-US" dirty="0"/>
              <a:t>1s catching problem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264DA-8AB7-45D2-8B54-00859033D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5EEE0-0ACE-4160-9616-7396EB90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A5F41-3634-4A22-92B0-89D17159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28991-4559-4AF2-855C-AF330ADA2ED1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4DB76-E7C0-4919-AC16-DF49494DC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684" y="1024681"/>
            <a:ext cx="5100031" cy="543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49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52E9319B-BECE-4B9D-9359-5EC87657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3F51C0F8-64AF-4B31-BA7E-ADF79C7B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8AFF-E1E1-4541-930F-81E8FB6A2FE8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80290" name="Rectangle 2">
            <a:extLst>
              <a:ext uri="{FF2B5EF4-FFF2-40B4-BE49-F238E27FC236}">
                <a16:creationId xmlns:a16="http://schemas.microsoft.com/office/drawing/2014/main" id="{626AEA95-9663-497C-A777-A1825A8DD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</a:t>
            </a:r>
          </a:p>
        </p:txBody>
      </p:sp>
      <p:sp>
        <p:nvSpPr>
          <p:cNvPr id="780291" name="Rectangle 3">
            <a:extLst>
              <a:ext uri="{FF2B5EF4-FFF2-40B4-BE49-F238E27FC236}">
                <a16:creationId xmlns:a16="http://schemas.microsoft.com/office/drawing/2014/main" id="{B49D2206-813E-4365-919E-F71BC0D44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Master-Slave </a:t>
            </a:r>
            <a:r>
              <a:rPr lang="en-US" altLang="en-US" i="1"/>
              <a:t>D</a:t>
            </a:r>
            <a:r>
              <a:rPr lang="en-US" altLang="en-US"/>
              <a:t> Flip-Flop</a:t>
            </a:r>
          </a:p>
        </p:txBody>
      </p:sp>
      <p:grpSp>
        <p:nvGrpSpPr>
          <p:cNvPr id="780292" name="Group 4">
            <a:extLst>
              <a:ext uri="{FF2B5EF4-FFF2-40B4-BE49-F238E27FC236}">
                <a16:creationId xmlns:a16="http://schemas.microsoft.com/office/drawing/2014/main" id="{7D87BEEF-2F7D-46ED-8B9E-07972BC544EC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1668463"/>
            <a:ext cx="7742238" cy="2481262"/>
            <a:chOff x="385" y="1253"/>
            <a:chExt cx="4877" cy="1563"/>
          </a:xfrm>
        </p:grpSpPr>
        <p:sp>
          <p:nvSpPr>
            <p:cNvPr id="780293" name="Line 5">
              <a:extLst>
                <a:ext uri="{FF2B5EF4-FFF2-40B4-BE49-F238E27FC236}">
                  <a16:creationId xmlns:a16="http://schemas.microsoft.com/office/drawing/2014/main" id="{6A93AD15-54A9-48BA-AAC5-7EA0EC416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1480"/>
              <a:ext cx="45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0294" name="Group 6">
              <a:extLst>
                <a:ext uri="{FF2B5EF4-FFF2-40B4-BE49-F238E27FC236}">
                  <a16:creationId xmlns:a16="http://schemas.microsoft.com/office/drawing/2014/main" id="{26EB3BF6-4A80-483D-A6FF-608849A085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2" y="1253"/>
              <a:ext cx="1475" cy="907"/>
              <a:chOff x="1292" y="1253"/>
              <a:chExt cx="1475" cy="907"/>
            </a:xfrm>
          </p:grpSpPr>
          <p:sp>
            <p:nvSpPr>
              <p:cNvPr id="780295" name="AutoShape 7">
                <a:extLst>
                  <a:ext uri="{FF2B5EF4-FFF2-40B4-BE49-F238E27FC236}">
                    <a16:creationId xmlns:a16="http://schemas.microsoft.com/office/drawing/2014/main" id="{3A09A813-DB86-4D19-A422-6AE064C91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" y="1253"/>
                <a:ext cx="1475" cy="907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 i="1"/>
                  <a:t>D</a:t>
                </a:r>
                <a:r>
                  <a:rPr lang="en-US" altLang="en-US" sz="2400" b="1"/>
                  <a:t> Latch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/>
                  <a:t>(</a:t>
                </a:r>
                <a:r>
                  <a:rPr lang="en-US" altLang="en-US" sz="2400" b="1">
                    <a:solidFill>
                      <a:schemeClr val="accent1"/>
                    </a:solidFill>
                  </a:rPr>
                  <a:t>Master</a:t>
                </a:r>
                <a:r>
                  <a:rPr lang="en-US" altLang="en-US" sz="2400" b="1"/>
                  <a:t>)</a:t>
                </a:r>
              </a:p>
            </p:txBody>
          </p:sp>
          <p:sp>
            <p:nvSpPr>
              <p:cNvPr id="780296" name="Rectangle 8">
                <a:extLst>
                  <a:ext uri="{FF2B5EF4-FFF2-40B4-BE49-F238E27FC236}">
                    <a16:creationId xmlns:a16="http://schemas.microsoft.com/office/drawing/2014/main" id="{6DF850D9-CED2-4796-8F56-2922442FA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" y="1366"/>
                <a:ext cx="227" cy="6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 i="1">
                    <a:solidFill>
                      <a:srgbClr val="008000"/>
                    </a:solidFill>
                  </a:rPr>
                  <a:t>D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en-US" sz="2400" b="1" i="1">
                  <a:solidFill>
                    <a:srgbClr val="008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 i="1">
                    <a:solidFill>
                      <a:srgbClr val="008000"/>
                    </a:solidFill>
                  </a:rPr>
                  <a:t>C</a:t>
                </a:r>
              </a:p>
            </p:txBody>
          </p:sp>
          <p:sp>
            <p:nvSpPr>
              <p:cNvPr id="780297" name="Rectangle 9">
                <a:extLst>
                  <a:ext uri="{FF2B5EF4-FFF2-40B4-BE49-F238E27FC236}">
                    <a16:creationId xmlns:a16="http://schemas.microsoft.com/office/drawing/2014/main" id="{330217E5-C7B7-4717-928E-B9D52E3DF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" y="1366"/>
                <a:ext cx="227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 i="1">
                    <a:solidFill>
                      <a:srgbClr val="008000"/>
                    </a:solidFill>
                  </a:rPr>
                  <a:t>Q</a:t>
                </a:r>
              </a:p>
            </p:txBody>
          </p:sp>
        </p:grpSp>
        <p:grpSp>
          <p:nvGrpSpPr>
            <p:cNvPr id="780298" name="Group 10">
              <a:extLst>
                <a:ext uri="{FF2B5EF4-FFF2-40B4-BE49-F238E27FC236}">
                  <a16:creationId xmlns:a16="http://schemas.microsoft.com/office/drawing/2014/main" id="{B3291302-608F-4D4C-8C5C-C84B6EF4F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1253"/>
              <a:ext cx="1475" cy="907"/>
              <a:chOff x="3220" y="1253"/>
              <a:chExt cx="1475" cy="907"/>
            </a:xfrm>
          </p:grpSpPr>
          <p:sp>
            <p:nvSpPr>
              <p:cNvPr id="780299" name="AutoShape 11">
                <a:extLst>
                  <a:ext uri="{FF2B5EF4-FFF2-40B4-BE49-F238E27FC236}">
                    <a16:creationId xmlns:a16="http://schemas.microsoft.com/office/drawing/2014/main" id="{49C57E45-4F79-41DA-A1F4-6F9496A46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0" y="1253"/>
                <a:ext cx="1475" cy="907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 i="1"/>
                  <a:t>D</a:t>
                </a:r>
                <a:r>
                  <a:rPr lang="en-US" altLang="en-US" sz="2400" b="1"/>
                  <a:t> Latch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/>
                  <a:t>(</a:t>
                </a:r>
                <a:r>
                  <a:rPr lang="en-US" altLang="en-US" sz="2400" b="1">
                    <a:solidFill>
                      <a:srgbClr val="D60093"/>
                    </a:solidFill>
                  </a:rPr>
                  <a:t>Slave</a:t>
                </a:r>
                <a:r>
                  <a:rPr lang="en-US" altLang="en-US" sz="2400" b="1"/>
                  <a:t>)</a:t>
                </a:r>
              </a:p>
            </p:txBody>
          </p:sp>
          <p:sp>
            <p:nvSpPr>
              <p:cNvPr id="780300" name="Rectangle 12">
                <a:extLst>
                  <a:ext uri="{FF2B5EF4-FFF2-40B4-BE49-F238E27FC236}">
                    <a16:creationId xmlns:a16="http://schemas.microsoft.com/office/drawing/2014/main" id="{DBD33EE7-BC70-46CD-B9E8-FF3FE2DDF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0" y="1366"/>
                <a:ext cx="227" cy="6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 i="1">
                    <a:solidFill>
                      <a:srgbClr val="008000"/>
                    </a:solidFill>
                  </a:rPr>
                  <a:t>D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en-US" sz="2400" b="1" i="1">
                  <a:solidFill>
                    <a:srgbClr val="008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 i="1">
                    <a:solidFill>
                      <a:srgbClr val="008000"/>
                    </a:solidFill>
                  </a:rPr>
                  <a:t>C</a:t>
                </a:r>
              </a:p>
            </p:txBody>
          </p:sp>
          <p:sp>
            <p:nvSpPr>
              <p:cNvPr id="780301" name="Rectangle 13">
                <a:extLst>
                  <a:ext uri="{FF2B5EF4-FFF2-40B4-BE49-F238E27FC236}">
                    <a16:creationId xmlns:a16="http://schemas.microsoft.com/office/drawing/2014/main" id="{4DD670D1-1F47-4732-96F1-1F8EA4F7F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8" y="1366"/>
                <a:ext cx="227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400" b="1" i="1">
                    <a:solidFill>
                      <a:srgbClr val="008000"/>
                    </a:solidFill>
                  </a:rPr>
                  <a:t>Q</a:t>
                </a:r>
              </a:p>
            </p:txBody>
          </p:sp>
        </p:grpSp>
        <p:sp>
          <p:nvSpPr>
            <p:cNvPr id="780302" name="Line 14">
              <a:extLst>
                <a:ext uri="{FF2B5EF4-FFF2-40B4-BE49-F238E27FC236}">
                  <a16:creationId xmlns:a16="http://schemas.microsoft.com/office/drawing/2014/main" id="{9044B091-3352-4479-ACA9-CF168A8F0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1480"/>
              <a:ext cx="45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03" name="Line 15">
              <a:extLst>
                <a:ext uri="{FF2B5EF4-FFF2-40B4-BE49-F238E27FC236}">
                  <a16:creationId xmlns:a16="http://schemas.microsoft.com/office/drawing/2014/main" id="{771D566E-7D13-4BB4-8E22-BC6ABD7F2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04" name="Rectangle 16">
              <a:extLst>
                <a:ext uri="{FF2B5EF4-FFF2-40B4-BE49-F238E27FC236}">
                  <a16:creationId xmlns:a16="http://schemas.microsoft.com/office/drawing/2014/main" id="{BD727894-5504-4FB3-B1DC-2FDEAD943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5" y="1366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400" b="1" i="1">
                  <a:solidFill>
                    <a:schemeClr val="accent2"/>
                  </a:solidFill>
                </a:rPr>
                <a:t>Q</a:t>
              </a:r>
            </a:p>
          </p:txBody>
        </p:sp>
        <p:sp>
          <p:nvSpPr>
            <p:cNvPr id="780305" name="Rectangle 17">
              <a:extLst>
                <a:ext uri="{FF2B5EF4-FFF2-40B4-BE49-F238E27FC236}">
                  <a16:creationId xmlns:a16="http://schemas.microsoft.com/office/drawing/2014/main" id="{54ABCB1E-4528-46FA-84D6-FEEB8A7A2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366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400" b="1" i="1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780306" name="Rectangle 18">
              <a:extLst>
                <a:ext uri="{FF2B5EF4-FFF2-40B4-BE49-F238E27FC236}">
                  <a16:creationId xmlns:a16="http://schemas.microsoft.com/office/drawing/2014/main" id="{3408F090-F7C9-4D7F-8349-41DB9ECDE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460"/>
              <a:ext cx="454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780307" name="Line 19">
              <a:extLst>
                <a:ext uri="{FF2B5EF4-FFF2-40B4-BE49-F238E27FC236}">
                  <a16:creationId xmlns:a16="http://schemas.microsoft.com/office/drawing/2014/main" id="{8A145D02-29FA-442D-B23F-841F1821E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614"/>
              <a:ext cx="147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08" name="Line 20">
              <a:extLst>
                <a:ext uri="{FF2B5EF4-FFF2-40B4-BE49-F238E27FC236}">
                  <a16:creationId xmlns:a16="http://schemas.microsoft.com/office/drawing/2014/main" id="{0949EDE0-D402-4504-90BC-110D96222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2614"/>
              <a:ext cx="3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09" name="Line 21">
              <a:extLst>
                <a:ext uri="{FF2B5EF4-FFF2-40B4-BE49-F238E27FC236}">
                  <a16:creationId xmlns:a16="http://schemas.microsoft.com/office/drawing/2014/main" id="{D0CF4763-A797-4306-A2DE-AE47340C4D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652" y="2274"/>
              <a:ext cx="68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10" name="Line 22">
              <a:extLst>
                <a:ext uri="{FF2B5EF4-FFF2-40B4-BE49-F238E27FC236}">
                  <a16:creationId xmlns:a16="http://schemas.microsoft.com/office/drawing/2014/main" id="{829C3AAD-A9B5-4F6E-BABB-8D13AAB1F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3" y="1933"/>
              <a:ext cx="2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11" name="Line 23">
              <a:extLst>
                <a:ext uri="{FF2B5EF4-FFF2-40B4-BE49-F238E27FC236}">
                  <a16:creationId xmlns:a16="http://schemas.microsoft.com/office/drawing/2014/main" id="{6D37011C-BD71-4E1B-852D-54A7F40B58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25" y="2274"/>
              <a:ext cx="68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12" name="Line 24">
              <a:extLst>
                <a:ext uri="{FF2B5EF4-FFF2-40B4-BE49-F238E27FC236}">
                  <a16:creationId xmlns:a16="http://schemas.microsoft.com/office/drawing/2014/main" id="{4C804493-EB85-479B-A440-D48BBB91C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933"/>
              <a:ext cx="2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780313" name="Object 25">
              <a:extLst>
                <a:ext uri="{FF2B5EF4-FFF2-40B4-BE49-F238E27FC236}">
                  <a16:creationId xmlns:a16="http://schemas.microsoft.com/office/drawing/2014/main" id="{313A30B1-98EE-4A36-9419-88AEAF2E0D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7" y="2411"/>
            <a:ext cx="454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250911" imgH="223845" progId="Visio.Drawing.11">
                    <p:embed/>
                  </p:oleObj>
                </mc:Choice>
                <mc:Fallback>
                  <p:oleObj name="Visio" r:id="rId3" imgW="250911" imgH="223845" progId="Visio.Drawing.11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7" y="2411"/>
                          <a:ext cx="454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0314" name="Rectangle 26">
            <a:extLst>
              <a:ext uri="{FF2B5EF4-FFF2-40B4-BE49-F238E27FC236}">
                <a16:creationId xmlns:a16="http://schemas.microsoft.com/office/drawing/2014/main" id="{8CE99419-97CC-4EEC-B6F5-D17D12D50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3789363"/>
            <a:ext cx="592138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</a:p>
        </p:txBody>
      </p:sp>
      <p:sp>
        <p:nvSpPr>
          <p:cNvPr id="780315" name="Rectangle 27">
            <a:extLst>
              <a:ext uri="{FF2B5EF4-FFF2-40B4-BE49-F238E27FC236}">
                <a16:creationId xmlns:a16="http://schemas.microsoft.com/office/drawing/2014/main" id="{FE4D3913-3F8A-43E3-9F5B-B098144D3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4510088"/>
            <a:ext cx="2206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80316" name="Rectangle 28">
            <a:extLst>
              <a:ext uri="{FF2B5EF4-FFF2-40B4-BE49-F238E27FC236}">
                <a16:creationId xmlns:a16="http://schemas.microsoft.com/office/drawing/2014/main" id="{5D03C371-14A6-4BD5-B1B8-FA8EF9B47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229225"/>
            <a:ext cx="93980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</a:p>
        </p:txBody>
      </p:sp>
      <p:sp>
        <p:nvSpPr>
          <p:cNvPr id="780317" name="Line 29">
            <a:extLst>
              <a:ext uri="{FF2B5EF4-FFF2-40B4-BE49-F238E27FC236}">
                <a16:creationId xmlns:a16="http://schemas.microsoft.com/office/drawing/2014/main" id="{465FF58D-28D4-4662-8F49-70E72B69D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113" y="5589588"/>
            <a:ext cx="3603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18" name="Line 30">
            <a:extLst>
              <a:ext uri="{FF2B5EF4-FFF2-40B4-BE49-F238E27FC236}">
                <a16:creationId xmlns:a16="http://schemas.microsoft.com/office/drawing/2014/main" id="{62019730-CF77-40C3-AB83-E21C6FBD096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652293" y="54094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19" name="Line 31">
            <a:extLst>
              <a:ext uri="{FF2B5EF4-FFF2-40B4-BE49-F238E27FC236}">
                <a16:creationId xmlns:a16="http://schemas.microsoft.com/office/drawing/2014/main" id="{294EBB1C-82E3-4243-9AAE-790E52C30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2475" y="5230813"/>
            <a:ext cx="5397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20" name="Line 32">
            <a:extLst>
              <a:ext uri="{FF2B5EF4-FFF2-40B4-BE49-F238E27FC236}">
                <a16:creationId xmlns:a16="http://schemas.microsoft.com/office/drawing/2014/main" id="{A06F6706-DE88-4F73-84C2-8F9658890DAC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192043" y="5418932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21" name="Line 33">
            <a:extLst>
              <a:ext uri="{FF2B5EF4-FFF2-40B4-BE49-F238E27FC236}">
                <a16:creationId xmlns:a16="http://schemas.microsoft.com/office/drawing/2014/main" id="{3F3C1ABA-F419-489E-B103-48ABB6B2B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5589588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22" name="Line 34">
            <a:extLst>
              <a:ext uri="{FF2B5EF4-FFF2-40B4-BE49-F238E27FC236}">
                <a16:creationId xmlns:a16="http://schemas.microsoft.com/office/drawing/2014/main" id="{FBED998E-2EB8-492F-9D86-129E4194A85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912768" y="54094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23" name="Line 35">
            <a:extLst>
              <a:ext uri="{FF2B5EF4-FFF2-40B4-BE49-F238E27FC236}">
                <a16:creationId xmlns:a16="http://schemas.microsoft.com/office/drawing/2014/main" id="{4182C72F-BE9E-4848-9DEA-3CD960F899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2950" y="5229225"/>
            <a:ext cx="1620838" cy="158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24" name="Line 36">
            <a:extLst>
              <a:ext uri="{FF2B5EF4-FFF2-40B4-BE49-F238E27FC236}">
                <a16:creationId xmlns:a16="http://schemas.microsoft.com/office/drawing/2014/main" id="{142C5D0E-2F36-4C87-B60D-18EB955508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2475" y="4149725"/>
            <a:ext cx="0" cy="2170113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25" name="Line 37">
            <a:extLst>
              <a:ext uri="{FF2B5EF4-FFF2-40B4-BE49-F238E27FC236}">
                <a16:creationId xmlns:a16="http://schemas.microsoft.com/office/drawing/2014/main" id="{F35CA6A3-8702-4174-BD73-3FA87E0545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2225" y="4868863"/>
            <a:ext cx="0" cy="1439862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26" name="Line 38">
            <a:extLst>
              <a:ext uri="{FF2B5EF4-FFF2-40B4-BE49-F238E27FC236}">
                <a16:creationId xmlns:a16="http://schemas.microsoft.com/office/drawing/2014/main" id="{2906AC4F-16C2-4BF5-BA8C-69453D694B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2950" y="4868863"/>
            <a:ext cx="0" cy="1439862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27" name="Line 39">
            <a:extLst>
              <a:ext uri="{FF2B5EF4-FFF2-40B4-BE49-F238E27FC236}">
                <a16:creationId xmlns:a16="http://schemas.microsoft.com/office/drawing/2014/main" id="{EF96FE97-F75E-4964-B566-8928BC1AEE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2338" y="4149725"/>
            <a:ext cx="0" cy="21590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pSp>
        <p:nvGrpSpPr>
          <p:cNvPr id="780328" name="Group 40">
            <a:extLst>
              <a:ext uri="{FF2B5EF4-FFF2-40B4-BE49-F238E27FC236}">
                <a16:creationId xmlns:a16="http://schemas.microsoft.com/office/drawing/2014/main" id="{7AFDAF6B-2FD8-43AB-B350-7F7782025D75}"/>
              </a:ext>
            </a:extLst>
          </p:cNvPr>
          <p:cNvGrpSpPr>
            <a:grpSpLocks/>
          </p:cNvGrpSpPr>
          <p:nvPr/>
        </p:nvGrpSpPr>
        <p:grpSpPr bwMode="auto">
          <a:xfrm>
            <a:off x="5472113" y="3789363"/>
            <a:ext cx="3240087" cy="369887"/>
            <a:chOff x="3447" y="2387"/>
            <a:chExt cx="2041" cy="233"/>
          </a:xfrm>
        </p:grpSpPr>
        <p:sp>
          <p:nvSpPr>
            <p:cNvPr id="780329" name="Line 41">
              <a:extLst>
                <a:ext uri="{FF2B5EF4-FFF2-40B4-BE49-F238E27FC236}">
                  <a16:creationId xmlns:a16="http://schemas.microsoft.com/office/drawing/2014/main" id="{44040DD3-079F-4A7B-8715-69431BE4D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30" name="Line 42">
              <a:extLst>
                <a:ext uri="{FF2B5EF4-FFF2-40B4-BE49-F238E27FC236}">
                  <a16:creationId xmlns:a16="http://schemas.microsoft.com/office/drawing/2014/main" id="{25584F12-9883-4F39-85DF-E022A93C46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60" y="250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31" name="Line 43">
              <a:extLst>
                <a:ext uri="{FF2B5EF4-FFF2-40B4-BE49-F238E27FC236}">
                  <a16:creationId xmlns:a16="http://schemas.microsoft.com/office/drawing/2014/main" id="{D06B2024-0AA8-438A-A724-8F6F930B7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2387"/>
              <a:ext cx="90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32" name="Line 44">
              <a:extLst>
                <a:ext uri="{FF2B5EF4-FFF2-40B4-BE49-F238E27FC236}">
                  <a16:creationId xmlns:a16="http://schemas.microsoft.com/office/drawing/2014/main" id="{1F316A12-3363-412F-89FC-E04930DB43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67" y="250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33" name="Line 45">
              <a:extLst>
                <a:ext uri="{FF2B5EF4-FFF2-40B4-BE49-F238E27FC236}">
                  <a16:creationId xmlns:a16="http://schemas.microsoft.com/office/drawing/2014/main" id="{09D8897B-CC30-4533-B399-73F3DA462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2620"/>
              <a:ext cx="90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34" name="Line 46">
              <a:extLst>
                <a:ext uri="{FF2B5EF4-FFF2-40B4-BE49-F238E27FC236}">
                  <a16:creationId xmlns:a16="http://schemas.microsoft.com/office/drawing/2014/main" id="{48517A2F-91AD-40B5-AE08-0CEACA08F9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374" y="250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80335" name="Group 47">
            <a:extLst>
              <a:ext uri="{FF2B5EF4-FFF2-40B4-BE49-F238E27FC236}">
                <a16:creationId xmlns:a16="http://schemas.microsoft.com/office/drawing/2014/main" id="{5125A0ED-0394-4133-8EC7-731FAD3DD29C}"/>
              </a:ext>
            </a:extLst>
          </p:cNvPr>
          <p:cNvGrpSpPr>
            <a:grpSpLocks/>
          </p:cNvGrpSpPr>
          <p:nvPr/>
        </p:nvGrpSpPr>
        <p:grpSpPr bwMode="auto">
          <a:xfrm>
            <a:off x="5472113" y="4508500"/>
            <a:ext cx="3241675" cy="361950"/>
            <a:chOff x="3447" y="2840"/>
            <a:chExt cx="2042" cy="228"/>
          </a:xfrm>
        </p:grpSpPr>
        <p:sp>
          <p:nvSpPr>
            <p:cNvPr id="780336" name="Line 48">
              <a:extLst>
                <a:ext uri="{FF2B5EF4-FFF2-40B4-BE49-F238E27FC236}">
                  <a16:creationId xmlns:a16="http://schemas.microsoft.com/office/drawing/2014/main" id="{C71B1EA6-8D86-4CE9-8B2D-D6BB272959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3068"/>
              <a:ext cx="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37" name="Line 49">
              <a:extLst>
                <a:ext uri="{FF2B5EF4-FFF2-40B4-BE49-F238E27FC236}">
                  <a16:creationId xmlns:a16="http://schemas.microsoft.com/office/drawing/2014/main" id="{B00703A2-BD23-493F-B356-024014B1BE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446" y="2955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38" name="Line 50">
              <a:extLst>
                <a:ext uri="{FF2B5EF4-FFF2-40B4-BE49-F238E27FC236}">
                  <a16:creationId xmlns:a16="http://schemas.microsoft.com/office/drawing/2014/main" id="{1BF4EE6C-375B-4C53-AAD7-E8911C525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841"/>
              <a:ext cx="454" cy="0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39" name="Line 51">
              <a:extLst>
                <a:ext uri="{FF2B5EF4-FFF2-40B4-BE49-F238E27FC236}">
                  <a16:creationId xmlns:a16="http://schemas.microsoft.com/office/drawing/2014/main" id="{C05594FE-3B27-4367-ABC1-BF418E3AC9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900" y="2955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0" name="Line 52">
              <a:extLst>
                <a:ext uri="{FF2B5EF4-FFF2-40B4-BE49-F238E27FC236}">
                  <a16:creationId xmlns:a16="http://schemas.microsoft.com/office/drawing/2014/main" id="{E2E29C25-C61A-482E-BBAA-F6160B2B2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3068"/>
              <a:ext cx="45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1" name="Line 53">
              <a:extLst>
                <a:ext uri="{FF2B5EF4-FFF2-40B4-BE49-F238E27FC236}">
                  <a16:creationId xmlns:a16="http://schemas.microsoft.com/office/drawing/2014/main" id="{7FEFCD08-265E-4EDD-95CF-3EDC0740DC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354" y="2955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2" name="Line 54">
              <a:extLst>
                <a:ext uri="{FF2B5EF4-FFF2-40B4-BE49-F238E27FC236}">
                  <a16:creationId xmlns:a16="http://schemas.microsoft.com/office/drawing/2014/main" id="{64BAE696-AB16-4CAA-A9AC-DA08D7759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2841"/>
              <a:ext cx="226" cy="0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3" name="Line 55">
              <a:extLst>
                <a:ext uri="{FF2B5EF4-FFF2-40B4-BE49-F238E27FC236}">
                  <a16:creationId xmlns:a16="http://schemas.microsoft.com/office/drawing/2014/main" id="{32BB856A-1A73-4187-8F63-9757EC1156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580" y="2955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4" name="Line 56">
              <a:extLst>
                <a:ext uri="{FF2B5EF4-FFF2-40B4-BE49-F238E27FC236}">
                  <a16:creationId xmlns:a16="http://schemas.microsoft.com/office/drawing/2014/main" id="{F7D7601C-11A8-40B9-B9A7-1B7B57B8DE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4" y="3067"/>
              <a:ext cx="228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5" name="Line 57">
              <a:extLst>
                <a:ext uri="{FF2B5EF4-FFF2-40B4-BE49-F238E27FC236}">
                  <a16:creationId xmlns:a16="http://schemas.microsoft.com/office/drawing/2014/main" id="{96D948B5-1CD2-4D71-BE27-35752E1353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8" y="295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6" name="Line 58">
              <a:extLst>
                <a:ext uri="{FF2B5EF4-FFF2-40B4-BE49-F238E27FC236}">
                  <a16:creationId xmlns:a16="http://schemas.microsoft.com/office/drawing/2014/main" id="{1FBCF8D0-3452-4BA0-8E74-8C172EE61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2" y="2840"/>
              <a:ext cx="226" cy="0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7" name="Line 59">
              <a:extLst>
                <a:ext uri="{FF2B5EF4-FFF2-40B4-BE49-F238E27FC236}">
                  <a16:creationId xmlns:a16="http://schemas.microsoft.com/office/drawing/2014/main" id="{BA0A2341-3CB8-47E7-9419-68D7930D64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034" y="295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0348" name="Line 60">
              <a:extLst>
                <a:ext uri="{FF2B5EF4-FFF2-40B4-BE49-F238E27FC236}">
                  <a16:creationId xmlns:a16="http://schemas.microsoft.com/office/drawing/2014/main" id="{323C2559-4E47-4D5A-AA37-22A8BA773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8" y="3067"/>
              <a:ext cx="341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80349" name="Rectangle 61">
            <a:extLst>
              <a:ext uri="{FF2B5EF4-FFF2-40B4-BE49-F238E27FC236}">
                <a16:creationId xmlns:a16="http://schemas.microsoft.com/office/drawing/2014/main" id="{E1DE0574-92A6-4E9B-B755-06F203BF6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949950"/>
            <a:ext cx="93980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</a:p>
        </p:txBody>
      </p:sp>
      <p:sp>
        <p:nvSpPr>
          <p:cNvPr id="780350" name="Line 62">
            <a:extLst>
              <a:ext uri="{FF2B5EF4-FFF2-40B4-BE49-F238E27FC236}">
                <a16:creationId xmlns:a16="http://schemas.microsoft.com/office/drawing/2014/main" id="{3DC1CF72-DAB0-4737-B146-937A3A32A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113" y="6308725"/>
            <a:ext cx="18002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51" name="Line 63">
            <a:extLst>
              <a:ext uri="{FF2B5EF4-FFF2-40B4-BE49-F238E27FC236}">
                <a16:creationId xmlns:a16="http://schemas.microsoft.com/office/drawing/2014/main" id="{71D73C6E-2245-4FA9-9499-926837D9A56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092950" y="6129338"/>
            <a:ext cx="358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52" name="Line 64">
            <a:extLst>
              <a:ext uri="{FF2B5EF4-FFF2-40B4-BE49-F238E27FC236}">
                <a16:creationId xmlns:a16="http://schemas.microsoft.com/office/drawing/2014/main" id="{40C4BAD7-52F0-4B62-B1D8-E52AC5747A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2338" y="5949950"/>
            <a:ext cx="14414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53" name="AutoShape 65">
            <a:extLst>
              <a:ext uri="{FF2B5EF4-FFF2-40B4-BE49-F238E27FC236}">
                <a16:creationId xmlns:a16="http://schemas.microsoft.com/office/drawing/2014/main" id="{59CBCD69-0CF9-4543-B625-992FFF629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4868863"/>
            <a:ext cx="3421062" cy="900112"/>
          </a:xfrm>
          <a:prstGeom prst="wedgeRoundRectCallout">
            <a:avLst>
              <a:gd name="adj1" fmla="val 57889"/>
              <a:gd name="adj2" fmla="val 81218"/>
              <a:gd name="adj3" fmla="val 16667"/>
            </a:avLst>
          </a:prstGeom>
          <a:noFill/>
          <a:ln w="381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Looks like it is negative edge-triggered</a:t>
            </a:r>
          </a:p>
        </p:txBody>
      </p:sp>
      <p:sp>
        <p:nvSpPr>
          <p:cNvPr id="780354" name="Line 66">
            <a:extLst>
              <a:ext uri="{FF2B5EF4-FFF2-40B4-BE49-F238E27FC236}">
                <a16:creationId xmlns:a16="http://schemas.microsoft.com/office/drawing/2014/main" id="{74569CD8-599F-4CA1-A88C-7F5F7CD7BB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2475" y="3608388"/>
            <a:ext cx="1439863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55" name="Line 67">
            <a:extLst>
              <a:ext uri="{FF2B5EF4-FFF2-40B4-BE49-F238E27FC236}">
                <a16:creationId xmlns:a16="http://schemas.microsoft.com/office/drawing/2014/main" id="{819BF713-394F-4349-B14D-DED6F3A1B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2338" y="3608388"/>
            <a:ext cx="14398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0356" name="Rectangle 68">
            <a:extLst>
              <a:ext uri="{FF2B5EF4-FFF2-40B4-BE49-F238E27FC236}">
                <a16:creationId xmlns:a16="http://schemas.microsoft.com/office/drawing/2014/main" id="{0FCA49CB-CCBF-491E-9439-51133B993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305175"/>
            <a:ext cx="939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</a:p>
        </p:txBody>
      </p:sp>
      <p:sp>
        <p:nvSpPr>
          <p:cNvPr id="780357" name="Rectangle 69">
            <a:extLst>
              <a:ext uri="{FF2B5EF4-FFF2-40B4-BE49-F238E27FC236}">
                <a16:creationId xmlns:a16="http://schemas.microsoft.com/office/drawing/2014/main" id="{A3D09409-E04B-427F-BB60-9B69A7863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3305175"/>
            <a:ext cx="939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8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8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8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8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8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0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8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8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8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8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780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780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8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8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8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8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8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99" dur="500" tmFilter="0, 0; .2, .5; .8, .5; 1, 0"/>
                                        <p:tgtEl>
                                          <p:spTgt spid="780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780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8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8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78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314" grpId="0"/>
      <p:bldP spid="780315" grpId="0"/>
      <p:bldP spid="780316" grpId="0"/>
      <p:bldP spid="780349" grpId="0"/>
      <p:bldP spid="780353" grpId="0" animBg="1"/>
      <p:bldP spid="780356" grpId="0"/>
      <p:bldP spid="780356" grpId="1"/>
      <p:bldP spid="780357" grpId="0"/>
      <p:bldP spid="78035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6BF33-8C45-427E-B82D-0977266C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188913"/>
            <a:ext cx="7921625" cy="479747"/>
          </a:xfrm>
        </p:spPr>
        <p:txBody>
          <a:bodyPr/>
          <a:lstStyle/>
          <a:p>
            <a:r>
              <a:rPr lang="en-US" dirty="0"/>
              <a:t>EDGE TRIGGERING OF D FLIP FLOP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1B2793-1B46-4390-B876-9FA666844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872" y="2564904"/>
            <a:ext cx="6292256" cy="312896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4102B4-B9F8-403B-ABBD-6282E331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54F1B-16FB-41A6-A508-BDF334A40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45438" y="6345324"/>
            <a:ext cx="1198562" cy="288925"/>
          </a:xfrm>
        </p:spPr>
        <p:txBody>
          <a:bodyPr/>
          <a:lstStyle/>
          <a:p>
            <a:fld id="{DB228991-4559-4AF2-855C-AF330ADA2ED1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92317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E5752593-0E93-4B50-A14B-DA0A44BA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449F9D96-093F-487D-BF2B-F0F8BBD5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3E69-AEFC-4475-BF7C-1DCC84B63DB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82338" name="Rectangle 2">
            <a:extLst>
              <a:ext uri="{FF2B5EF4-FFF2-40B4-BE49-F238E27FC236}">
                <a16:creationId xmlns:a16="http://schemas.microsoft.com/office/drawing/2014/main" id="{B9BEA9C1-1857-4A42-A43E-26333AE31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</a:t>
            </a:r>
          </a:p>
        </p:txBody>
      </p:sp>
      <p:sp>
        <p:nvSpPr>
          <p:cNvPr id="782339" name="Rectangle 3">
            <a:extLst>
              <a:ext uri="{FF2B5EF4-FFF2-40B4-BE49-F238E27FC236}">
                <a16:creationId xmlns:a16="http://schemas.microsoft.com/office/drawing/2014/main" id="{EA99BEB0-CA89-4F7B-9A6E-9A9C2CB1B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dirty="0"/>
              <a:t>Edge-Triggered </a:t>
            </a:r>
            <a:r>
              <a:rPr lang="en-US" altLang="en-US" i="1" dirty="0"/>
              <a:t>D</a:t>
            </a:r>
            <a:r>
              <a:rPr lang="en-US" altLang="en-US" dirty="0"/>
              <a:t> Flip-Flop</a:t>
            </a:r>
          </a:p>
        </p:txBody>
      </p:sp>
      <p:graphicFrame>
        <p:nvGraphicFramePr>
          <p:cNvPr id="782340" name="Object 4">
            <a:extLst>
              <a:ext uri="{FF2B5EF4-FFF2-40B4-BE49-F238E27FC236}">
                <a16:creationId xmlns:a16="http://schemas.microsoft.com/office/drawing/2014/main" id="{E16A21E5-4B1F-43CE-B354-A56DDC3A8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006479"/>
              </p:ext>
            </p:extLst>
          </p:nvPr>
        </p:nvGraphicFramePr>
        <p:xfrm>
          <a:off x="649707" y="1808163"/>
          <a:ext cx="5580062" cy="42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424257" imgH="1843918" progId="Visio.Drawing.11">
                  <p:embed/>
                </p:oleObj>
              </mc:Choice>
              <mc:Fallback>
                <p:oleObj name="Visio" r:id="rId3" imgW="2424257" imgH="184391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707" y="1808163"/>
                        <a:ext cx="5580062" cy="424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2341" name="Group 5">
            <a:extLst>
              <a:ext uri="{FF2B5EF4-FFF2-40B4-BE49-F238E27FC236}">
                <a16:creationId xmlns:a16="http://schemas.microsoft.com/office/drawing/2014/main" id="{63DCFE65-97C4-476E-9860-384079B14306}"/>
              </a:ext>
            </a:extLst>
          </p:cNvPr>
          <p:cNvGrpSpPr>
            <a:grpSpLocks/>
          </p:cNvGrpSpPr>
          <p:nvPr/>
        </p:nvGrpSpPr>
        <p:grpSpPr bwMode="auto">
          <a:xfrm>
            <a:off x="7091363" y="1449388"/>
            <a:ext cx="1619250" cy="1439862"/>
            <a:chOff x="4467" y="913"/>
            <a:chExt cx="1020" cy="907"/>
          </a:xfrm>
        </p:grpSpPr>
        <p:sp>
          <p:nvSpPr>
            <p:cNvPr id="782342" name="Rectangle 6">
              <a:extLst>
                <a:ext uri="{FF2B5EF4-FFF2-40B4-BE49-F238E27FC236}">
                  <a16:creationId xmlns:a16="http://schemas.microsoft.com/office/drawing/2014/main" id="{704F33FA-6727-488C-938A-44623D0E9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43" name="Rectangle 7">
              <a:extLst>
                <a:ext uri="{FF2B5EF4-FFF2-40B4-BE49-F238E27FC236}">
                  <a16:creationId xmlns:a16="http://schemas.microsoft.com/office/drawing/2014/main" id="{4BE7618E-871D-4FFA-8070-1F359B2E7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82344" name="Line 8">
              <a:extLst>
                <a:ext uri="{FF2B5EF4-FFF2-40B4-BE49-F238E27FC236}">
                  <a16:creationId xmlns:a16="http://schemas.microsoft.com/office/drawing/2014/main" id="{FD662536-8041-46CD-BB61-A2CA143D2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45" name="Line 9">
              <a:extLst>
                <a:ext uri="{FF2B5EF4-FFF2-40B4-BE49-F238E27FC236}">
                  <a16:creationId xmlns:a16="http://schemas.microsoft.com/office/drawing/2014/main" id="{4453BD08-40E8-4F20-B7D7-CBA23A7EC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46" name="Line 10">
              <a:extLst>
                <a:ext uri="{FF2B5EF4-FFF2-40B4-BE49-F238E27FC236}">
                  <a16:creationId xmlns:a16="http://schemas.microsoft.com/office/drawing/2014/main" id="{A0FF5C20-2A01-4786-9D3D-0832ADF018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47" name="Line 11">
              <a:extLst>
                <a:ext uri="{FF2B5EF4-FFF2-40B4-BE49-F238E27FC236}">
                  <a16:creationId xmlns:a16="http://schemas.microsoft.com/office/drawing/2014/main" id="{80409928-57AD-4084-A80A-2F1DCB58D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48" name="Line 12">
              <a:extLst>
                <a:ext uri="{FF2B5EF4-FFF2-40B4-BE49-F238E27FC236}">
                  <a16:creationId xmlns:a16="http://schemas.microsoft.com/office/drawing/2014/main" id="{2421C16C-62C0-443D-B027-482C17AA3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49" name="Line 13">
              <a:extLst>
                <a:ext uri="{FF2B5EF4-FFF2-40B4-BE49-F238E27FC236}">
                  <a16:creationId xmlns:a16="http://schemas.microsoft.com/office/drawing/2014/main" id="{1833876C-621B-45EF-8BF7-033CF67AE9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50" name="Rectangle 14">
              <a:extLst>
                <a:ext uri="{FF2B5EF4-FFF2-40B4-BE49-F238E27FC236}">
                  <a16:creationId xmlns:a16="http://schemas.microsoft.com/office/drawing/2014/main" id="{96B1FE2D-6748-4522-9B31-48678152B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82351" name="Oval 15">
              <a:extLst>
                <a:ext uri="{FF2B5EF4-FFF2-40B4-BE49-F238E27FC236}">
                  <a16:creationId xmlns:a16="http://schemas.microsoft.com/office/drawing/2014/main" id="{09B83148-2330-43D6-BF1D-610EE9ED95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2352" name="Group 16">
              <a:extLst>
                <a:ext uri="{FF2B5EF4-FFF2-40B4-BE49-F238E27FC236}">
                  <a16:creationId xmlns:a16="http://schemas.microsoft.com/office/drawing/2014/main" id="{99C7EB02-3502-42AD-B5F1-AF057D518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4" y="1492"/>
              <a:ext cx="227" cy="214"/>
              <a:chOff x="5034" y="1492"/>
              <a:chExt cx="227" cy="214"/>
            </a:xfrm>
          </p:grpSpPr>
          <p:sp>
            <p:nvSpPr>
              <p:cNvPr id="782353" name="Rectangle 17">
                <a:extLst>
                  <a:ext uri="{FF2B5EF4-FFF2-40B4-BE49-F238E27FC236}">
                    <a16:creationId xmlns:a16="http://schemas.microsoft.com/office/drawing/2014/main" id="{415390D9-262E-4424-B3F3-784BAF346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2354" name="Line 18">
                <a:extLst>
                  <a:ext uri="{FF2B5EF4-FFF2-40B4-BE49-F238E27FC236}">
                    <a16:creationId xmlns:a16="http://schemas.microsoft.com/office/drawing/2014/main" id="{58E9DF02-017C-4725-A1AC-10BF22CF0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82355" name="Group 19">
            <a:extLst>
              <a:ext uri="{FF2B5EF4-FFF2-40B4-BE49-F238E27FC236}">
                <a16:creationId xmlns:a16="http://schemas.microsoft.com/office/drawing/2014/main" id="{C2349A6D-E810-4D0E-9FDD-128FD6B43CCC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3789363"/>
            <a:ext cx="1619250" cy="1439862"/>
            <a:chOff x="4468" y="2387"/>
            <a:chExt cx="1020" cy="907"/>
          </a:xfrm>
        </p:grpSpPr>
        <p:sp>
          <p:nvSpPr>
            <p:cNvPr id="782356" name="Rectangle 20">
              <a:extLst>
                <a:ext uri="{FF2B5EF4-FFF2-40B4-BE49-F238E27FC236}">
                  <a16:creationId xmlns:a16="http://schemas.microsoft.com/office/drawing/2014/main" id="{1F910155-F183-4F87-8257-95F53FDBD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387"/>
              <a:ext cx="567" cy="907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57" name="Rectangle 21">
              <a:extLst>
                <a:ext uri="{FF2B5EF4-FFF2-40B4-BE49-F238E27FC236}">
                  <a16:creationId xmlns:a16="http://schemas.microsoft.com/office/drawing/2014/main" id="{F39BB460-7F5C-4B68-9FC7-A80C8AEBE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50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82358" name="Line 22">
              <a:extLst>
                <a:ext uri="{FF2B5EF4-FFF2-40B4-BE49-F238E27FC236}">
                  <a16:creationId xmlns:a16="http://schemas.microsoft.com/office/drawing/2014/main" id="{46604DA2-A6DE-45DF-8479-45E308CA2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5" y="2954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59" name="Line 23">
              <a:extLst>
                <a:ext uri="{FF2B5EF4-FFF2-40B4-BE49-F238E27FC236}">
                  <a16:creationId xmlns:a16="http://schemas.microsoft.com/office/drawing/2014/main" id="{B232F90C-42E2-4E8C-A3A7-D3A5C23F8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5" y="3067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60" name="Line 24">
              <a:extLst>
                <a:ext uri="{FF2B5EF4-FFF2-40B4-BE49-F238E27FC236}">
                  <a16:creationId xmlns:a16="http://schemas.microsoft.com/office/drawing/2014/main" id="{A5511CDD-D1FF-4B2C-B331-1949F243C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8" y="261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61" name="Line 25">
              <a:extLst>
                <a:ext uri="{FF2B5EF4-FFF2-40B4-BE49-F238E27FC236}">
                  <a16:creationId xmlns:a16="http://schemas.microsoft.com/office/drawing/2014/main" id="{B53A79AB-458E-4472-9160-1F367565B5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8" y="3067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62" name="Line 26">
              <a:extLst>
                <a:ext uri="{FF2B5EF4-FFF2-40B4-BE49-F238E27FC236}">
                  <a16:creationId xmlns:a16="http://schemas.microsoft.com/office/drawing/2014/main" id="{560F86D8-F9BB-4C07-8489-45B5627D81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2" y="261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63" name="Line 27">
              <a:extLst>
                <a:ext uri="{FF2B5EF4-FFF2-40B4-BE49-F238E27FC236}">
                  <a16:creationId xmlns:a16="http://schemas.microsoft.com/office/drawing/2014/main" id="{6633E8BB-23BD-4B65-A48C-A3CF68C6DF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2" y="3067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2364" name="Rectangle 28">
              <a:extLst>
                <a:ext uri="{FF2B5EF4-FFF2-40B4-BE49-F238E27FC236}">
                  <a16:creationId xmlns:a16="http://schemas.microsoft.com/office/drawing/2014/main" id="{4192DAF2-1220-4571-AE3C-BB301EEB6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5" y="250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82365" name="Oval 29">
              <a:extLst>
                <a:ext uri="{FF2B5EF4-FFF2-40B4-BE49-F238E27FC236}">
                  <a16:creationId xmlns:a16="http://schemas.microsoft.com/office/drawing/2014/main" id="{67AB0D82-3B1D-48A4-98E0-C230BE0709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2" y="3025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2366" name="Group 30">
              <a:extLst>
                <a:ext uri="{FF2B5EF4-FFF2-40B4-BE49-F238E27FC236}">
                  <a16:creationId xmlns:a16="http://schemas.microsoft.com/office/drawing/2014/main" id="{805C8AB0-B95F-4CBB-B1BB-3BE9EE3224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5" y="2966"/>
              <a:ext cx="227" cy="214"/>
              <a:chOff x="5034" y="1492"/>
              <a:chExt cx="227" cy="214"/>
            </a:xfrm>
          </p:grpSpPr>
          <p:sp>
            <p:nvSpPr>
              <p:cNvPr id="782367" name="Rectangle 31">
                <a:extLst>
                  <a:ext uri="{FF2B5EF4-FFF2-40B4-BE49-F238E27FC236}">
                    <a16:creationId xmlns:a16="http://schemas.microsoft.com/office/drawing/2014/main" id="{F2E64085-0AAE-4571-A55B-553375AB1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2368" name="Line 32">
                <a:extLst>
                  <a:ext uri="{FF2B5EF4-FFF2-40B4-BE49-F238E27FC236}">
                    <a16:creationId xmlns:a16="http://schemas.microsoft.com/office/drawing/2014/main" id="{145913F0-AAE7-4B70-A39F-99E911C73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82369" name="Oval 33">
              <a:extLst>
                <a:ext uri="{FF2B5EF4-FFF2-40B4-BE49-F238E27FC236}">
                  <a16:creationId xmlns:a16="http://schemas.microsoft.com/office/drawing/2014/main" id="{D64171B5-C52D-4955-972E-01D0F6388B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13" y="30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82370" name="Rectangle 34">
            <a:extLst>
              <a:ext uri="{FF2B5EF4-FFF2-40B4-BE49-F238E27FC236}">
                <a16:creationId xmlns:a16="http://schemas.microsoft.com/office/drawing/2014/main" id="{71DB917A-0F39-43FC-8A80-E3C2B89F8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974975"/>
            <a:ext cx="169862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Positive Edge</a:t>
            </a:r>
          </a:p>
        </p:txBody>
      </p:sp>
      <p:sp>
        <p:nvSpPr>
          <p:cNvPr id="782371" name="Rectangle 35">
            <a:extLst>
              <a:ext uri="{FF2B5EF4-FFF2-40B4-BE49-F238E27FC236}">
                <a16:creationId xmlns:a16="http://schemas.microsoft.com/office/drawing/2014/main" id="{2935AC4F-495B-4FE3-B2BD-1509620B3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5318125"/>
            <a:ext cx="187960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Negative Edge</a:t>
            </a:r>
          </a:p>
        </p:txBody>
      </p:sp>
      <p:sp>
        <p:nvSpPr>
          <p:cNvPr id="782372" name="Rectangle 36">
            <a:extLst>
              <a:ext uri="{FF2B5EF4-FFF2-40B4-BE49-F238E27FC236}">
                <a16:creationId xmlns:a16="http://schemas.microsoft.com/office/drawing/2014/main" id="{DD7D5FCC-6E7E-4AD9-B6DA-9BE5AE68F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693863"/>
            <a:ext cx="4203700" cy="4500562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8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8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370" grpId="0"/>
      <p:bldP spid="78237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191E-125E-4E24-BBFF-83D410DB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188913"/>
            <a:ext cx="7921625" cy="908197"/>
          </a:xfrm>
        </p:spPr>
        <p:txBody>
          <a:bodyPr/>
          <a:lstStyle/>
          <a:p>
            <a:r>
              <a:rPr lang="en-US" altLang="en-US" dirty="0"/>
              <a:t>Edge-Triggered </a:t>
            </a:r>
            <a:r>
              <a:rPr lang="en-US" altLang="en-US" i="1" dirty="0"/>
              <a:t>D</a:t>
            </a:r>
            <a:r>
              <a:rPr lang="en-US" altLang="en-US" dirty="0"/>
              <a:t> Flip-Flop</a:t>
            </a:r>
            <a:br>
              <a:rPr lang="en-US" altLang="en-US" dirty="0"/>
            </a:br>
            <a:endParaRPr lang="en-PK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1AF519C-FEB9-45A7-93A1-8EE1DCE5C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006558"/>
              </p:ext>
            </p:extLst>
          </p:nvPr>
        </p:nvGraphicFramePr>
        <p:xfrm>
          <a:off x="611188" y="1089025"/>
          <a:ext cx="82804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0">
                  <a:extLst>
                    <a:ext uri="{9D8B030D-6E8A-4147-A177-3AD203B41FA5}">
                      <a16:colId xmlns:a16="http://schemas.microsoft.com/office/drawing/2014/main" val="2524735432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586337183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443742139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842937758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84321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Q(t+1)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393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360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352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0Reset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51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8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9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1set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932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1set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7918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7AE2E-09DC-41CC-89CD-3DC4F1B3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98B0F-1A07-4E52-B273-D0F408B9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28991-4559-4AF2-855C-AF330ADA2ED1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784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E17D902E-6F9F-46D2-ACFF-63925E9D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EDABF871-3152-443C-91C0-793B4F65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9F6A-734A-4B73-A7EA-7309CAD18BA6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84386" name="Rectangle 2">
            <a:extLst>
              <a:ext uri="{FF2B5EF4-FFF2-40B4-BE49-F238E27FC236}">
                <a16:creationId xmlns:a16="http://schemas.microsoft.com/office/drawing/2014/main" id="{2805B5FD-C982-42AA-9BEA-8EFB548E6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</a:t>
            </a:r>
          </a:p>
        </p:txBody>
      </p:sp>
      <p:sp>
        <p:nvSpPr>
          <p:cNvPr id="784387" name="Rectangle 3">
            <a:extLst>
              <a:ext uri="{FF2B5EF4-FFF2-40B4-BE49-F238E27FC236}">
                <a16:creationId xmlns:a16="http://schemas.microsoft.com/office/drawing/2014/main" id="{63D9AE9A-6F7F-4415-99F8-8BD967E43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JK</a:t>
            </a:r>
            <a:r>
              <a:rPr lang="en-US" altLang="en-US"/>
              <a:t> Flip-Flop</a:t>
            </a:r>
          </a:p>
        </p:txBody>
      </p:sp>
      <p:graphicFrame>
        <p:nvGraphicFramePr>
          <p:cNvPr id="784388" name="Object 4">
            <a:extLst>
              <a:ext uri="{FF2B5EF4-FFF2-40B4-BE49-F238E27FC236}">
                <a16:creationId xmlns:a16="http://schemas.microsoft.com/office/drawing/2014/main" id="{79648208-7AAE-4B3E-A1DE-0BD373A079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3" y="1662113"/>
          <a:ext cx="7559675" cy="274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14863" imgH="1060704" progId="Visio.Drawing.11">
                  <p:embed/>
                </p:oleObj>
              </mc:Choice>
              <mc:Fallback>
                <p:oleObj name="Visio" r:id="rId3" imgW="2914863" imgH="106070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1662113"/>
                        <a:ext cx="7559675" cy="274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4389" name="Group 5">
            <a:extLst>
              <a:ext uri="{FF2B5EF4-FFF2-40B4-BE49-F238E27FC236}">
                <a16:creationId xmlns:a16="http://schemas.microsoft.com/office/drawing/2014/main" id="{D91DACD7-289F-4C4F-9C93-FDB220FB8C52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4868863"/>
            <a:ext cx="1619250" cy="1620837"/>
            <a:chOff x="2653" y="3067"/>
            <a:chExt cx="1020" cy="1021"/>
          </a:xfrm>
        </p:grpSpPr>
        <p:sp>
          <p:nvSpPr>
            <p:cNvPr id="784390" name="Rectangle 6">
              <a:extLst>
                <a:ext uri="{FF2B5EF4-FFF2-40B4-BE49-F238E27FC236}">
                  <a16:creationId xmlns:a16="http://schemas.microsoft.com/office/drawing/2014/main" id="{0E482D05-7153-4005-8D02-699D2FA7F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4391" name="Rectangle 7">
              <a:extLst>
                <a:ext uri="{FF2B5EF4-FFF2-40B4-BE49-F238E27FC236}">
                  <a16:creationId xmlns:a16="http://schemas.microsoft.com/office/drawing/2014/main" id="{6A048736-68FE-422D-BEAC-E2CEC1EFE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84392" name="Line 8">
              <a:extLst>
                <a:ext uri="{FF2B5EF4-FFF2-40B4-BE49-F238E27FC236}">
                  <a16:creationId xmlns:a16="http://schemas.microsoft.com/office/drawing/2014/main" id="{1D9DF29E-9F5C-4614-96AC-875C7D7EF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4393" name="Line 9">
              <a:extLst>
                <a:ext uri="{FF2B5EF4-FFF2-40B4-BE49-F238E27FC236}">
                  <a16:creationId xmlns:a16="http://schemas.microsoft.com/office/drawing/2014/main" id="{9911ABE5-A2B3-432C-978C-E52289718D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4394" name="Line 10">
              <a:extLst>
                <a:ext uri="{FF2B5EF4-FFF2-40B4-BE49-F238E27FC236}">
                  <a16:creationId xmlns:a16="http://schemas.microsoft.com/office/drawing/2014/main" id="{4E8CDDC1-7B0E-46C9-80B1-235F3CB344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4395" name="Line 11">
              <a:extLst>
                <a:ext uri="{FF2B5EF4-FFF2-40B4-BE49-F238E27FC236}">
                  <a16:creationId xmlns:a16="http://schemas.microsoft.com/office/drawing/2014/main" id="{4BDF6EFF-B085-4F38-8422-20CA00F28E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4396" name="Line 12">
              <a:extLst>
                <a:ext uri="{FF2B5EF4-FFF2-40B4-BE49-F238E27FC236}">
                  <a16:creationId xmlns:a16="http://schemas.microsoft.com/office/drawing/2014/main" id="{3DD62582-A752-440B-B04C-12D0C9D13D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4397" name="Line 13">
              <a:extLst>
                <a:ext uri="{FF2B5EF4-FFF2-40B4-BE49-F238E27FC236}">
                  <a16:creationId xmlns:a16="http://schemas.microsoft.com/office/drawing/2014/main" id="{37912566-E5FE-4A33-88DA-622E95EF6F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4398" name="Rectangle 14">
              <a:extLst>
                <a:ext uri="{FF2B5EF4-FFF2-40B4-BE49-F238E27FC236}">
                  <a16:creationId xmlns:a16="http://schemas.microsoft.com/office/drawing/2014/main" id="{A5488D7F-C1BC-4D73-85F2-88712914B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84399" name="Oval 15">
              <a:extLst>
                <a:ext uri="{FF2B5EF4-FFF2-40B4-BE49-F238E27FC236}">
                  <a16:creationId xmlns:a16="http://schemas.microsoft.com/office/drawing/2014/main" id="{D5E4770F-BDFC-41B9-BFE3-AD17F6176B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4400" name="Group 16">
              <a:extLst>
                <a:ext uri="{FF2B5EF4-FFF2-40B4-BE49-F238E27FC236}">
                  <a16:creationId xmlns:a16="http://schemas.microsoft.com/office/drawing/2014/main" id="{53495890-C653-4BB2-9BBA-44C0C7C9AB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3760"/>
              <a:ext cx="227" cy="214"/>
              <a:chOff x="5034" y="1492"/>
              <a:chExt cx="227" cy="214"/>
            </a:xfrm>
          </p:grpSpPr>
          <p:sp>
            <p:nvSpPr>
              <p:cNvPr id="784401" name="Rectangle 17">
                <a:extLst>
                  <a:ext uri="{FF2B5EF4-FFF2-40B4-BE49-F238E27FC236}">
                    <a16:creationId xmlns:a16="http://schemas.microsoft.com/office/drawing/2014/main" id="{AC00BB81-AC18-45FE-999E-3F7742A8A7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4402" name="Line 18">
                <a:extLst>
                  <a:ext uri="{FF2B5EF4-FFF2-40B4-BE49-F238E27FC236}">
                    <a16:creationId xmlns:a16="http://schemas.microsoft.com/office/drawing/2014/main" id="{89892A8A-AA69-4135-952C-8A4F9A3E2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84403" name="Line 19">
              <a:extLst>
                <a:ext uri="{FF2B5EF4-FFF2-40B4-BE49-F238E27FC236}">
                  <a16:creationId xmlns:a16="http://schemas.microsoft.com/office/drawing/2014/main" id="{C4E2F2FF-E443-4A01-A334-2B95F9667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4404" name="Rectangle 20">
              <a:extLst>
                <a:ext uri="{FF2B5EF4-FFF2-40B4-BE49-F238E27FC236}">
                  <a16:creationId xmlns:a16="http://schemas.microsoft.com/office/drawing/2014/main" id="{CC057E99-C90B-4FAF-878C-000B432E4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sp>
        <p:nvSpPr>
          <p:cNvPr id="784405" name="Rectangle 21">
            <a:extLst>
              <a:ext uri="{FF2B5EF4-FFF2-40B4-BE49-F238E27FC236}">
                <a16:creationId xmlns:a16="http://schemas.microsoft.com/office/drawing/2014/main" id="{65348B32-DFBF-48F2-A4F5-B7C55B1F6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5408613"/>
            <a:ext cx="218598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JQ’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K’Q</a:t>
            </a:r>
          </a:p>
        </p:txBody>
      </p:sp>
      <p:sp>
        <p:nvSpPr>
          <p:cNvPr id="784406" name="Rectangle 22">
            <a:extLst>
              <a:ext uri="{FF2B5EF4-FFF2-40B4-BE49-F238E27FC236}">
                <a16:creationId xmlns:a16="http://schemas.microsoft.com/office/drawing/2014/main" id="{B2474ED3-1173-4BA7-9FA9-AD25BD14E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0" y="1600200"/>
            <a:ext cx="6300788" cy="2879725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8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8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40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E521CD3C-0DA6-4B85-946D-43BF84EB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F3912C28-774E-495A-BCE9-B1496DF5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C97D-97E0-45FF-84BC-ED24E26D275D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86434" name="Rectangle 2">
            <a:extLst>
              <a:ext uri="{FF2B5EF4-FFF2-40B4-BE49-F238E27FC236}">
                <a16:creationId xmlns:a16="http://schemas.microsoft.com/office/drawing/2014/main" id="{61383663-D580-42C0-915C-971661A93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</a:t>
            </a:r>
          </a:p>
        </p:txBody>
      </p:sp>
      <p:sp>
        <p:nvSpPr>
          <p:cNvPr id="786435" name="Rectangle 3">
            <a:extLst>
              <a:ext uri="{FF2B5EF4-FFF2-40B4-BE49-F238E27FC236}">
                <a16:creationId xmlns:a16="http://schemas.microsoft.com/office/drawing/2014/main" id="{F6DF9360-2B76-4351-A0B1-54B79BDE4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i="1"/>
              <a:t>T</a:t>
            </a:r>
            <a:r>
              <a:rPr lang="en-US" altLang="en-US"/>
              <a:t> Flip-Flop</a:t>
            </a:r>
          </a:p>
        </p:txBody>
      </p:sp>
      <p:sp>
        <p:nvSpPr>
          <p:cNvPr id="786436" name="Rectangle 4">
            <a:extLst>
              <a:ext uri="{FF2B5EF4-FFF2-40B4-BE49-F238E27FC236}">
                <a16:creationId xmlns:a16="http://schemas.microsoft.com/office/drawing/2014/main" id="{6E13B4CC-6AB6-4AF1-9733-395A4EC2B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3" y="5408613"/>
            <a:ext cx="347503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TQ’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T’Q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grpSp>
        <p:nvGrpSpPr>
          <p:cNvPr id="786437" name="Group 5">
            <a:extLst>
              <a:ext uri="{FF2B5EF4-FFF2-40B4-BE49-F238E27FC236}">
                <a16:creationId xmlns:a16="http://schemas.microsoft.com/office/drawing/2014/main" id="{12B70ED9-5AD4-43EA-AEBB-89BA8467C0C5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2349500"/>
            <a:ext cx="2698750" cy="1620838"/>
            <a:chOff x="612" y="1480"/>
            <a:chExt cx="1700" cy="1021"/>
          </a:xfrm>
        </p:grpSpPr>
        <p:sp>
          <p:nvSpPr>
            <p:cNvPr id="786438" name="Rectangle 6">
              <a:extLst>
                <a:ext uri="{FF2B5EF4-FFF2-40B4-BE49-F238E27FC236}">
                  <a16:creationId xmlns:a16="http://schemas.microsoft.com/office/drawing/2014/main" id="{E940AF43-6DEA-40B6-8AD5-29D79FD00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480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39" name="Rectangle 7">
              <a:extLst>
                <a:ext uri="{FF2B5EF4-FFF2-40B4-BE49-F238E27FC236}">
                  <a16:creationId xmlns:a16="http://schemas.microsoft.com/office/drawing/2014/main" id="{66F99BF9-2F9C-4D8A-AA7B-2E753E959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93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86440" name="Line 8">
              <a:extLst>
                <a:ext uri="{FF2B5EF4-FFF2-40B4-BE49-F238E27FC236}">
                  <a16:creationId xmlns:a16="http://schemas.microsoft.com/office/drawing/2014/main" id="{78463923-66F1-49FC-899E-8460E7E99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18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41" name="Line 9">
              <a:extLst>
                <a:ext uri="{FF2B5EF4-FFF2-40B4-BE49-F238E27FC236}">
                  <a16:creationId xmlns:a16="http://schemas.microsoft.com/office/drawing/2014/main" id="{4320FEA4-2754-40C3-BF6C-F49C64F187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1992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42" name="Line 10">
              <a:extLst>
                <a:ext uri="{FF2B5EF4-FFF2-40B4-BE49-F238E27FC236}">
                  <a16:creationId xmlns:a16="http://schemas.microsoft.com/office/drawing/2014/main" id="{234D15D1-C681-4045-AE0D-40C62D3C7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" y="1706"/>
              <a:ext cx="6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43" name="Line 11">
              <a:extLst>
                <a:ext uri="{FF2B5EF4-FFF2-40B4-BE49-F238E27FC236}">
                  <a16:creationId xmlns:a16="http://schemas.microsoft.com/office/drawing/2014/main" id="{C193B4A3-970C-481E-BBD2-BD5A56095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1992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44" name="Line 12">
              <a:extLst>
                <a:ext uri="{FF2B5EF4-FFF2-40B4-BE49-F238E27FC236}">
                  <a16:creationId xmlns:a16="http://schemas.microsoft.com/office/drawing/2014/main" id="{B8E97596-2961-4BB7-A937-2435065B4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706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45" name="Line 13">
              <a:extLst>
                <a:ext uri="{FF2B5EF4-FFF2-40B4-BE49-F238E27FC236}">
                  <a16:creationId xmlns:a16="http://schemas.microsoft.com/office/drawing/2014/main" id="{6284447D-292C-40AD-9A03-8BA293EB4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2274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46" name="Rectangle 14">
              <a:extLst>
                <a:ext uri="{FF2B5EF4-FFF2-40B4-BE49-F238E27FC236}">
                  <a16:creationId xmlns:a16="http://schemas.microsoft.com/office/drawing/2014/main" id="{D4AED59B-B7AB-4CE8-A9FD-3E98DE916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1593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86447" name="Oval 15">
              <a:extLst>
                <a:ext uri="{FF2B5EF4-FFF2-40B4-BE49-F238E27FC236}">
                  <a16:creationId xmlns:a16="http://schemas.microsoft.com/office/drawing/2014/main" id="{B91CED3C-DE69-414B-A729-985E1EBCAA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86" y="2232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6448" name="Group 16">
              <a:extLst>
                <a:ext uri="{FF2B5EF4-FFF2-40B4-BE49-F238E27FC236}">
                  <a16:creationId xmlns:a16="http://schemas.microsoft.com/office/drawing/2014/main" id="{95774AEA-48BD-4F08-BCA1-0602C99676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173"/>
              <a:ext cx="227" cy="214"/>
              <a:chOff x="5034" y="1492"/>
              <a:chExt cx="227" cy="214"/>
            </a:xfrm>
          </p:grpSpPr>
          <p:sp>
            <p:nvSpPr>
              <p:cNvPr id="786449" name="Rectangle 17">
                <a:extLst>
                  <a:ext uri="{FF2B5EF4-FFF2-40B4-BE49-F238E27FC236}">
                    <a16:creationId xmlns:a16="http://schemas.microsoft.com/office/drawing/2014/main" id="{B03E48D3-A6A2-4B88-BE2D-C03934FFC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6450" name="Line 18">
                <a:extLst>
                  <a:ext uri="{FF2B5EF4-FFF2-40B4-BE49-F238E27FC236}">
                    <a16:creationId xmlns:a16="http://schemas.microsoft.com/office/drawing/2014/main" id="{D422CFDB-3F57-47B7-9675-8067DE659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86451" name="Line 19">
              <a:extLst>
                <a:ext uri="{FF2B5EF4-FFF2-40B4-BE49-F238E27FC236}">
                  <a16:creationId xmlns:a16="http://schemas.microsoft.com/office/drawing/2014/main" id="{E35B3A16-276D-4B38-AD4D-A7B03272D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66" y="2273"/>
              <a:ext cx="453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52" name="Rectangle 20">
              <a:extLst>
                <a:ext uri="{FF2B5EF4-FFF2-40B4-BE49-F238E27FC236}">
                  <a16:creationId xmlns:a16="http://schemas.microsoft.com/office/drawing/2014/main" id="{7E09666F-DA01-4D6D-955F-46CDFFC95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786453" name="Line 21">
              <a:extLst>
                <a:ext uri="{FF2B5EF4-FFF2-40B4-BE49-F238E27FC236}">
                  <a16:creationId xmlns:a16="http://schemas.microsoft.com/office/drawing/2014/main" id="{0E1F182F-80C6-4630-BBE5-D2C628BFA5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782" y="1990"/>
              <a:ext cx="56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54" name="Rectangle 22">
              <a:extLst>
                <a:ext uri="{FF2B5EF4-FFF2-40B4-BE49-F238E27FC236}">
                  <a16:creationId xmlns:a16="http://schemas.microsoft.com/office/drawing/2014/main" id="{A90AEEFE-DF93-4C5D-94F8-089342E5F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593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</p:grpSp>
      <p:grpSp>
        <p:nvGrpSpPr>
          <p:cNvPr id="786455" name="Group 23">
            <a:extLst>
              <a:ext uri="{FF2B5EF4-FFF2-40B4-BE49-F238E27FC236}">
                <a16:creationId xmlns:a16="http://schemas.microsoft.com/office/drawing/2014/main" id="{944F9437-53B2-4747-8FAA-92FDABE4CAF3}"/>
              </a:ext>
            </a:extLst>
          </p:cNvPr>
          <p:cNvGrpSpPr>
            <a:grpSpLocks/>
          </p:cNvGrpSpPr>
          <p:nvPr/>
        </p:nvGrpSpPr>
        <p:grpSpPr bwMode="auto">
          <a:xfrm>
            <a:off x="4562475" y="1989138"/>
            <a:ext cx="3609975" cy="1800225"/>
            <a:chOff x="2874" y="1253"/>
            <a:chExt cx="2274" cy="1134"/>
          </a:xfrm>
        </p:grpSpPr>
        <p:grpSp>
          <p:nvGrpSpPr>
            <p:cNvPr id="786456" name="Group 24">
              <a:extLst>
                <a:ext uri="{FF2B5EF4-FFF2-40B4-BE49-F238E27FC236}">
                  <a16:creationId xmlns:a16="http://schemas.microsoft.com/office/drawing/2014/main" id="{291792EF-E0EF-41AA-B89F-81BF537BB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1" y="1480"/>
              <a:ext cx="1020" cy="907"/>
              <a:chOff x="4467" y="913"/>
              <a:chExt cx="1020" cy="907"/>
            </a:xfrm>
          </p:grpSpPr>
          <p:sp>
            <p:nvSpPr>
              <p:cNvPr id="786457" name="Rectangle 25">
                <a:extLst>
                  <a:ext uri="{FF2B5EF4-FFF2-40B4-BE49-F238E27FC236}">
                    <a16:creationId xmlns:a16="http://schemas.microsoft.com/office/drawing/2014/main" id="{E4A8D524-B6D0-43D5-9308-89B8810AA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" y="913"/>
                <a:ext cx="567" cy="907"/>
              </a:xfrm>
              <a:prstGeom prst="rect">
                <a:avLst/>
              </a:prstGeom>
              <a:solidFill>
                <a:srgbClr val="FFFF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6458" name="Rectangle 26">
                <a:extLst>
                  <a:ext uri="{FF2B5EF4-FFF2-40B4-BE49-F238E27FC236}">
                    <a16:creationId xmlns:a16="http://schemas.microsoft.com/office/drawing/2014/main" id="{F63A2770-28E1-4531-A15F-28249E2C6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" y="1026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786459" name="Line 27">
                <a:extLst>
                  <a:ext uri="{FF2B5EF4-FFF2-40B4-BE49-F238E27FC236}">
                    <a16:creationId xmlns:a16="http://schemas.microsoft.com/office/drawing/2014/main" id="{A88DA653-2F13-4F10-8EB5-A82E0FDC5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94" y="1480"/>
                <a:ext cx="113" cy="1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6460" name="Line 28">
                <a:extLst>
                  <a:ext uri="{FF2B5EF4-FFF2-40B4-BE49-F238E27FC236}">
                    <a16:creationId xmlns:a16="http://schemas.microsoft.com/office/drawing/2014/main" id="{A743FFC4-F54B-4E7D-9682-93B692EE69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94" y="1593"/>
                <a:ext cx="113" cy="1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6461" name="Line 29">
                <a:extLst>
                  <a:ext uri="{FF2B5EF4-FFF2-40B4-BE49-F238E27FC236}">
                    <a16:creationId xmlns:a16="http://schemas.microsoft.com/office/drawing/2014/main" id="{A96737E0-E02D-4E38-B1C9-3B3D25A3B5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7" y="1139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6462" name="Line 30">
                <a:extLst>
                  <a:ext uri="{FF2B5EF4-FFF2-40B4-BE49-F238E27FC236}">
                    <a16:creationId xmlns:a16="http://schemas.microsoft.com/office/drawing/2014/main" id="{8DAF9658-7544-4B54-8343-E0000E75C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7" y="1593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6463" name="Line 31">
                <a:extLst>
                  <a:ext uri="{FF2B5EF4-FFF2-40B4-BE49-F238E27FC236}">
                    <a16:creationId xmlns:a16="http://schemas.microsoft.com/office/drawing/2014/main" id="{09F13366-6CB5-43F1-8598-BE75048C6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61" y="113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6464" name="Line 32">
                <a:extLst>
                  <a:ext uri="{FF2B5EF4-FFF2-40B4-BE49-F238E27FC236}">
                    <a16:creationId xmlns:a16="http://schemas.microsoft.com/office/drawing/2014/main" id="{F2620E96-ECB8-4768-8CEA-0AD6F24C7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61" y="1593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6465" name="Rectangle 33">
                <a:extLst>
                  <a:ext uri="{FF2B5EF4-FFF2-40B4-BE49-F238E27FC236}">
                    <a16:creationId xmlns:a16="http://schemas.microsoft.com/office/drawing/2014/main" id="{074CAD18-5E1C-4F3B-9B3F-AE6ABA63B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026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6466" name="Oval 34">
                <a:extLst>
                  <a:ext uri="{FF2B5EF4-FFF2-40B4-BE49-F238E27FC236}">
                    <a16:creationId xmlns:a16="http://schemas.microsoft.com/office/drawing/2014/main" id="{94E247E6-79D6-40A4-8D8A-099D78758E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61" y="1551"/>
                <a:ext cx="79" cy="79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86467" name="Group 35">
                <a:extLst>
                  <a:ext uri="{FF2B5EF4-FFF2-40B4-BE49-F238E27FC236}">
                    <a16:creationId xmlns:a16="http://schemas.microsoft.com/office/drawing/2014/main" id="{E063628E-2B85-423F-99FA-02544D0F2C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34" y="1492"/>
                <a:ext cx="227" cy="214"/>
                <a:chOff x="5034" y="1492"/>
                <a:chExt cx="227" cy="214"/>
              </a:xfrm>
            </p:grpSpPr>
            <p:sp>
              <p:nvSpPr>
                <p:cNvPr id="786468" name="Rectangle 36">
                  <a:extLst>
                    <a:ext uri="{FF2B5EF4-FFF2-40B4-BE49-F238E27FC236}">
                      <a16:creationId xmlns:a16="http://schemas.microsoft.com/office/drawing/2014/main" id="{9F816B21-4B4F-45F9-ACC2-42F7735FD5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4" y="1499"/>
                  <a:ext cx="227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r>
                    <a:rPr lang="en-US" altLang="en-US"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</a:p>
              </p:txBody>
            </p:sp>
            <p:sp>
              <p:nvSpPr>
                <p:cNvPr id="786469" name="Line 37">
                  <a:extLst>
                    <a:ext uri="{FF2B5EF4-FFF2-40B4-BE49-F238E27FC236}">
                      <a16:creationId xmlns:a16="http://schemas.microsoft.com/office/drawing/2014/main" id="{99C77B91-DA11-4BDE-A7DC-4957381B8C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99" y="1492"/>
                  <a:ext cx="114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786470" name="Object 38">
              <a:extLst>
                <a:ext uri="{FF2B5EF4-FFF2-40B4-BE49-F238E27FC236}">
                  <a16:creationId xmlns:a16="http://schemas.microsoft.com/office/drawing/2014/main" id="{B971FE8A-A0F4-4C6F-BBA7-DE24216D66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4" y="1551"/>
            <a:ext cx="5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475732" imgH="259933" progId="Visio.Drawing.11">
                    <p:embed/>
                  </p:oleObj>
                </mc:Choice>
                <mc:Fallback>
                  <p:oleObj name="Visio" r:id="rId3" imgW="475732" imgH="259933" progId="Visio.Drawing.11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4" y="1551"/>
                          <a:ext cx="5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6471" name="Line 39">
              <a:extLst>
                <a:ext uri="{FF2B5EF4-FFF2-40B4-BE49-F238E27FC236}">
                  <a16:creationId xmlns:a16="http://schemas.microsoft.com/office/drawing/2014/main" id="{CEC395E5-700F-44AE-BA80-9BA5FB0FB5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1641"/>
              <a:ext cx="15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72" name="Line 40">
              <a:extLst>
                <a:ext uri="{FF2B5EF4-FFF2-40B4-BE49-F238E27FC236}">
                  <a16:creationId xmlns:a16="http://schemas.microsoft.com/office/drawing/2014/main" id="{1E5549F2-3A6A-4B61-A31A-921F45B22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7" y="1772"/>
              <a:ext cx="26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73" name="Line 41">
              <a:extLst>
                <a:ext uri="{FF2B5EF4-FFF2-40B4-BE49-F238E27FC236}">
                  <a16:creationId xmlns:a16="http://schemas.microsoft.com/office/drawing/2014/main" id="{9D85C5C7-DD5C-40CF-AFEB-C1EC1368E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20" y="1253"/>
              <a:ext cx="1701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74" name="Line 42">
              <a:extLst>
                <a:ext uri="{FF2B5EF4-FFF2-40B4-BE49-F238E27FC236}">
                  <a16:creationId xmlns:a16="http://schemas.microsoft.com/office/drawing/2014/main" id="{2783BB53-2D03-4123-8F45-7CBDD479AB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4694" y="1480"/>
              <a:ext cx="45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75" name="Rectangle 43">
              <a:extLst>
                <a:ext uri="{FF2B5EF4-FFF2-40B4-BE49-F238E27FC236}">
                  <a16:creationId xmlns:a16="http://schemas.microsoft.com/office/drawing/2014/main" id="{09C20C59-A52E-4A8F-AA4D-71FD86972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634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86476" name="Line 44">
              <a:extLst>
                <a:ext uri="{FF2B5EF4-FFF2-40B4-BE49-F238E27FC236}">
                  <a16:creationId xmlns:a16="http://schemas.microsoft.com/office/drawing/2014/main" id="{E6E3A993-82E5-46DF-959C-A8B05AE70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21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77" name="Line 45">
              <a:extLst>
                <a:ext uri="{FF2B5EF4-FFF2-40B4-BE49-F238E27FC236}">
                  <a16:creationId xmlns:a16="http://schemas.microsoft.com/office/drawing/2014/main" id="{F966767C-8E72-4F87-A625-02697ABDC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21" y="216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78" name="Line 46">
              <a:extLst>
                <a:ext uri="{FF2B5EF4-FFF2-40B4-BE49-F238E27FC236}">
                  <a16:creationId xmlns:a16="http://schemas.microsoft.com/office/drawing/2014/main" id="{35D6E493-A571-4BD9-B80A-1A094EDF7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" y="1253"/>
              <a:ext cx="0" cy="39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86479" name="Rectangle 47">
            <a:extLst>
              <a:ext uri="{FF2B5EF4-FFF2-40B4-BE49-F238E27FC236}">
                <a16:creationId xmlns:a16="http://schemas.microsoft.com/office/drawing/2014/main" id="{20AC0A83-F028-4D0B-A9CB-7A424C4E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0" y="4868863"/>
            <a:ext cx="218598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JQ’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K’Q</a:t>
            </a:r>
          </a:p>
        </p:txBody>
      </p:sp>
      <p:grpSp>
        <p:nvGrpSpPr>
          <p:cNvPr id="786480" name="Group 48">
            <a:extLst>
              <a:ext uri="{FF2B5EF4-FFF2-40B4-BE49-F238E27FC236}">
                <a16:creationId xmlns:a16="http://schemas.microsoft.com/office/drawing/2014/main" id="{5F0E4A4E-5F45-4F1B-9890-CD591B4D9964}"/>
              </a:ext>
            </a:extLst>
          </p:cNvPr>
          <p:cNvGrpSpPr>
            <a:grpSpLocks/>
          </p:cNvGrpSpPr>
          <p:nvPr/>
        </p:nvGrpSpPr>
        <p:grpSpPr bwMode="auto">
          <a:xfrm>
            <a:off x="5111750" y="4508500"/>
            <a:ext cx="1619250" cy="1439863"/>
            <a:chOff x="4467" y="913"/>
            <a:chExt cx="1020" cy="907"/>
          </a:xfrm>
        </p:grpSpPr>
        <p:sp>
          <p:nvSpPr>
            <p:cNvPr id="786481" name="Rectangle 49">
              <a:extLst>
                <a:ext uri="{FF2B5EF4-FFF2-40B4-BE49-F238E27FC236}">
                  <a16:creationId xmlns:a16="http://schemas.microsoft.com/office/drawing/2014/main" id="{26F33E63-BF3D-42D3-A2F7-E11C1D7AF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66FF33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82" name="Rectangle 50">
              <a:extLst>
                <a:ext uri="{FF2B5EF4-FFF2-40B4-BE49-F238E27FC236}">
                  <a16:creationId xmlns:a16="http://schemas.microsoft.com/office/drawing/2014/main" id="{D52E5C60-FF3E-4A7A-AEC6-1C664D55D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86483" name="Line 51">
              <a:extLst>
                <a:ext uri="{FF2B5EF4-FFF2-40B4-BE49-F238E27FC236}">
                  <a16:creationId xmlns:a16="http://schemas.microsoft.com/office/drawing/2014/main" id="{2673A57B-C398-4A26-849E-2B2272E00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84" name="Line 52">
              <a:extLst>
                <a:ext uri="{FF2B5EF4-FFF2-40B4-BE49-F238E27FC236}">
                  <a16:creationId xmlns:a16="http://schemas.microsoft.com/office/drawing/2014/main" id="{1B528DAD-17E3-48C5-9085-309E3D5DFA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85" name="Line 53">
              <a:extLst>
                <a:ext uri="{FF2B5EF4-FFF2-40B4-BE49-F238E27FC236}">
                  <a16:creationId xmlns:a16="http://schemas.microsoft.com/office/drawing/2014/main" id="{4F16798B-F7AB-44B3-8B58-5B9905D4B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86" name="Line 54">
              <a:extLst>
                <a:ext uri="{FF2B5EF4-FFF2-40B4-BE49-F238E27FC236}">
                  <a16:creationId xmlns:a16="http://schemas.microsoft.com/office/drawing/2014/main" id="{03E3A916-157C-46A5-9662-3D34F85347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87" name="Line 55">
              <a:extLst>
                <a:ext uri="{FF2B5EF4-FFF2-40B4-BE49-F238E27FC236}">
                  <a16:creationId xmlns:a16="http://schemas.microsoft.com/office/drawing/2014/main" id="{09C7B305-E2C1-4CA3-A12A-DFC8B1C99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88" name="Line 56">
              <a:extLst>
                <a:ext uri="{FF2B5EF4-FFF2-40B4-BE49-F238E27FC236}">
                  <a16:creationId xmlns:a16="http://schemas.microsoft.com/office/drawing/2014/main" id="{7538D411-8A31-4E4F-84A8-09E8D4E51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6489" name="Rectangle 57">
              <a:extLst>
                <a:ext uri="{FF2B5EF4-FFF2-40B4-BE49-F238E27FC236}">
                  <a16:creationId xmlns:a16="http://schemas.microsoft.com/office/drawing/2014/main" id="{DAD26B3E-6729-4D68-87F1-FC708820F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86490" name="Oval 58">
              <a:extLst>
                <a:ext uri="{FF2B5EF4-FFF2-40B4-BE49-F238E27FC236}">
                  <a16:creationId xmlns:a16="http://schemas.microsoft.com/office/drawing/2014/main" id="{9D242C45-B571-4F09-A5C0-70696C6453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6491" name="Group 59">
              <a:extLst>
                <a:ext uri="{FF2B5EF4-FFF2-40B4-BE49-F238E27FC236}">
                  <a16:creationId xmlns:a16="http://schemas.microsoft.com/office/drawing/2014/main" id="{4848737B-D757-4B98-930F-A389FE518D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4" y="1492"/>
              <a:ext cx="227" cy="214"/>
              <a:chOff x="5034" y="1492"/>
              <a:chExt cx="227" cy="214"/>
            </a:xfrm>
          </p:grpSpPr>
          <p:sp>
            <p:nvSpPr>
              <p:cNvPr id="786492" name="Rectangle 60">
                <a:extLst>
                  <a:ext uri="{FF2B5EF4-FFF2-40B4-BE49-F238E27FC236}">
                    <a16:creationId xmlns:a16="http://schemas.microsoft.com/office/drawing/2014/main" id="{B750D926-7749-4B7A-A7AF-5663F7E1F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6493" name="Line 61">
                <a:extLst>
                  <a:ext uri="{FF2B5EF4-FFF2-40B4-BE49-F238E27FC236}">
                    <a16:creationId xmlns:a16="http://schemas.microsoft.com/office/drawing/2014/main" id="{4F6DA782-EC38-4D02-BFBB-F2533004E8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786494" name="Rectangle 62">
            <a:extLst>
              <a:ext uri="{FF2B5EF4-FFF2-40B4-BE49-F238E27FC236}">
                <a16:creationId xmlns:a16="http://schemas.microsoft.com/office/drawing/2014/main" id="{BBBEA0AC-A140-43C4-92F0-955750B6B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2168525"/>
            <a:ext cx="1981200" cy="1981200"/>
          </a:xfrm>
          <a:prstGeom prst="rect">
            <a:avLst/>
          </a:prstGeom>
          <a:noFill/>
          <a:ln w="38100" cap="rnd" algn="ctr">
            <a:solidFill>
              <a:srgbClr val="9966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86495" name="Rectangle 63">
            <a:extLst>
              <a:ext uri="{FF2B5EF4-FFF2-40B4-BE49-F238E27FC236}">
                <a16:creationId xmlns:a16="http://schemas.microsoft.com/office/drawing/2014/main" id="{DA2FC21E-C90F-46A2-B7CA-141BA7CEF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8" y="1808163"/>
            <a:ext cx="2974975" cy="2160587"/>
          </a:xfrm>
          <a:prstGeom prst="rect">
            <a:avLst/>
          </a:prstGeom>
          <a:noFill/>
          <a:ln w="38100" cap="rnd" algn="ctr">
            <a:solidFill>
              <a:srgbClr val="9966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8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8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8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36" grpId="0"/>
      <p:bldP spid="78647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ooter Placeholder 4">
            <a:extLst>
              <a:ext uri="{FF2B5EF4-FFF2-40B4-BE49-F238E27FC236}">
                <a16:creationId xmlns:a16="http://schemas.microsoft.com/office/drawing/2014/main" id="{A8938469-EDDD-4BDF-8DC5-818290EE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04" name="Slide Number Placeholder 5">
            <a:extLst>
              <a:ext uri="{FF2B5EF4-FFF2-40B4-BE49-F238E27FC236}">
                <a16:creationId xmlns:a16="http://schemas.microsoft.com/office/drawing/2014/main" id="{9859F94F-F084-4204-AAE2-9772A998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204F-BEC8-4520-962F-48E13288F3B6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88482" name="Rectangle 2">
            <a:extLst>
              <a:ext uri="{FF2B5EF4-FFF2-40B4-BE49-F238E27FC236}">
                <a16:creationId xmlns:a16="http://schemas.microsoft.com/office/drawing/2014/main" id="{466424A9-4E1A-4A1C-AFE4-90A5EB2F6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 Characteristic Tables</a:t>
            </a:r>
          </a:p>
        </p:txBody>
      </p:sp>
      <p:grpSp>
        <p:nvGrpSpPr>
          <p:cNvPr id="788483" name="Group 3">
            <a:extLst>
              <a:ext uri="{FF2B5EF4-FFF2-40B4-BE49-F238E27FC236}">
                <a16:creationId xmlns:a16="http://schemas.microsoft.com/office/drawing/2014/main" id="{FD4C5C81-78FC-4EAA-A38B-D38737959C90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268413"/>
            <a:ext cx="1619250" cy="1439862"/>
            <a:chOff x="4467" y="913"/>
            <a:chExt cx="1020" cy="907"/>
          </a:xfrm>
        </p:grpSpPr>
        <p:sp>
          <p:nvSpPr>
            <p:cNvPr id="788484" name="Rectangle 4">
              <a:extLst>
                <a:ext uri="{FF2B5EF4-FFF2-40B4-BE49-F238E27FC236}">
                  <a16:creationId xmlns:a16="http://schemas.microsoft.com/office/drawing/2014/main" id="{8EB27E72-FA22-4910-BACF-110328793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485" name="Rectangle 5">
              <a:extLst>
                <a:ext uri="{FF2B5EF4-FFF2-40B4-BE49-F238E27FC236}">
                  <a16:creationId xmlns:a16="http://schemas.microsoft.com/office/drawing/2014/main" id="{3DB51947-019E-4E83-A2EE-09BB912BF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88486" name="Line 6">
              <a:extLst>
                <a:ext uri="{FF2B5EF4-FFF2-40B4-BE49-F238E27FC236}">
                  <a16:creationId xmlns:a16="http://schemas.microsoft.com/office/drawing/2014/main" id="{66F9AC44-2241-4BE1-9758-837B984DA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487" name="Line 7">
              <a:extLst>
                <a:ext uri="{FF2B5EF4-FFF2-40B4-BE49-F238E27FC236}">
                  <a16:creationId xmlns:a16="http://schemas.microsoft.com/office/drawing/2014/main" id="{4E6B5942-A9DE-4944-A672-423F6565CA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488" name="Line 8">
              <a:extLst>
                <a:ext uri="{FF2B5EF4-FFF2-40B4-BE49-F238E27FC236}">
                  <a16:creationId xmlns:a16="http://schemas.microsoft.com/office/drawing/2014/main" id="{89454087-C125-4A89-8694-6AD732EBE5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489" name="Line 9">
              <a:extLst>
                <a:ext uri="{FF2B5EF4-FFF2-40B4-BE49-F238E27FC236}">
                  <a16:creationId xmlns:a16="http://schemas.microsoft.com/office/drawing/2014/main" id="{9C1129C3-9F9E-4F9F-9BA1-B94184E912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490" name="Line 10">
              <a:extLst>
                <a:ext uri="{FF2B5EF4-FFF2-40B4-BE49-F238E27FC236}">
                  <a16:creationId xmlns:a16="http://schemas.microsoft.com/office/drawing/2014/main" id="{BD06E83C-E5BC-46E1-80C4-01F9CA8044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491" name="Line 11">
              <a:extLst>
                <a:ext uri="{FF2B5EF4-FFF2-40B4-BE49-F238E27FC236}">
                  <a16:creationId xmlns:a16="http://schemas.microsoft.com/office/drawing/2014/main" id="{F2236AAF-3075-4744-B5D2-D7F1299001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492" name="Rectangle 12">
              <a:extLst>
                <a:ext uri="{FF2B5EF4-FFF2-40B4-BE49-F238E27FC236}">
                  <a16:creationId xmlns:a16="http://schemas.microsoft.com/office/drawing/2014/main" id="{A9E4A8BA-FDAF-4634-BD5A-A325E033A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88493" name="Oval 13">
              <a:extLst>
                <a:ext uri="{FF2B5EF4-FFF2-40B4-BE49-F238E27FC236}">
                  <a16:creationId xmlns:a16="http://schemas.microsoft.com/office/drawing/2014/main" id="{D37C09B0-D570-4509-AD9F-7A10424413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8494" name="Group 14">
              <a:extLst>
                <a:ext uri="{FF2B5EF4-FFF2-40B4-BE49-F238E27FC236}">
                  <a16:creationId xmlns:a16="http://schemas.microsoft.com/office/drawing/2014/main" id="{A7D7E590-4E94-4DF8-A6D8-6C0B9D1F4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4" y="1492"/>
              <a:ext cx="227" cy="214"/>
              <a:chOff x="5034" y="1492"/>
              <a:chExt cx="227" cy="214"/>
            </a:xfrm>
          </p:grpSpPr>
          <p:sp>
            <p:nvSpPr>
              <p:cNvPr id="788495" name="Rectangle 15">
                <a:extLst>
                  <a:ext uri="{FF2B5EF4-FFF2-40B4-BE49-F238E27FC236}">
                    <a16:creationId xmlns:a16="http://schemas.microsoft.com/office/drawing/2014/main" id="{E5D33DFA-0CC0-472E-9F97-449D205FC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8496" name="Line 16">
                <a:extLst>
                  <a:ext uri="{FF2B5EF4-FFF2-40B4-BE49-F238E27FC236}">
                    <a16:creationId xmlns:a16="http://schemas.microsoft.com/office/drawing/2014/main" id="{06BD3790-DBA3-49F8-B1F5-1C82507F4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788497" name="Group 17">
            <a:extLst>
              <a:ext uri="{FF2B5EF4-FFF2-40B4-BE49-F238E27FC236}">
                <a16:creationId xmlns:a16="http://schemas.microsoft.com/office/drawing/2014/main" id="{9F8102D9-6A90-4587-91A3-5AAA181F2C62}"/>
              </a:ext>
            </a:extLst>
          </p:cNvPr>
          <p:cNvGraphicFramePr>
            <a:graphicFrameLocks noGrp="1"/>
          </p:cNvGraphicFramePr>
          <p:nvPr/>
        </p:nvGraphicFramePr>
        <p:xfrm>
          <a:off x="4030663" y="1309688"/>
          <a:ext cx="1800225" cy="12192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4268653659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324266288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242025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05597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999578"/>
                  </a:ext>
                </a:extLst>
              </a:tr>
            </a:tbl>
          </a:graphicData>
        </a:graphic>
      </p:graphicFrame>
      <p:sp>
        <p:nvSpPr>
          <p:cNvPr id="788511" name="Rectangle 31">
            <a:extLst>
              <a:ext uri="{FF2B5EF4-FFF2-40B4-BE49-F238E27FC236}">
                <a16:creationId xmlns:a16="http://schemas.microsoft.com/office/drawing/2014/main" id="{2E3DEFF4-2C59-4C3E-9411-33B174165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1652588"/>
            <a:ext cx="1620837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</p:txBody>
      </p:sp>
      <p:graphicFrame>
        <p:nvGraphicFramePr>
          <p:cNvPr id="788512" name="Group 32">
            <a:extLst>
              <a:ext uri="{FF2B5EF4-FFF2-40B4-BE49-F238E27FC236}">
                <a16:creationId xmlns:a16="http://schemas.microsoft.com/office/drawing/2014/main" id="{FBEF68C9-C3C0-4A4B-94C0-4E672E6D4DD8}"/>
              </a:ext>
            </a:extLst>
          </p:cNvPr>
          <p:cNvGraphicFramePr>
            <a:graphicFrameLocks noGrp="1"/>
          </p:cNvGraphicFramePr>
          <p:nvPr/>
        </p:nvGraphicFramePr>
        <p:xfrm>
          <a:off x="3851275" y="2889250"/>
          <a:ext cx="2160588" cy="20320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344350331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74752098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219536490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949123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3659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69035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067696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133233"/>
                  </a:ext>
                </a:extLst>
              </a:tr>
            </a:tbl>
          </a:graphicData>
        </a:graphic>
      </p:graphicFrame>
      <p:sp>
        <p:nvSpPr>
          <p:cNvPr id="788537" name="Rectangle 57">
            <a:extLst>
              <a:ext uri="{FF2B5EF4-FFF2-40B4-BE49-F238E27FC236}">
                <a16:creationId xmlns:a16="http://schemas.microsoft.com/office/drawing/2014/main" id="{F2A7F728-F9D9-482D-BDAD-DA090169D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3168650"/>
            <a:ext cx="1620837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Toggle</a:t>
            </a:r>
          </a:p>
        </p:txBody>
      </p:sp>
      <p:grpSp>
        <p:nvGrpSpPr>
          <p:cNvPr id="788538" name="Group 58">
            <a:extLst>
              <a:ext uri="{FF2B5EF4-FFF2-40B4-BE49-F238E27FC236}">
                <a16:creationId xmlns:a16="http://schemas.microsoft.com/office/drawing/2014/main" id="{ABF50AAF-D0C8-4B65-AD80-E7A7D08C522D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068638"/>
            <a:ext cx="1619250" cy="1620837"/>
            <a:chOff x="2653" y="3067"/>
            <a:chExt cx="1020" cy="1021"/>
          </a:xfrm>
        </p:grpSpPr>
        <p:sp>
          <p:nvSpPr>
            <p:cNvPr id="788539" name="Rectangle 59">
              <a:extLst>
                <a:ext uri="{FF2B5EF4-FFF2-40B4-BE49-F238E27FC236}">
                  <a16:creationId xmlns:a16="http://schemas.microsoft.com/office/drawing/2014/main" id="{173F8716-4B17-48EA-AE83-681645077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40" name="Rectangle 60">
              <a:extLst>
                <a:ext uri="{FF2B5EF4-FFF2-40B4-BE49-F238E27FC236}">
                  <a16:creationId xmlns:a16="http://schemas.microsoft.com/office/drawing/2014/main" id="{9371285D-1F70-49EB-A1DF-85AEE39B4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88541" name="Line 61">
              <a:extLst>
                <a:ext uri="{FF2B5EF4-FFF2-40B4-BE49-F238E27FC236}">
                  <a16:creationId xmlns:a16="http://schemas.microsoft.com/office/drawing/2014/main" id="{689DC5EE-CA41-42E0-A16F-76F3A5D7B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42" name="Line 62">
              <a:extLst>
                <a:ext uri="{FF2B5EF4-FFF2-40B4-BE49-F238E27FC236}">
                  <a16:creationId xmlns:a16="http://schemas.microsoft.com/office/drawing/2014/main" id="{389ABD32-C2D8-4F07-874B-5184E7CFA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43" name="Line 63">
              <a:extLst>
                <a:ext uri="{FF2B5EF4-FFF2-40B4-BE49-F238E27FC236}">
                  <a16:creationId xmlns:a16="http://schemas.microsoft.com/office/drawing/2014/main" id="{FA8CE148-86E4-49A8-AA17-B5ACD6DAA7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44" name="Line 64">
              <a:extLst>
                <a:ext uri="{FF2B5EF4-FFF2-40B4-BE49-F238E27FC236}">
                  <a16:creationId xmlns:a16="http://schemas.microsoft.com/office/drawing/2014/main" id="{64E694AF-1FD8-425A-93A1-612E03586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45" name="Line 65">
              <a:extLst>
                <a:ext uri="{FF2B5EF4-FFF2-40B4-BE49-F238E27FC236}">
                  <a16:creationId xmlns:a16="http://schemas.microsoft.com/office/drawing/2014/main" id="{EB56383D-00B1-4DC1-9758-A38645F3E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46" name="Line 66">
              <a:extLst>
                <a:ext uri="{FF2B5EF4-FFF2-40B4-BE49-F238E27FC236}">
                  <a16:creationId xmlns:a16="http://schemas.microsoft.com/office/drawing/2014/main" id="{88E9ACE6-B82A-4B84-AC3F-753AB4F7DE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47" name="Rectangle 67">
              <a:extLst>
                <a:ext uri="{FF2B5EF4-FFF2-40B4-BE49-F238E27FC236}">
                  <a16:creationId xmlns:a16="http://schemas.microsoft.com/office/drawing/2014/main" id="{A01CDB86-DA73-439A-833D-753DAF5A9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88548" name="Oval 68">
              <a:extLst>
                <a:ext uri="{FF2B5EF4-FFF2-40B4-BE49-F238E27FC236}">
                  <a16:creationId xmlns:a16="http://schemas.microsoft.com/office/drawing/2014/main" id="{7845CA08-46DC-4343-AF71-9248CE3532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8549" name="Group 69">
              <a:extLst>
                <a:ext uri="{FF2B5EF4-FFF2-40B4-BE49-F238E27FC236}">
                  <a16:creationId xmlns:a16="http://schemas.microsoft.com/office/drawing/2014/main" id="{2E9C74C2-D63D-4A97-9AD7-73FB5D21F5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3760"/>
              <a:ext cx="227" cy="214"/>
              <a:chOff x="5034" y="1492"/>
              <a:chExt cx="227" cy="214"/>
            </a:xfrm>
          </p:grpSpPr>
          <p:sp>
            <p:nvSpPr>
              <p:cNvPr id="788550" name="Rectangle 70">
                <a:extLst>
                  <a:ext uri="{FF2B5EF4-FFF2-40B4-BE49-F238E27FC236}">
                    <a16:creationId xmlns:a16="http://schemas.microsoft.com/office/drawing/2014/main" id="{4740B96A-6875-4755-9A77-396326B28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8551" name="Line 71">
                <a:extLst>
                  <a:ext uri="{FF2B5EF4-FFF2-40B4-BE49-F238E27FC236}">
                    <a16:creationId xmlns:a16="http://schemas.microsoft.com/office/drawing/2014/main" id="{6A75B0D7-8F77-4262-9CF6-0A850676F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88552" name="Line 72">
              <a:extLst>
                <a:ext uri="{FF2B5EF4-FFF2-40B4-BE49-F238E27FC236}">
                  <a16:creationId xmlns:a16="http://schemas.microsoft.com/office/drawing/2014/main" id="{61666021-6E39-4753-B490-18816CAAA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53" name="Rectangle 73">
              <a:extLst>
                <a:ext uri="{FF2B5EF4-FFF2-40B4-BE49-F238E27FC236}">
                  <a16:creationId xmlns:a16="http://schemas.microsoft.com/office/drawing/2014/main" id="{07FF590E-8FD9-44FB-90CE-FCE6F73EA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grpSp>
        <p:nvGrpSpPr>
          <p:cNvPr id="788554" name="Group 74">
            <a:extLst>
              <a:ext uri="{FF2B5EF4-FFF2-40B4-BE49-F238E27FC236}">
                <a16:creationId xmlns:a16="http://schemas.microsoft.com/office/drawing/2014/main" id="{2952A37A-2082-4A68-8D02-A1C7DA71C71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49838"/>
            <a:ext cx="1619250" cy="1439862"/>
            <a:chOff x="4467" y="913"/>
            <a:chExt cx="1020" cy="907"/>
          </a:xfrm>
        </p:grpSpPr>
        <p:sp>
          <p:nvSpPr>
            <p:cNvPr id="788555" name="Rectangle 75">
              <a:extLst>
                <a:ext uri="{FF2B5EF4-FFF2-40B4-BE49-F238E27FC236}">
                  <a16:creationId xmlns:a16="http://schemas.microsoft.com/office/drawing/2014/main" id="{56129246-AC43-4DCB-873F-AC32599DE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66FF33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56" name="Rectangle 76">
              <a:extLst>
                <a:ext uri="{FF2B5EF4-FFF2-40B4-BE49-F238E27FC236}">
                  <a16:creationId xmlns:a16="http://schemas.microsoft.com/office/drawing/2014/main" id="{8690DE11-4726-4529-BE3F-450A7132D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88557" name="Line 77">
              <a:extLst>
                <a:ext uri="{FF2B5EF4-FFF2-40B4-BE49-F238E27FC236}">
                  <a16:creationId xmlns:a16="http://schemas.microsoft.com/office/drawing/2014/main" id="{08FF1C61-73DC-4BF3-833A-E550EF326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58" name="Line 78">
              <a:extLst>
                <a:ext uri="{FF2B5EF4-FFF2-40B4-BE49-F238E27FC236}">
                  <a16:creationId xmlns:a16="http://schemas.microsoft.com/office/drawing/2014/main" id="{C8AE40E9-5ADA-43FA-9558-5FF5EEFA5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59" name="Line 79">
              <a:extLst>
                <a:ext uri="{FF2B5EF4-FFF2-40B4-BE49-F238E27FC236}">
                  <a16:creationId xmlns:a16="http://schemas.microsoft.com/office/drawing/2014/main" id="{91B2CDF0-8875-4C1D-99D6-7BA2C0AA6F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60" name="Line 80">
              <a:extLst>
                <a:ext uri="{FF2B5EF4-FFF2-40B4-BE49-F238E27FC236}">
                  <a16:creationId xmlns:a16="http://schemas.microsoft.com/office/drawing/2014/main" id="{48E077A0-4FD3-4909-80B7-59E36D4982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61" name="Line 81">
              <a:extLst>
                <a:ext uri="{FF2B5EF4-FFF2-40B4-BE49-F238E27FC236}">
                  <a16:creationId xmlns:a16="http://schemas.microsoft.com/office/drawing/2014/main" id="{110D106A-A77A-4688-8BCF-D17584043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62" name="Line 82">
              <a:extLst>
                <a:ext uri="{FF2B5EF4-FFF2-40B4-BE49-F238E27FC236}">
                  <a16:creationId xmlns:a16="http://schemas.microsoft.com/office/drawing/2014/main" id="{B8350E05-C724-4819-A37F-0CDE8A2075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88563" name="Rectangle 83">
              <a:extLst>
                <a:ext uri="{FF2B5EF4-FFF2-40B4-BE49-F238E27FC236}">
                  <a16:creationId xmlns:a16="http://schemas.microsoft.com/office/drawing/2014/main" id="{90FAF8B5-EC8C-40CC-A8E0-AF1D82934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88564" name="Oval 84">
              <a:extLst>
                <a:ext uri="{FF2B5EF4-FFF2-40B4-BE49-F238E27FC236}">
                  <a16:creationId xmlns:a16="http://schemas.microsoft.com/office/drawing/2014/main" id="{B4B7C8DC-DF16-4775-B0AB-5900074FC2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88565" name="Group 85">
              <a:extLst>
                <a:ext uri="{FF2B5EF4-FFF2-40B4-BE49-F238E27FC236}">
                  <a16:creationId xmlns:a16="http://schemas.microsoft.com/office/drawing/2014/main" id="{5B235C1D-CE6D-4474-87AF-484811B61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4" y="1492"/>
              <a:ext cx="227" cy="214"/>
              <a:chOff x="5034" y="1492"/>
              <a:chExt cx="227" cy="214"/>
            </a:xfrm>
          </p:grpSpPr>
          <p:sp>
            <p:nvSpPr>
              <p:cNvPr id="788566" name="Rectangle 86">
                <a:extLst>
                  <a:ext uri="{FF2B5EF4-FFF2-40B4-BE49-F238E27FC236}">
                    <a16:creationId xmlns:a16="http://schemas.microsoft.com/office/drawing/2014/main" id="{DA0A87FA-D69E-439A-96FD-29C0B76F2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88567" name="Line 87">
                <a:extLst>
                  <a:ext uri="{FF2B5EF4-FFF2-40B4-BE49-F238E27FC236}">
                    <a16:creationId xmlns:a16="http://schemas.microsoft.com/office/drawing/2014/main" id="{2B7A4837-033C-44C4-AAD6-30E44499F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788568" name="Group 88">
            <a:extLst>
              <a:ext uri="{FF2B5EF4-FFF2-40B4-BE49-F238E27FC236}">
                <a16:creationId xmlns:a16="http://schemas.microsoft.com/office/drawing/2014/main" id="{9EBB0E30-CA3B-4F0E-9D59-AFF8CAEDF27D}"/>
              </a:ext>
            </a:extLst>
          </p:cNvPr>
          <p:cNvGraphicFramePr>
            <a:graphicFrameLocks noGrp="1"/>
          </p:cNvGraphicFramePr>
          <p:nvPr/>
        </p:nvGraphicFramePr>
        <p:xfrm>
          <a:off x="4030663" y="5270500"/>
          <a:ext cx="1800225" cy="12192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3549671325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883054767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013957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87836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282157"/>
                  </a:ext>
                </a:extLst>
              </a:tr>
            </a:tbl>
          </a:graphicData>
        </a:graphic>
      </p:graphicFrame>
      <p:sp>
        <p:nvSpPr>
          <p:cNvPr id="788582" name="Rectangle 102">
            <a:extLst>
              <a:ext uri="{FF2B5EF4-FFF2-40B4-BE49-F238E27FC236}">
                <a16:creationId xmlns:a16="http://schemas.microsoft.com/office/drawing/2014/main" id="{DC9DAAC4-D92D-44E8-9836-982777A7C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5613400"/>
            <a:ext cx="1620837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8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8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8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8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8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8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1" grpId="0"/>
      <p:bldP spid="788537" grpId="0"/>
      <p:bldP spid="78858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ooter Placeholder 4">
            <a:extLst>
              <a:ext uri="{FF2B5EF4-FFF2-40B4-BE49-F238E27FC236}">
                <a16:creationId xmlns:a16="http://schemas.microsoft.com/office/drawing/2014/main" id="{29AF6502-E857-4EF8-B04C-54680CBA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04" name="Slide Number Placeholder 5">
            <a:extLst>
              <a:ext uri="{FF2B5EF4-FFF2-40B4-BE49-F238E27FC236}">
                <a16:creationId xmlns:a16="http://schemas.microsoft.com/office/drawing/2014/main" id="{F7DAA02D-712C-4F97-AC49-7D28C9BD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84DF-D66E-4649-A630-532D7878A90F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90530" name="Rectangle 2">
            <a:extLst>
              <a:ext uri="{FF2B5EF4-FFF2-40B4-BE49-F238E27FC236}">
                <a16:creationId xmlns:a16="http://schemas.microsoft.com/office/drawing/2014/main" id="{E3A33D62-E24D-4A5C-B97D-E05127A70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 Characteristic Equations</a:t>
            </a:r>
          </a:p>
        </p:txBody>
      </p:sp>
      <p:grpSp>
        <p:nvGrpSpPr>
          <p:cNvPr id="790531" name="Group 3">
            <a:extLst>
              <a:ext uri="{FF2B5EF4-FFF2-40B4-BE49-F238E27FC236}">
                <a16:creationId xmlns:a16="http://schemas.microsoft.com/office/drawing/2014/main" id="{C17E5D50-0BD9-43D6-919F-BA0F7CC3056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268413"/>
            <a:ext cx="1619250" cy="1439862"/>
            <a:chOff x="4467" y="913"/>
            <a:chExt cx="1020" cy="907"/>
          </a:xfrm>
        </p:grpSpPr>
        <p:sp>
          <p:nvSpPr>
            <p:cNvPr id="790532" name="Rectangle 4">
              <a:extLst>
                <a:ext uri="{FF2B5EF4-FFF2-40B4-BE49-F238E27FC236}">
                  <a16:creationId xmlns:a16="http://schemas.microsoft.com/office/drawing/2014/main" id="{52736342-A45B-4669-B88C-9B5E0E45F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33" name="Rectangle 5">
              <a:extLst>
                <a:ext uri="{FF2B5EF4-FFF2-40B4-BE49-F238E27FC236}">
                  <a16:creationId xmlns:a16="http://schemas.microsoft.com/office/drawing/2014/main" id="{0BD3EEC5-0987-45F3-9745-0407130A1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90534" name="Line 6">
              <a:extLst>
                <a:ext uri="{FF2B5EF4-FFF2-40B4-BE49-F238E27FC236}">
                  <a16:creationId xmlns:a16="http://schemas.microsoft.com/office/drawing/2014/main" id="{2F89EB34-9023-4FDA-A92A-CB9AC181D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35" name="Line 7">
              <a:extLst>
                <a:ext uri="{FF2B5EF4-FFF2-40B4-BE49-F238E27FC236}">
                  <a16:creationId xmlns:a16="http://schemas.microsoft.com/office/drawing/2014/main" id="{36C310AA-1D7A-40BE-BAFE-677ABF3CD0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36" name="Line 8">
              <a:extLst>
                <a:ext uri="{FF2B5EF4-FFF2-40B4-BE49-F238E27FC236}">
                  <a16:creationId xmlns:a16="http://schemas.microsoft.com/office/drawing/2014/main" id="{C5B4CD77-7F0B-4179-A4F0-FB3158DBA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37" name="Line 9">
              <a:extLst>
                <a:ext uri="{FF2B5EF4-FFF2-40B4-BE49-F238E27FC236}">
                  <a16:creationId xmlns:a16="http://schemas.microsoft.com/office/drawing/2014/main" id="{14CDD83C-D1CA-4EEB-81AD-7AA024F3F2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38" name="Line 10">
              <a:extLst>
                <a:ext uri="{FF2B5EF4-FFF2-40B4-BE49-F238E27FC236}">
                  <a16:creationId xmlns:a16="http://schemas.microsoft.com/office/drawing/2014/main" id="{DD0DF8F4-50C9-4AD3-83A0-FADEC8F58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39" name="Line 11">
              <a:extLst>
                <a:ext uri="{FF2B5EF4-FFF2-40B4-BE49-F238E27FC236}">
                  <a16:creationId xmlns:a16="http://schemas.microsoft.com/office/drawing/2014/main" id="{325B630E-0962-4B40-9637-B9EBFAE064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40" name="Rectangle 12">
              <a:extLst>
                <a:ext uri="{FF2B5EF4-FFF2-40B4-BE49-F238E27FC236}">
                  <a16:creationId xmlns:a16="http://schemas.microsoft.com/office/drawing/2014/main" id="{01BBE9B5-8265-4D09-AE68-C446EF415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90541" name="Oval 13">
              <a:extLst>
                <a:ext uri="{FF2B5EF4-FFF2-40B4-BE49-F238E27FC236}">
                  <a16:creationId xmlns:a16="http://schemas.microsoft.com/office/drawing/2014/main" id="{B1F0D4DC-66CA-4B6F-88C9-667714945F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90542" name="Group 14">
              <a:extLst>
                <a:ext uri="{FF2B5EF4-FFF2-40B4-BE49-F238E27FC236}">
                  <a16:creationId xmlns:a16="http://schemas.microsoft.com/office/drawing/2014/main" id="{1A5B75AB-6C78-4A11-9F93-E993154BFA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4" y="1492"/>
              <a:ext cx="227" cy="214"/>
              <a:chOff x="5034" y="1492"/>
              <a:chExt cx="227" cy="214"/>
            </a:xfrm>
          </p:grpSpPr>
          <p:sp>
            <p:nvSpPr>
              <p:cNvPr id="790543" name="Rectangle 15">
                <a:extLst>
                  <a:ext uri="{FF2B5EF4-FFF2-40B4-BE49-F238E27FC236}">
                    <a16:creationId xmlns:a16="http://schemas.microsoft.com/office/drawing/2014/main" id="{367D8C6D-0F07-4790-AE67-55A626C5E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90544" name="Line 16">
                <a:extLst>
                  <a:ext uri="{FF2B5EF4-FFF2-40B4-BE49-F238E27FC236}">
                    <a16:creationId xmlns:a16="http://schemas.microsoft.com/office/drawing/2014/main" id="{C5682994-015D-429B-A5B9-F0DFA047D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790545" name="Group 17">
            <a:extLst>
              <a:ext uri="{FF2B5EF4-FFF2-40B4-BE49-F238E27FC236}">
                <a16:creationId xmlns:a16="http://schemas.microsoft.com/office/drawing/2014/main" id="{A924549E-BEB3-4A4A-A331-FFBF8EAF4B87}"/>
              </a:ext>
            </a:extLst>
          </p:cNvPr>
          <p:cNvGraphicFramePr>
            <a:graphicFrameLocks noGrp="1"/>
          </p:cNvGraphicFramePr>
          <p:nvPr/>
        </p:nvGraphicFramePr>
        <p:xfrm>
          <a:off x="4030663" y="1309688"/>
          <a:ext cx="1800225" cy="12192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948802203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465843337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79626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998111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918508"/>
                  </a:ext>
                </a:extLst>
              </a:tr>
            </a:tbl>
          </a:graphicData>
        </a:graphic>
      </p:graphicFrame>
      <p:sp>
        <p:nvSpPr>
          <p:cNvPr id="790559" name="Rectangle 31">
            <a:extLst>
              <a:ext uri="{FF2B5EF4-FFF2-40B4-BE49-F238E27FC236}">
                <a16:creationId xmlns:a16="http://schemas.microsoft.com/office/drawing/2014/main" id="{D9780C12-2922-4B0E-A26C-11566337C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808163"/>
            <a:ext cx="1620838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+1) 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graphicFrame>
        <p:nvGraphicFramePr>
          <p:cNvPr id="790560" name="Group 32">
            <a:extLst>
              <a:ext uri="{FF2B5EF4-FFF2-40B4-BE49-F238E27FC236}">
                <a16:creationId xmlns:a16="http://schemas.microsoft.com/office/drawing/2014/main" id="{3A6B2181-50DF-4AB1-8AF5-236CB5821525}"/>
              </a:ext>
            </a:extLst>
          </p:cNvPr>
          <p:cNvGraphicFramePr>
            <a:graphicFrameLocks noGrp="1"/>
          </p:cNvGraphicFramePr>
          <p:nvPr/>
        </p:nvGraphicFramePr>
        <p:xfrm>
          <a:off x="3851275" y="2889250"/>
          <a:ext cx="2160588" cy="20320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413155116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690689198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204980582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318635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448295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19131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100826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249105"/>
                  </a:ext>
                </a:extLst>
              </a:tr>
            </a:tbl>
          </a:graphicData>
        </a:graphic>
      </p:graphicFrame>
      <p:sp>
        <p:nvSpPr>
          <p:cNvPr id="790585" name="Rectangle 57">
            <a:extLst>
              <a:ext uri="{FF2B5EF4-FFF2-40B4-BE49-F238E27FC236}">
                <a16:creationId xmlns:a16="http://schemas.microsoft.com/office/drawing/2014/main" id="{63D65136-AE42-4A58-AE18-73A20E075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608388"/>
            <a:ext cx="25209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+1) 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JQ’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K’Q</a:t>
            </a:r>
          </a:p>
        </p:txBody>
      </p:sp>
      <p:grpSp>
        <p:nvGrpSpPr>
          <p:cNvPr id="790586" name="Group 58">
            <a:extLst>
              <a:ext uri="{FF2B5EF4-FFF2-40B4-BE49-F238E27FC236}">
                <a16:creationId xmlns:a16="http://schemas.microsoft.com/office/drawing/2014/main" id="{B2A7AFAA-5B30-4900-B7B2-3DC175306AFE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068638"/>
            <a:ext cx="1619250" cy="1620837"/>
            <a:chOff x="2653" y="3067"/>
            <a:chExt cx="1020" cy="1021"/>
          </a:xfrm>
        </p:grpSpPr>
        <p:sp>
          <p:nvSpPr>
            <p:cNvPr id="790587" name="Rectangle 59">
              <a:extLst>
                <a:ext uri="{FF2B5EF4-FFF2-40B4-BE49-F238E27FC236}">
                  <a16:creationId xmlns:a16="http://schemas.microsoft.com/office/drawing/2014/main" id="{934276E2-A508-4E9A-B7DB-313DFD099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88" name="Rectangle 60">
              <a:extLst>
                <a:ext uri="{FF2B5EF4-FFF2-40B4-BE49-F238E27FC236}">
                  <a16:creationId xmlns:a16="http://schemas.microsoft.com/office/drawing/2014/main" id="{3AD0E40F-09F4-40FF-939D-063D544B8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90589" name="Line 61">
              <a:extLst>
                <a:ext uri="{FF2B5EF4-FFF2-40B4-BE49-F238E27FC236}">
                  <a16:creationId xmlns:a16="http://schemas.microsoft.com/office/drawing/2014/main" id="{C5B29669-FD18-4F7D-A3EC-2F2223103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90" name="Line 62">
              <a:extLst>
                <a:ext uri="{FF2B5EF4-FFF2-40B4-BE49-F238E27FC236}">
                  <a16:creationId xmlns:a16="http://schemas.microsoft.com/office/drawing/2014/main" id="{88FFAD67-3F0F-491A-9EA4-9017561E1D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91" name="Line 63">
              <a:extLst>
                <a:ext uri="{FF2B5EF4-FFF2-40B4-BE49-F238E27FC236}">
                  <a16:creationId xmlns:a16="http://schemas.microsoft.com/office/drawing/2014/main" id="{C66C5555-4913-4A45-B991-2F91CDD742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92" name="Line 64">
              <a:extLst>
                <a:ext uri="{FF2B5EF4-FFF2-40B4-BE49-F238E27FC236}">
                  <a16:creationId xmlns:a16="http://schemas.microsoft.com/office/drawing/2014/main" id="{51937E97-8322-4D76-818C-0C25CBD00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93" name="Line 65">
              <a:extLst>
                <a:ext uri="{FF2B5EF4-FFF2-40B4-BE49-F238E27FC236}">
                  <a16:creationId xmlns:a16="http://schemas.microsoft.com/office/drawing/2014/main" id="{28439975-C52B-45D5-8983-60153409A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94" name="Line 66">
              <a:extLst>
                <a:ext uri="{FF2B5EF4-FFF2-40B4-BE49-F238E27FC236}">
                  <a16:creationId xmlns:a16="http://schemas.microsoft.com/office/drawing/2014/main" id="{CFB40D5D-75CE-4456-AF81-20F9C2E5E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595" name="Rectangle 67">
              <a:extLst>
                <a:ext uri="{FF2B5EF4-FFF2-40B4-BE49-F238E27FC236}">
                  <a16:creationId xmlns:a16="http://schemas.microsoft.com/office/drawing/2014/main" id="{897B0AFD-310B-4559-ACCD-0AA4B63A8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90596" name="Oval 68">
              <a:extLst>
                <a:ext uri="{FF2B5EF4-FFF2-40B4-BE49-F238E27FC236}">
                  <a16:creationId xmlns:a16="http://schemas.microsoft.com/office/drawing/2014/main" id="{4D9A6B74-3CFD-493A-ABD7-A83F4992CD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90597" name="Group 69">
              <a:extLst>
                <a:ext uri="{FF2B5EF4-FFF2-40B4-BE49-F238E27FC236}">
                  <a16:creationId xmlns:a16="http://schemas.microsoft.com/office/drawing/2014/main" id="{9EE73F94-5B4F-475A-BB8F-40CE4409C5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3760"/>
              <a:ext cx="227" cy="214"/>
              <a:chOff x="5034" y="1492"/>
              <a:chExt cx="227" cy="214"/>
            </a:xfrm>
          </p:grpSpPr>
          <p:sp>
            <p:nvSpPr>
              <p:cNvPr id="790598" name="Rectangle 70">
                <a:extLst>
                  <a:ext uri="{FF2B5EF4-FFF2-40B4-BE49-F238E27FC236}">
                    <a16:creationId xmlns:a16="http://schemas.microsoft.com/office/drawing/2014/main" id="{E67C1CA3-69A5-400E-B308-2616C29FD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90599" name="Line 71">
                <a:extLst>
                  <a:ext uri="{FF2B5EF4-FFF2-40B4-BE49-F238E27FC236}">
                    <a16:creationId xmlns:a16="http://schemas.microsoft.com/office/drawing/2014/main" id="{F731E58C-E436-4D84-BBB4-86F1F53C8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90600" name="Line 72">
              <a:extLst>
                <a:ext uri="{FF2B5EF4-FFF2-40B4-BE49-F238E27FC236}">
                  <a16:creationId xmlns:a16="http://schemas.microsoft.com/office/drawing/2014/main" id="{E3C3AE60-1B11-456D-A442-F075C49AE5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601" name="Rectangle 73">
              <a:extLst>
                <a:ext uri="{FF2B5EF4-FFF2-40B4-BE49-F238E27FC236}">
                  <a16:creationId xmlns:a16="http://schemas.microsoft.com/office/drawing/2014/main" id="{BA4B0FB6-A40D-4B85-9DDE-90A3DED76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grpSp>
        <p:nvGrpSpPr>
          <p:cNvPr id="790602" name="Group 74">
            <a:extLst>
              <a:ext uri="{FF2B5EF4-FFF2-40B4-BE49-F238E27FC236}">
                <a16:creationId xmlns:a16="http://schemas.microsoft.com/office/drawing/2014/main" id="{28A26B2F-706F-45D7-9B0D-02B5BE10161B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49838"/>
            <a:ext cx="1619250" cy="1439862"/>
            <a:chOff x="4467" y="913"/>
            <a:chExt cx="1020" cy="907"/>
          </a:xfrm>
        </p:grpSpPr>
        <p:sp>
          <p:nvSpPr>
            <p:cNvPr id="790603" name="Rectangle 75">
              <a:extLst>
                <a:ext uri="{FF2B5EF4-FFF2-40B4-BE49-F238E27FC236}">
                  <a16:creationId xmlns:a16="http://schemas.microsoft.com/office/drawing/2014/main" id="{3D8377B9-83E9-4618-B047-284618880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66FF33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604" name="Rectangle 76">
              <a:extLst>
                <a:ext uri="{FF2B5EF4-FFF2-40B4-BE49-F238E27FC236}">
                  <a16:creationId xmlns:a16="http://schemas.microsoft.com/office/drawing/2014/main" id="{83170B54-976B-4CF3-9365-2545C34FE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90605" name="Line 77">
              <a:extLst>
                <a:ext uri="{FF2B5EF4-FFF2-40B4-BE49-F238E27FC236}">
                  <a16:creationId xmlns:a16="http://schemas.microsoft.com/office/drawing/2014/main" id="{A00D0D45-CD17-4318-B899-29A18F760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606" name="Line 78">
              <a:extLst>
                <a:ext uri="{FF2B5EF4-FFF2-40B4-BE49-F238E27FC236}">
                  <a16:creationId xmlns:a16="http://schemas.microsoft.com/office/drawing/2014/main" id="{8C6330D3-8492-4F1F-8584-2D26B47A06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607" name="Line 79">
              <a:extLst>
                <a:ext uri="{FF2B5EF4-FFF2-40B4-BE49-F238E27FC236}">
                  <a16:creationId xmlns:a16="http://schemas.microsoft.com/office/drawing/2014/main" id="{8126EA19-A7D8-419C-AA28-7A9FFCA70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608" name="Line 80">
              <a:extLst>
                <a:ext uri="{FF2B5EF4-FFF2-40B4-BE49-F238E27FC236}">
                  <a16:creationId xmlns:a16="http://schemas.microsoft.com/office/drawing/2014/main" id="{BFB3AAF8-347A-4A0E-8954-3F8101B92E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609" name="Line 81">
              <a:extLst>
                <a:ext uri="{FF2B5EF4-FFF2-40B4-BE49-F238E27FC236}">
                  <a16:creationId xmlns:a16="http://schemas.microsoft.com/office/drawing/2014/main" id="{F598B3F7-CABC-425D-9B5F-B08D1D2B2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610" name="Line 82">
              <a:extLst>
                <a:ext uri="{FF2B5EF4-FFF2-40B4-BE49-F238E27FC236}">
                  <a16:creationId xmlns:a16="http://schemas.microsoft.com/office/drawing/2014/main" id="{A2CF2564-3E7B-4D7E-9B78-591C072E4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0611" name="Rectangle 83">
              <a:extLst>
                <a:ext uri="{FF2B5EF4-FFF2-40B4-BE49-F238E27FC236}">
                  <a16:creationId xmlns:a16="http://schemas.microsoft.com/office/drawing/2014/main" id="{1D736845-D5BD-4B26-9E97-F16E74A28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" y="102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90612" name="Oval 84">
              <a:extLst>
                <a:ext uri="{FF2B5EF4-FFF2-40B4-BE49-F238E27FC236}">
                  <a16:creationId xmlns:a16="http://schemas.microsoft.com/office/drawing/2014/main" id="{166A036A-3331-48F3-B931-4303D72C02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90613" name="Group 85">
              <a:extLst>
                <a:ext uri="{FF2B5EF4-FFF2-40B4-BE49-F238E27FC236}">
                  <a16:creationId xmlns:a16="http://schemas.microsoft.com/office/drawing/2014/main" id="{B6D60A50-77CC-4E26-967A-1EDF20DFD7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4" y="1492"/>
              <a:ext cx="227" cy="214"/>
              <a:chOff x="5034" y="1492"/>
              <a:chExt cx="227" cy="214"/>
            </a:xfrm>
          </p:grpSpPr>
          <p:sp>
            <p:nvSpPr>
              <p:cNvPr id="790614" name="Rectangle 86">
                <a:extLst>
                  <a:ext uri="{FF2B5EF4-FFF2-40B4-BE49-F238E27FC236}">
                    <a16:creationId xmlns:a16="http://schemas.microsoft.com/office/drawing/2014/main" id="{109934C8-0D9B-401B-9BAE-0C2C53549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90615" name="Line 87">
                <a:extLst>
                  <a:ext uri="{FF2B5EF4-FFF2-40B4-BE49-F238E27FC236}">
                    <a16:creationId xmlns:a16="http://schemas.microsoft.com/office/drawing/2014/main" id="{84B0C3B6-BBE3-41CB-9648-792FD580BD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790616" name="Group 88">
            <a:extLst>
              <a:ext uri="{FF2B5EF4-FFF2-40B4-BE49-F238E27FC236}">
                <a16:creationId xmlns:a16="http://schemas.microsoft.com/office/drawing/2014/main" id="{D0C79288-1F96-4838-B068-F848FC421FA6}"/>
              </a:ext>
            </a:extLst>
          </p:cNvPr>
          <p:cNvGraphicFramePr>
            <a:graphicFrameLocks noGrp="1"/>
          </p:cNvGraphicFramePr>
          <p:nvPr/>
        </p:nvGraphicFramePr>
        <p:xfrm>
          <a:off x="4030663" y="5270500"/>
          <a:ext cx="1800225" cy="12192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1164929817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1934872403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584521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984334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891668"/>
                  </a:ext>
                </a:extLst>
              </a:tr>
            </a:tbl>
          </a:graphicData>
        </a:graphic>
      </p:graphicFrame>
      <p:sp>
        <p:nvSpPr>
          <p:cNvPr id="790630" name="Rectangle 102">
            <a:extLst>
              <a:ext uri="{FF2B5EF4-FFF2-40B4-BE49-F238E27FC236}">
                <a16:creationId xmlns:a16="http://schemas.microsoft.com/office/drawing/2014/main" id="{1095B8E9-48C0-4AA1-B716-F8A4683FC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5768975"/>
            <a:ext cx="233997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+1) 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9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90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90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9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9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9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559" grpId="0"/>
      <p:bldP spid="790585" grpId="0"/>
      <p:bldP spid="7906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ooter Placeholder 4">
            <a:extLst>
              <a:ext uri="{FF2B5EF4-FFF2-40B4-BE49-F238E27FC236}">
                <a16:creationId xmlns:a16="http://schemas.microsoft.com/office/drawing/2014/main" id="{E50B25A7-B935-47F1-BD01-D5BC9853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09B1036E-FBB6-4EC3-85E2-3D5EE054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11AA0-CB7A-4FA4-8D61-37A28479502E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92578" name="Rectangle 2">
            <a:extLst>
              <a:ext uri="{FF2B5EF4-FFF2-40B4-BE49-F238E27FC236}">
                <a16:creationId xmlns:a16="http://schemas.microsoft.com/office/drawing/2014/main" id="{630753F7-F9E9-4EB7-84C2-0C8DFD0C2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 Characteristic Equations</a:t>
            </a:r>
          </a:p>
        </p:txBody>
      </p:sp>
      <p:sp>
        <p:nvSpPr>
          <p:cNvPr id="792579" name="Rectangle 3">
            <a:extLst>
              <a:ext uri="{FF2B5EF4-FFF2-40B4-BE49-F238E27FC236}">
                <a16:creationId xmlns:a16="http://schemas.microsoft.com/office/drawing/2014/main" id="{C546F3BB-F81C-44DA-A3C6-16DFEE35A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Analysis / Derivation</a:t>
            </a:r>
          </a:p>
        </p:txBody>
      </p:sp>
      <p:grpSp>
        <p:nvGrpSpPr>
          <p:cNvPr id="792580" name="Group 4">
            <a:extLst>
              <a:ext uri="{FF2B5EF4-FFF2-40B4-BE49-F238E27FC236}">
                <a16:creationId xmlns:a16="http://schemas.microsoft.com/office/drawing/2014/main" id="{F5CB072E-F58C-453C-9FE9-C397BC955A80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617788"/>
            <a:ext cx="1619250" cy="1620837"/>
            <a:chOff x="2653" y="3067"/>
            <a:chExt cx="1020" cy="1021"/>
          </a:xfrm>
        </p:grpSpPr>
        <p:sp>
          <p:nvSpPr>
            <p:cNvPr id="792581" name="Rectangle 5">
              <a:extLst>
                <a:ext uri="{FF2B5EF4-FFF2-40B4-BE49-F238E27FC236}">
                  <a16:creationId xmlns:a16="http://schemas.microsoft.com/office/drawing/2014/main" id="{72B7B9F0-565B-4EE7-BC4D-50CC9DD3C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2582" name="Rectangle 6">
              <a:extLst>
                <a:ext uri="{FF2B5EF4-FFF2-40B4-BE49-F238E27FC236}">
                  <a16:creationId xmlns:a16="http://schemas.microsoft.com/office/drawing/2014/main" id="{4E424017-AE9C-40F1-9326-40EA35C0C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92583" name="Line 7">
              <a:extLst>
                <a:ext uri="{FF2B5EF4-FFF2-40B4-BE49-F238E27FC236}">
                  <a16:creationId xmlns:a16="http://schemas.microsoft.com/office/drawing/2014/main" id="{2DEE9BAB-6788-4E17-BE5B-2F680800E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2584" name="Line 8">
              <a:extLst>
                <a:ext uri="{FF2B5EF4-FFF2-40B4-BE49-F238E27FC236}">
                  <a16:creationId xmlns:a16="http://schemas.microsoft.com/office/drawing/2014/main" id="{94B94BF1-CE67-487B-B6F6-C08BC8D1D4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2585" name="Line 9">
              <a:extLst>
                <a:ext uri="{FF2B5EF4-FFF2-40B4-BE49-F238E27FC236}">
                  <a16:creationId xmlns:a16="http://schemas.microsoft.com/office/drawing/2014/main" id="{906CE052-068F-4369-AFDD-00468F01C2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2586" name="Line 10">
              <a:extLst>
                <a:ext uri="{FF2B5EF4-FFF2-40B4-BE49-F238E27FC236}">
                  <a16:creationId xmlns:a16="http://schemas.microsoft.com/office/drawing/2014/main" id="{C9418A26-78DD-477E-B140-B1D790238A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2587" name="Line 11">
              <a:extLst>
                <a:ext uri="{FF2B5EF4-FFF2-40B4-BE49-F238E27FC236}">
                  <a16:creationId xmlns:a16="http://schemas.microsoft.com/office/drawing/2014/main" id="{7FF99788-088C-4177-AED4-F76AC19652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2588" name="Line 12">
              <a:extLst>
                <a:ext uri="{FF2B5EF4-FFF2-40B4-BE49-F238E27FC236}">
                  <a16:creationId xmlns:a16="http://schemas.microsoft.com/office/drawing/2014/main" id="{1432BCB8-D0E9-41FF-9298-76617073F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2589" name="Rectangle 13">
              <a:extLst>
                <a:ext uri="{FF2B5EF4-FFF2-40B4-BE49-F238E27FC236}">
                  <a16:creationId xmlns:a16="http://schemas.microsoft.com/office/drawing/2014/main" id="{8BDB6822-27E8-4152-9312-81F4DE890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92590" name="Oval 14">
              <a:extLst>
                <a:ext uri="{FF2B5EF4-FFF2-40B4-BE49-F238E27FC236}">
                  <a16:creationId xmlns:a16="http://schemas.microsoft.com/office/drawing/2014/main" id="{DB73BE50-F7E8-42A9-8800-CD5648737B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92591" name="Group 15">
              <a:extLst>
                <a:ext uri="{FF2B5EF4-FFF2-40B4-BE49-F238E27FC236}">
                  <a16:creationId xmlns:a16="http://schemas.microsoft.com/office/drawing/2014/main" id="{4C1606BC-F6DE-4A3D-A0F9-59B8E4FA78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3760"/>
              <a:ext cx="227" cy="214"/>
              <a:chOff x="5034" y="1492"/>
              <a:chExt cx="227" cy="214"/>
            </a:xfrm>
          </p:grpSpPr>
          <p:sp>
            <p:nvSpPr>
              <p:cNvPr id="792592" name="Rectangle 16">
                <a:extLst>
                  <a:ext uri="{FF2B5EF4-FFF2-40B4-BE49-F238E27FC236}">
                    <a16:creationId xmlns:a16="http://schemas.microsoft.com/office/drawing/2014/main" id="{1A271FD4-55DE-4C91-BAF7-4C48DEAB5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92593" name="Line 17">
                <a:extLst>
                  <a:ext uri="{FF2B5EF4-FFF2-40B4-BE49-F238E27FC236}">
                    <a16:creationId xmlns:a16="http://schemas.microsoft.com/office/drawing/2014/main" id="{0CC51057-495E-4440-B9BA-EF6B3424D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92594" name="Line 18">
              <a:extLst>
                <a:ext uri="{FF2B5EF4-FFF2-40B4-BE49-F238E27FC236}">
                  <a16:creationId xmlns:a16="http://schemas.microsoft.com/office/drawing/2014/main" id="{66E71640-3013-4310-BD97-7BB43BD86E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2595" name="Rectangle 19">
              <a:extLst>
                <a:ext uri="{FF2B5EF4-FFF2-40B4-BE49-F238E27FC236}">
                  <a16:creationId xmlns:a16="http://schemas.microsoft.com/office/drawing/2014/main" id="{D6B3D7F6-6674-4413-8D6E-230C4729A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graphicFrame>
        <p:nvGraphicFramePr>
          <p:cNvPr id="792596" name="Group 20">
            <a:extLst>
              <a:ext uri="{FF2B5EF4-FFF2-40B4-BE49-F238E27FC236}">
                <a16:creationId xmlns:a16="http://schemas.microsoft.com/office/drawing/2014/main" id="{5E176F80-A01B-47CF-9E81-5A4DB89F054D}"/>
              </a:ext>
            </a:extLst>
          </p:cNvPr>
          <p:cNvGraphicFramePr>
            <a:graphicFrameLocks noGrp="1"/>
          </p:cNvGraphicFramePr>
          <p:nvPr/>
        </p:nvGraphicFramePr>
        <p:xfrm>
          <a:off x="3671888" y="1808163"/>
          <a:ext cx="2700337" cy="36576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50529651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79071538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164374332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3872124744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933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773956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188129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846763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766466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69423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005733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591717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101718"/>
                  </a:ext>
                </a:extLst>
              </a:tr>
            </a:tbl>
          </a:graphicData>
        </a:graphic>
      </p:graphicFrame>
      <p:sp>
        <p:nvSpPr>
          <p:cNvPr id="792646" name="Rectangle 70">
            <a:extLst>
              <a:ext uri="{FF2B5EF4-FFF2-40B4-BE49-F238E27FC236}">
                <a16:creationId xmlns:a16="http://schemas.microsoft.com/office/drawing/2014/main" id="{B3F84F2E-9401-4474-8627-6150EF810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800" y="2349500"/>
            <a:ext cx="1620838" cy="281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Toggle</a:t>
            </a:r>
          </a:p>
        </p:txBody>
      </p:sp>
      <p:sp>
        <p:nvSpPr>
          <p:cNvPr id="792647" name="AutoShape 71">
            <a:extLst>
              <a:ext uri="{FF2B5EF4-FFF2-40B4-BE49-F238E27FC236}">
                <a16:creationId xmlns:a16="http://schemas.microsoft.com/office/drawing/2014/main" id="{7EDDDD5A-D04F-4EE0-B696-2192CBE96957}"/>
              </a:ext>
            </a:extLst>
          </p:cNvPr>
          <p:cNvSpPr>
            <a:spLocks/>
          </p:cNvSpPr>
          <p:nvPr/>
        </p:nvSpPr>
        <p:spPr bwMode="auto">
          <a:xfrm>
            <a:off x="6448425" y="2349500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2648" name="AutoShape 72">
            <a:extLst>
              <a:ext uri="{FF2B5EF4-FFF2-40B4-BE49-F238E27FC236}">
                <a16:creationId xmlns:a16="http://schemas.microsoft.com/office/drawing/2014/main" id="{EDBF217A-BB65-4421-8D07-45A643A5B0A1}"/>
              </a:ext>
            </a:extLst>
          </p:cNvPr>
          <p:cNvSpPr>
            <a:spLocks/>
          </p:cNvSpPr>
          <p:nvPr/>
        </p:nvSpPr>
        <p:spPr bwMode="auto">
          <a:xfrm>
            <a:off x="6448425" y="3148013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2649" name="AutoShape 73">
            <a:extLst>
              <a:ext uri="{FF2B5EF4-FFF2-40B4-BE49-F238E27FC236}">
                <a16:creationId xmlns:a16="http://schemas.microsoft.com/office/drawing/2014/main" id="{29278EE5-3509-42D7-A0E0-0395DBD04A7E}"/>
              </a:ext>
            </a:extLst>
          </p:cNvPr>
          <p:cNvSpPr>
            <a:spLocks/>
          </p:cNvSpPr>
          <p:nvPr/>
        </p:nvSpPr>
        <p:spPr bwMode="auto">
          <a:xfrm>
            <a:off x="6448425" y="3946525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2650" name="AutoShape 74">
            <a:extLst>
              <a:ext uri="{FF2B5EF4-FFF2-40B4-BE49-F238E27FC236}">
                <a16:creationId xmlns:a16="http://schemas.microsoft.com/office/drawing/2014/main" id="{9376522A-DA67-4385-9B12-91E245746B21}"/>
              </a:ext>
            </a:extLst>
          </p:cNvPr>
          <p:cNvSpPr>
            <a:spLocks/>
          </p:cNvSpPr>
          <p:nvPr/>
        </p:nvSpPr>
        <p:spPr bwMode="auto">
          <a:xfrm>
            <a:off x="6448425" y="4745038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2651" name="Rectangle 75">
            <a:extLst>
              <a:ext uri="{FF2B5EF4-FFF2-40B4-BE49-F238E27FC236}">
                <a16:creationId xmlns:a16="http://schemas.microsoft.com/office/drawing/2014/main" id="{6CAB8C6C-FE7B-49F8-9B9C-85E0B4A70F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3175" y="2286000"/>
            <a:ext cx="809625" cy="684213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9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9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9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6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ooter Placeholder 4">
            <a:extLst>
              <a:ext uri="{FF2B5EF4-FFF2-40B4-BE49-F238E27FC236}">
                <a16:creationId xmlns:a16="http://schemas.microsoft.com/office/drawing/2014/main" id="{36E68D0B-45F3-438B-9EF5-562C527C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BC9F4EBB-F849-4FA8-8644-E42D202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DB45-0533-4AD1-9E87-7A75212D9958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94626" name="Rectangle 2">
            <a:extLst>
              <a:ext uri="{FF2B5EF4-FFF2-40B4-BE49-F238E27FC236}">
                <a16:creationId xmlns:a16="http://schemas.microsoft.com/office/drawing/2014/main" id="{521AE3B6-FB97-47F1-B1CC-054E533C2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 Characteristic Equations</a:t>
            </a:r>
          </a:p>
        </p:txBody>
      </p:sp>
      <p:sp>
        <p:nvSpPr>
          <p:cNvPr id="794627" name="Rectangle 3">
            <a:extLst>
              <a:ext uri="{FF2B5EF4-FFF2-40B4-BE49-F238E27FC236}">
                <a16:creationId xmlns:a16="http://schemas.microsoft.com/office/drawing/2014/main" id="{34ABE0D9-F827-4626-A128-AC9A2072A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Analysis / Derivation</a:t>
            </a:r>
          </a:p>
        </p:txBody>
      </p:sp>
      <p:grpSp>
        <p:nvGrpSpPr>
          <p:cNvPr id="794628" name="Group 4">
            <a:extLst>
              <a:ext uri="{FF2B5EF4-FFF2-40B4-BE49-F238E27FC236}">
                <a16:creationId xmlns:a16="http://schemas.microsoft.com/office/drawing/2014/main" id="{44C56471-FE89-4D1F-8830-9AF0A8D497E8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617788"/>
            <a:ext cx="1619250" cy="1620837"/>
            <a:chOff x="2653" y="3067"/>
            <a:chExt cx="1020" cy="1021"/>
          </a:xfrm>
        </p:grpSpPr>
        <p:sp>
          <p:nvSpPr>
            <p:cNvPr id="794629" name="Rectangle 5">
              <a:extLst>
                <a:ext uri="{FF2B5EF4-FFF2-40B4-BE49-F238E27FC236}">
                  <a16:creationId xmlns:a16="http://schemas.microsoft.com/office/drawing/2014/main" id="{211B4DF1-BE86-4254-838F-8A3F78271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4630" name="Rectangle 6">
              <a:extLst>
                <a:ext uri="{FF2B5EF4-FFF2-40B4-BE49-F238E27FC236}">
                  <a16:creationId xmlns:a16="http://schemas.microsoft.com/office/drawing/2014/main" id="{49859B82-EB2E-4EE5-B109-76C9C2D41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94631" name="Line 7">
              <a:extLst>
                <a:ext uri="{FF2B5EF4-FFF2-40B4-BE49-F238E27FC236}">
                  <a16:creationId xmlns:a16="http://schemas.microsoft.com/office/drawing/2014/main" id="{A5706FC8-64E4-404C-8E09-C5DFA910F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4632" name="Line 8">
              <a:extLst>
                <a:ext uri="{FF2B5EF4-FFF2-40B4-BE49-F238E27FC236}">
                  <a16:creationId xmlns:a16="http://schemas.microsoft.com/office/drawing/2014/main" id="{0328E0F0-F90D-4E16-9AC6-C6DCCB512D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4633" name="Line 9">
              <a:extLst>
                <a:ext uri="{FF2B5EF4-FFF2-40B4-BE49-F238E27FC236}">
                  <a16:creationId xmlns:a16="http://schemas.microsoft.com/office/drawing/2014/main" id="{10B0337B-7F15-4EB2-BBA0-81FCCCC310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4634" name="Line 10">
              <a:extLst>
                <a:ext uri="{FF2B5EF4-FFF2-40B4-BE49-F238E27FC236}">
                  <a16:creationId xmlns:a16="http://schemas.microsoft.com/office/drawing/2014/main" id="{9E8820BE-1243-4045-AA14-3F7437FEC8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4635" name="Line 11">
              <a:extLst>
                <a:ext uri="{FF2B5EF4-FFF2-40B4-BE49-F238E27FC236}">
                  <a16:creationId xmlns:a16="http://schemas.microsoft.com/office/drawing/2014/main" id="{BEE57737-1451-4F64-B256-B8FBC9C9B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4636" name="Line 12">
              <a:extLst>
                <a:ext uri="{FF2B5EF4-FFF2-40B4-BE49-F238E27FC236}">
                  <a16:creationId xmlns:a16="http://schemas.microsoft.com/office/drawing/2014/main" id="{682D9E82-7693-4342-94A6-8C4412195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4637" name="Rectangle 13">
              <a:extLst>
                <a:ext uri="{FF2B5EF4-FFF2-40B4-BE49-F238E27FC236}">
                  <a16:creationId xmlns:a16="http://schemas.microsoft.com/office/drawing/2014/main" id="{7B8CE567-C993-4B47-9AB2-4573705A8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94638" name="Oval 14">
              <a:extLst>
                <a:ext uri="{FF2B5EF4-FFF2-40B4-BE49-F238E27FC236}">
                  <a16:creationId xmlns:a16="http://schemas.microsoft.com/office/drawing/2014/main" id="{40B6C5E2-0BF7-454D-8341-2EFA64D0F78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94639" name="Group 15">
              <a:extLst>
                <a:ext uri="{FF2B5EF4-FFF2-40B4-BE49-F238E27FC236}">
                  <a16:creationId xmlns:a16="http://schemas.microsoft.com/office/drawing/2014/main" id="{B72A2959-223D-4D26-89DA-511454C288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3760"/>
              <a:ext cx="227" cy="214"/>
              <a:chOff x="5034" y="1492"/>
              <a:chExt cx="227" cy="214"/>
            </a:xfrm>
          </p:grpSpPr>
          <p:sp>
            <p:nvSpPr>
              <p:cNvPr id="794640" name="Rectangle 16">
                <a:extLst>
                  <a:ext uri="{FF2B5EF4-FFF2-40B4-BE49-F238E27FC236}">
                    <a16:creationId xmlns:a16="http://schemas.microsoft.com/office/drawing/2014/main" id="{3E820021-FE8F-4EA0-B66B-CA50C7FEE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94641" name="Line 17">
                <a:extLst>
                  <a:ext uri="{FF2B5EF4-FFF2-40B4-BE49-F238E27FC236}">
                    <a16:creationId xmlns:a16="http://schemas.microsoft.com/office/drawing/2014/main" id="{EA7A1BA8-CE43-4473-80E1-752475C973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94642" name="Line 18">
              <a:extLst>
                <a:ext uri="{FF2B5EF4-FFF2-40B4-BE49-F238E27FC236}">
                  <a16:creationId xmlns:a16="http://schemas.microsoft.com/office/drawing/2014/main" id="{242F533D-9131-4F83-BF4F-D3BC2172B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4643" name="Rectangle 19">
              <a:extLst>
                <a:ext uri="{FF2B5EF4-FFF2-40B4-BE49-F238E27FC236}">
                  <a16:creationId xmlns:a16="http://schemas.microsoft.com/office/drawing/2014/main" id="{461B601E-01ED-481F-BD4A-82EB6E686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graphicFrame>
        <p:nvGraphicFramePr>
          <p:cNvPr id="794644" name="Group 20">
            <a:extLst>
              <a:ext uri="{FF2B5EF4-FFF2-40B4-BE49-F238E27FC236}">
                <a16:creationId xmlns:a16="http://schemas.microsoft.com/office/drawing/2014/main" id="{5016E308-D2D0-4FB8-8FCA-FC1827F223EF}"/>
              </a:ext>
            </a:extLst>
          </p:cNvPr>
          <p:cNvGraphicFramePr>
            <a:graphicFrameLocks noGrp="1"/>
          </p:cNvGraphicFramePr>
          <p:nvPr/>
        </p:nvGraphicFramePr>
        <p:xfrm>
          <a:off x="3671888" y="1808163"/>
          <a:ext cx="2700337" cy="36576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887219007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72663082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756102601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698886156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0537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9460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92918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97621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036435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214433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630386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448653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641570"/>
                  </a:ext>
                </a:extLst>
              </a:tr>
            </a:tbl>
          </a:graphicData>
        </a:graphic>
      </p:graphicFrame>
      <p:sp>
        <p:nvSpPr>
          <p:cNvPr id="794694" name="Rectangle 70">
            <a:extLst>
              <a:ext uri="{FF2B5EF4-FFF2-40B4-BE49-F238E27FC236}">
                <a16:creationId xmlns:a16="http://schemas.microsoft.com/office/drawing/2014/main" id="{8E5145EE-68E0-440C-8FAE-9BF7CF33C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800" y="2349500"/>
            <a:ext cx="1620838" cy="281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Toggle</a:t>
            </a:r>
          </a:p>
        </p:txBody>
      </p:sp>
      <p:sp>
        <p:nvSpPr>
          <p:cNvPr id="794695" name="AutoShape 71">
            <a:extLst>
              <a:ext uri="{FF2B5EF4-FFF2-40B4-BE49-F238E27FC236}">
                <a16:creationId xmlns:a16="http://schemas.microsoft.com/office/drawing/2014/main" id="{6F236810-B660-4BED-89FB-264CD3FE017A}"/>
              </a:ext>
            </a:extLst>
          </p:cNvPr>
          <p:cNvSpPr>
            <a:spLocks/>
          </p:cNvSpPr>
          <p:nvPr/>
        </p:nvSpPr>
        <p:spPr bwMode="auto">
          <a:xfrm>
            <a:off x="6448425" y="2349500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4696" name="AutoShape 72">
            <a:extLst>
              <a:ext uri="{FF2B5EF4-FFF2-40B4-BE49-F238E27FC236}">
                <a16:creationId xmlns:a16="http://schemas.microsoft.com/office/drawing/2014/main" id="{0D189632-F0D3-4C17-9643-B2E2A6BEFF48}"/>
              </a:ext>
            </a:extLst>
          </p:cNvPr>
          <p:cNvSpPr>
            <a:spLocks/>
          </p:cNvSpPr>
          <p:nvPr/>
        </p:nvSpPr>
        <p:spPr bwMode="auto">
          <a:xfrm>
            <a:off x="6448425" y="3148013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4697" name="AutoShape 73">
            <a:extLst>
              <a:ext uri="{FF2B5EF4-FFF2-40B4-BE49-F238E27FC236}">
                <a16:creationId xmlns:a16="http://schemas.microsoft.com/office/drawing/2014/main" id="{26D5CCC1-C847-44DE-B5C5-D7EC282739E2}"/>
              </a:ext>
            </a:extLst>
          </p:cNvPr>
          <p:cNvSpPr>
            <a:spLocks/>
          </p:cNvSpPr>
          <p:nvPr/>
        </p:nvSpPr>
        <p:spPr bwMode="auto">
          <a:xfrm>
            <a:off x="6448425" y="3946525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4698" name="AutoShape 74">
            <a:extLst>
              <a:ext uri="{FF2B5EF4-FFF2-40B4-BE49-F238E27FC236}">
                <a16:creationId xmlns:a16="http://schemas.microsoft.com/office/drawing/2014/main" id="{861391DD-0121-4448-B7A6-B661B0C6CC0F}"/>
              </a:ext>
            </a:extLst>
          </p:cNvPr>
          <p:cNvSpPr>
            <a:spLocks/>
          </p:cNvSpPr>
          <p:nvPr/>
        </p:nvSpPr>
        <p:spPr bwMode="auto">
          <a:xfrm>
            <a:off x="6448425" y="4745038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4699" name="Rectangle 75">
            <a:extLst>
              <a:ext uri="{FF2B5EF4-FFF2-40B4-BE49-F238E27FC236}">
                <a16:creationId xmlns:a16="http://schemas.microsoft.com/office/drawing/2014/main" id="{B5810466-37FC-4865-A5A4-982C4DC7A6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3175" y="3090863"/>
            <a:ext cx="809625" cy="684212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94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ooter Placeholder 4">
            <a:extLst>
              <a:ext uri="{FF2B5EF4-FFF2-40B4-BE49-F238E27FC236}">
                <a16:creationId xmlns:a16="http://schemas.microsoft.com/office/drawing/2014/main" id="{904556E5-80F6-4FF8-9725-B5A3905B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37068729-C4DC-481C-99C5-D38DA0E0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CDE94-8CA4-4A22-8089-7E332A34EE44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96674" name="Rectangle 2">
            <a:extLst>
              <a:ext uri="{FF2B5EF4-FFF2-40B4-BE49-F238E27FC236}">
                <a16:creationId xmlns:a16="http://schemas.microsoft.com/office/drawing/2014/main" id="{8ADEF5F7-179D-40F1-B3E7-1F6B33382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 Characteristic Equations</a:t>
            </a:r>
          </a:p>
        </p:txBody>
      </p:sp>
      <p:sp>
        <p:nvSpPr>
          <p:cNvPr id="796675" name="Rectangle 3">
            <a:extLst>
              <a:ext uri="{FF2B5EF4-FFF2-40B4-BE49-F238E27FC236}">
                <a16:creationId xmlns:a16="http://schemas.microsoft.com/office/drawing/2014/main" id="{7A9FE61A-236F-4E9F-BDA9-B36303D55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Analysis / Derivation</a:t>
            </a:r>
          </a:p>
        </p:txBody>
      </p:sp>
      <p:grpSp>
        <p:nvGrpSpPr>
          <p:cNvPr id="796676" name="Group 4">
            <a:extLst>
              <a:ext uri="{FF2B5EF4-FFF2-40B4-BE49-F238E27FC236}">
                <a16:creationId xmlns:a16="http://schemas.microsoft.com/office/drawing/2014/main" id="{9EEE9BCB-00DF-40C1-9522-70A7589FD75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617788"/>
            <a:ext cx="1619250" cy="1620837"/>
            <a:chOff x="2653" y="3067"/>
            <a:chExt cx="1020" cy="1021"/>
          </a:xfrm>
        </p:grpSpPr>
        <p:sp>
          <p:nvSpPr>
            <p:cNvPr id="796677" name="Rectangle 5">
              <a:extLst>
                <a:ext uri="{FF2B5EF4-FFF2-40B4-BE49-F238E27FC236}">
                  <a16:creationId xmlns:a16="http://schemas.microsoft.com/office/drawing/2014/main" id="{1C3C7A0E-E913-4467-8245-557204C4C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6678" name="Rectangle 6">
              <a:extLst>
                <a:ext uri="{FF2B5EF4-FFF2-40B4-BE49-F238E27FC236}">
                  <a16:creationId xmlns:a16="http://schemas.microsoft.com/office/drawing/2014/main" id="{0D01D34B-9980-4CC6-8CDB-2AE27ADA3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96679" name="Line 7">
              <a:extLst>
                <a:ext uri="{FF2B5EF4-FFF2-40B4-BE49-F238E27FC236}">
                  <a16:creationId xmlns:a16="http://schemas.microsoft.com/office/drawing/2014/main" id="{FD778C65-1DCF-4355-B5AB-3A703B42C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6680" name="Line 8">
              <a:extLst>
                <a:ext uri="{FF2B5EF4-FFF2-40B4-BE49-F238E27FC236}">
                  <a16:creationId xmlns:a16="http://schemas.microsoft.com/office/drawing/2014/main" id="{CD28E987-DC6E-4805-8723-26184CF35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6681" name="Line 9">
              <a:extLst>
                <a:ext uri="{FF2B5EF4-FFF2-40B4-BE49-F238E27FC236}">
                  <a16:creationId xmlns:a16="http://schemas.microsoft.com/office/drawing/2014/main" id="{2C24C898-75BE-4EA9-A9E4-7A4980C33A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6682" name="Line 10">
              <a:extLst>
                <a:ext uri="{FF2B5EF4-FFF2-40B4-BE49-F238E27FC236}">
                  <a16:creationId xmlns:a16="http://schemas.microsoft.com/office/drawing/2014/main" id="{4F027B90-AB87-4207-A518-9F6928CA30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6683" name="Line 11">
              <a:extLst>
                <a:ext uri="{FF2B5EF4-FFF2-40B4-BE49-F238E27FC236}">
                  <a16:creationId xmlns:a16="http://schemas.microsoft.com/office/drawing/2014/main" id="{41BC4B79-65F7-482D-8F28-9B81682C4A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6684" name="Line 12">
              <a:extLst>
                <a:ext uri="{FF2B5EF4-FFF2-40B4-BE49-F238E27FC236}">
                  <a16:creationId xmlns:a16="http://schemas.microsoft.com/office/drawing/2014/main" id="{6394B6B9-5374-47F7-878E-8C38B0D10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6685" name="Rectangle 13">
              <a:extLst>
                <a:ext uri="{FF2B5EF4-FFF2-40B4-BE49-F238E27FC236}">
                  <a16:creationId xmlns:a16="http://schemas.microsoft.com/office/drawing/2014/main" id="{BC424337-0769-4079-80A5-6B116A41A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96686" name="Oval 14">
              <a:extLst>
                <a:ext uri="{FF2B5EF4-FFF2-40B4-BE49-F238E27FC236}">
                  <a16:creationId xmlns:a16="http://schemas.microsoft.com/office/drawing/2014/main" id="{C337E380-AB14-4FA4-83BC-CBED1CF5EE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96687" name="Group 15">
              <a:extLst>
                <a:ext uri="{FF2B5EF4-FFF2-40B4-BE49-F238E27FC236}">
                  <a16:creationId xmlns:a16="http://schemas.microsoft.com/office/drawing/2014/main" id="{4F1C1C4E-822F-4B10-96A2-13BBAAE0EC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3760"/>
              <a:ext cx="227" cy="214"/>
              <a:chOff x="5034" y="1492"/>
              <a:chExt cx="227" cy="214"/>
            </a:xfrm>
          </p:grpSpPr>
          <p:sp>
            <p:nvSpPr>
              <p:cNvPr id="796688" name="Rectangle 16">
                <a:extLst>
                  <a:ext uri="{FF2B5EF4-FFF2-40B4-BE49-F238E27FC236}">
                    <a16:creationId xmlns:a16="http://schemas.microsoft.com/office/drawing/2014/main" id="{EA6DE755-0EE9-4912-98F9-ACAB17CEA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96689" name="Line 17">
                <a:extLst>
                  <a:ext uri="{FF2B5EF4-FFF2-40B4-BE49-F238E27FC236}">
                    <a16:creationId xmlns:a16="http://schemas.microsoft.com/office/drawing/2014/main" id="{F8174C2D-0EFE-4932-9B54-AEDD13314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96690" name="Line 18">
              <a:extLst>
                <a:ext uri="{FF2B5EF4-FFF2-40B4-BE49-F238E27FC236}">
                  <a16:creationId xmlns:a16="http://schemas.microsoft.com/office/drawing/2014/main" id="{FF9B2843-E089-4311-BA67-B9871D0A6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6691" name="Rectangle 19">
              <a:extLst>
                <a:ext uri="{FF2B5EF4-FFF2-40B4-BE49-F238E27FC236}">
                  <a16:creationId xmlns:a16="http://schemas.microsoft.com/office/drawing/2014/main" id="{80AC0383-31CA-45C1-8277-F8ADE8422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graphicFrame>
        <p:nvGraphicFramePr>
          <p:cNvPr id="796692" name="Group 20">
            <a:extLst>
              <a:ext uri="{FF2B5EF4-FFF2-40B4-BE49-F238E27FC236}">
                <a16:creationId xmlns:a16="http://schemas.microsoft.com/office/drawing/2014/main" id="{AD66682C-DB19-4489-84CE-8835FD4F518B}"/>
              </a:ext>
            </a:extLst>
          </p:cNvPr>
          <p:cNvGraphicFramePr>
            <a:graphicFrameLocks noGrp="1"/>
          </p:cNvGraphicFramePr>
          <p:nvPr/>
        </p:nvGraphicFramePr>
        <p:xfrm>
          <a:off x="3671888" y="1808163"/>
          <a:ext cx="2700337" cy="36576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6291444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4094834206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068928126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1701006908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11547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46068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662934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24075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636694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357241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2701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9632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423707"/>
                  </a:ext>
                </a:extLst>
              </a:tr>
            </a:tbl>
          </a:graphicData>
        </a:graphic>
      </p:graphicFrame>
      <p:sp>
        <p:nvSpPr>
          <p:cNvPr id="796742" name="Rectangle 70">
            <a:extLst>
              <a:ext uri="{FF2B5EF4-FFF2-40B4-BE49-F238E27FC236}">
                <a16:creationId xmlns:a16="http://schemas.microsoft.com/office/drawing/2014/main" id="{4EE9CBE0-3895-46BA-B880-27DAADAFB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800" y="2349500"/>
            <a:ext cx="1620838" cy="281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Toggle</a:t>
            </a:r>
          </a:p>
        </p:txBody>
      </p:sp>
      <p:sp>
        <p:nvSpPr>
          <p:cNvPr id="796743" name="AutoShape 71">
            <a:extLst>
              <a:ext uri="{FF2B5EF4-FFF2-40B4-BE49-F238E27FC236}">
                <a16:creationId xmlns:a16="http://schemas.microsoft.com/office/drawing/2014/main" id="{43BFDD07-AF82-426C-BBCB-3D2E74D28FAF}"/>
              </a:ext>
            </a:extLst>
          </p:cNvPr>
          <p:cNvSpPr>
            <a:spLocks/>
          </p:cNvSpPr>
          <p:nvPr/>
        </p:nvSpPr>
        <p:spPr bwMode="auto">
          <a:xfrm>
            <a:off x="6448425" y="2349500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6744" name="AutoShape 72">
            <a:extLst>
              <a:ext uri="{FF2B5EF4-FFF2-40B4-BE49-F238E27FC236}">
                <a16:creationId xmlns:a16="http://schemas.microsoft.com/office/drawing/2014/main" id="{124E442C-B090-44F1-B62B-6E397D323753}"/>
              </a:ext>
            </a:extLst>
          </p:cNvPr>
          <p:cNvSpPr>
            <a:spLocks/>
          </p:cNvSpPr>
          <p:nvPr/>
        </p:nvSpPr>
        <p:spPr bwMode="auto">
          <a:xfrm>
            <a:off x="6448425" y="3148013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6745" name="AutoShape 73">
            <a:extLst>
              <a:ext uri="{FF2B5EF4-FFF2-40B4-BE49-F238E27FC236}">
                <a16:creationId xmlns:a16="http://schemas.microsoft.com/office/drawing/2014/main" id="{B8320FD9-E0A8-4038-8FE4-659174F05570}"/>
              </a:ext>
            </a:extLst>
          </p:cNvPr>
          <p:cNvSpPr>
            <a:spLocks/>
          </p:cNvSpPr>
          <p:nvPr/>
        </p:nvSpPr>
        <p:spPr bwMode="auto">
          <a:xfrm>
            <a:off x="6448425" y="3946525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6746" name="AutoShape 74">
            <a:extLst>
              <a:ext uri="{FF2B5EF4-FFF2-40B4-BE49-F238E27FC236}">
                <a16:creationId xmlns:a16="http://schemas.microsoft.com/office/drawing/2014/main" id="{26DF0D4D-C8E2-4A41-A970-ABF338E76A16}"/>
              </a:ext>
            </a:extLst>
          </p:cNvPr>
          <p:cNvSpPr>
            <a:spLocks/>
          </p:cNvSpPr>
          <p:nvPr/>
        </p:nvSpPr>
        <p:spPr bwMode="auto">
          <a:xfrm>
            <a:off x="6448425" y="4745038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6747" name="Rectangle 75">
            <a:extLst>
              <a:ext uri="{FF2B5EF4-FFF2-40B4-BE49-F238E27FC236}">
                <a16:creationId xmlns:a16="http://schemas.microsoft.com/office/drawing/2014/main" id="{4C3C7107-13FB-4CCB-AF53-3F3DE9B9F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3175" y="3905250"/>
            <a:ext cx="809625" cy="684213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96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ooter Placeholder 4">
            <a:extLst>
              <a:ext uri="{FF2B5EF4-FFF2-40B4-BE49-F238E27FC236}">
                <a16:creationId xmlns:a16="http://schemas.microsoft.com/office/drawing/2014/main" id="{EFA7A905-9244-4E58-A176-05FB1A61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DACC9AED-97B6-42AF-A723-937B0004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97C-44F1-4417-95D2-5090BCF5DB1C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98722" name="Rectangle 2">
            <a:extLst>
              <a:ext uri="{FF2B5EF4-FFF2-40B4-BE49-F238E27FC236}">
                <a16:creationId xmlns:a16="http://schemas.microsoft.com/office/drawing/2014/main" id="{501D5B4D-FA35-4677-8F74-92C1798DF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 Characteristic Equations</a:t>
            </a:r>
          </a:p>
        </p:txBody>
      </p:sp>
      <p:sp>
        <p:nvSpPr>
          <p:cNvPr id="798723" name="Rectangle 3">
            <a:extLst>
              <a:ext uri="{FF2B5EF4-FFF2-40B4-BE49-F238E27FC236}">
                <a16:creationId xmlns:a16="http://schemas.microsoft.com/office/drawing/2014/main" id="{1F34A53F-DE76-492D-A31B-916E9ED5A0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Analysis / Derivation</a:t>
            </a:r>
          </a:p>
        </p:txBody>
      </p:sp>
      <p:grpSp>
        <p:nvGrpSpPr>
          <p:cNvPr id="798724" name="Group 4">
            <a:extLst>
              <a:ext uri="{FF2B5EF4-FFF2-40B4-BE49-F238E27FC236}">
                <a16:creationId xmlns:a16="http://schemas.microsoft.com/office/drawing/2014/main" id="{9662F4E3-9EDB-4746-BCED-BD92F1B23C2A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617788"/>
            <a:ext cx="1619250" cy="1620837"/>
            <a:chOff x="2653" y="3067"/>
            <a:chExt cx="1020" cy="1021"/>
          </a:xfrm>
        </p:grpSpPr>
        <p:sp>
          <p:nvSpPr>
            <p:cNvPr id="798725" name="Rectangle 5">
              <a:extLst>
                <a:ext uri="{FF2B5EF4-FFF2-40B4-BE49-F238E27FC236}">
                  <a16:creationId xmlns:a16="http://schemas.microsoft.com/office/drawing/2014/main" id="{B058176E-4D85-4139-B334-54B03CD17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8726" name="Rectangle 6">
              <a:extLst>
                <a:ext uri="{FF2B5EF4-FFF2-40B4-BE49-F238E27FC236}">
                  <a16:creationId xmlns:a16="http://schemas.microsoft.com/office/drawing/2014/main" id="{36AD168A-71BD-475D-B519-329433A72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98727" name="Line 7">
              <a:extLst>
                <a:ext uri="{FF2B5EF4-FFF2-40B4-BE49-F238E27FC236}">
                  <a16:creationId xmlns:a16="http://schemas.microsoft.com/office/drawing/2014/main" id="{3BEA937E-72B4-4BD1-AEDA-4C6690125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8728" name="Line 8">
              <a:extLst>
                <a:ext uri="{FF2B5EF4-FFF2-40B4-BE49-F238E27FC236}">
                  <a16:creationId xmlns:a16="http://schemas.microsoft.com/office/drawing/2014/main" id="{E4AC47B8-D179-42D3-A4DB-007F73C88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8729" name="Line 9">
              <a:extLst>
                <a:ext uri="{FF2B5EF4-FFF2-40B4-BE49-F238E27FC236}">
                  <a16:creationId xmlns:a16="http://schemas.microsoft.com/office/drawing/2014/main" id="{7CFDCBA4-7C8D-4C00-9C7E-A3B2B3726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8730" name="Line 10">
              <a:extLst>
                <a:ext uri="{FF2B5EF4-FFF2-40B4-BE49-F238E27FC236}">
                  <a16:creationId xmlns:a16="http://schemas.microsoft.com/office/drawing/2014/main" id="{9FD57147-A323-4B9F-A80B-6B9289CA4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8731" name="Line 11">
              <a:extLst>
                <a:ext uri="{FF2B5EF4-FFF2-40B4-BE49-F238E27FC236}">
                  <a16:creationId xmlns:a16="http://schemas.microsoft.com/office/drawing/2014/main" id="{1D17862A-595B-4BBF-8BEC-5E01036009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8732" name="Line 12">
              <a:extLst>
                <a:ext uri="{FF2B5EF4-FFF2-40B4-BE49-F238E27FC236}">
                  <a16:creationId xmlns:a16="http://schemas.microsoft.com/office/drawing/2014/main" id="{75F75B23-D5F8-4E6D-9A32-8F2FEDF3E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8733" name="Rectangle 13">
              <a:extLst>
                <a:ext uri="{FF2B5EF4-FFF2-40B4-BE49-F238E27FC236}">
                  <a16:creationId xmlns:a16="http://schemas.microsoft.com/office/drawing/2014/main" id="{A7937AB3-9AFA-485B-86E6-D33753B86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798734" name="Oval 14">
              <a:extLst>
                <a:ext uri="{FF2B5EF4-FFF2-40B4-BE49-F238E27FC236}">
                  <a16:creationId xmlns:a16="http://schemas.microsoft.com/office/drawing/2014/main" id="{BD1E2EDA-3E99-4936-B1EC-C4389DEB85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98735" name="Group 15">
              <a:extLst>
                <a:ext uri="{FF2B5EF4-FFF2-40B4-BE49-F238E27FC236}">
                  <a16:creationId xmlns:a16="http://schemas.microsoft.com/office/drawing/2014/main" id="{B7157BE0-0A0D-473A-AB15-75D8D32A13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3760"/>
              <a:ext cx="227" cy="214"/>
              <a:chOff x="5034" y="1492"/>
              <a:chExt cx="227" cy="214"/>
            </a:xfrm>
          </p:grpSpPr>
          <p:sp>
            <p:nvSpPr>
              <p:cNvPr id="798736" name="Rectangle 16">
                <a:extLst>
                  <a:ext uri="{FF2B5EF4-FFF2-40B4-BE49-F238E27FC236}">
                    <a16:creationId xmlns:a16="http://schemas.microsoft.com/office/drawing/2014/main" id="{18A3A6E8-7CC0-4C98-A9B0-3BEAAC200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798737" name="Line 17">
                <a:extLst>
                  <a:ext uri="{FF2B5EF4-FFF2-40B4-BE49-F238E27FC236}">
                    <a16:creationId xmlns:a16="http://schemas.microsoft.com/office/drawing/2014/main" id="{81995A0D-2618-43A2-8EE0-4464D93C7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98738" name="Line 18">
              <a:extLst>
                <a:ext uri="{FF2B5EF4-FFF2-40B4-BE49-F238E27FC236}">
                  <a16:creationId xmlns:a16="http://schemas.microsoft.com/office/drawing/2014/main" id="{F5AC7E46-CE00-42C9-A9EB-7CB9FC75F3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98739" name="Rectangle 19">
              <a:extLst>
                <a:ext uri="{FF2B5EF4-FFF2-40B4-BE49-F238E27FC236}">
                  <a16:creationId xmlns:a16="http://schemas.microsoft.com/office/drawing/2014/main" id="{3CCB7C00-A3F8-4E4F-AE83-23CFC42B9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graphicFrame>
        <p:nvGraphicFramePr>
          <p:cNvPr id="798740" name="Group 20">
            <a:extLst>
              <a:ext uri="{FF2B5EF4-FFF2-40B4-BE49-F238E27FC236}">
                <a16:creationId xmlns:a16="http://schemas.microsoft.com/office/drawing/2014/main" id="{99D931CB-C89E-4586-8106-6C3FF72FCC6B}"/>
              </a:ext>
            </a:extLst>
          </p:cNvPr>
          <p:cNvGraphicFramePr>
            <a:graphicFrameLocks noGrp="1"/>
          </p:cNvGraphicFramePr>
          <p:nvPr/>
        </p:nvGraphicFramePr>
        <p:xfrm>
          <a:off x="3671888" y="1808163"/>
          <a:ext cx="2700337" cy="36576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79808579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651336407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871731812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783206993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38353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484598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628469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57169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228324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25019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525709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005286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067505"/>
                  </a:ext>
                </a:extLst>
              </a:tr>
            </a:tbl>
          </a:graphicData>
        </a:graphic>
      </p:graphicFrame>
      <p:sp>
        <p:nvSpPr>
          <p:cNvPr id="798790" name="Rectangle 70">
            <a:extLst>
              <a:ext uri="{FF2B5EF4-FFF2-40B4-BE49-F238E27FC236}">
                <a16:creationId xmlns:a16="http://schemas.microsoft.com/office/drawing/2014/main" id="{7ADC07D1-D21D-4849-9AA3-78C55D1E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800" y="2349500"/>
            <a:ext cx="1620838" cy="281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change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400" b="1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Toggle</a:t>
            </a:r>
          </a:p>
        </p:txBody>
      </p:sp>
      <p:sp>
        <p:nvSpPr>
          <p:cNvPr id="798791" name="AutoShape 71">
            <a:extLst>
              <a:ext uri="{FF2B5EF4-FFF2-40B4-BE49-F238E27FC236}">
                <a16:creationId xmlns:a16="http://schemas.microsoft.com/office/drawing/2014/main" id="{AE04177C-CE3B-425B-9FBA-B9AAD5E5D417}"/>
              </a:ext>
            </a:extLst>
          </p:cNvPr>
          <p:cNvSpPr>
            <a:spLocks/>
          </p:cNvSpPr>
          <p:nvPr/>
        </p:nvSpPr>
        <p:spPr bwMode="auto">
          <a:xfrm>
            <a:off x="6448425" y="2349500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8792" name="AutoShape 72">
            <a:extLst>
              <a:ext uri="{FF2B5EF4-FFF2-40B4-BE49-F238E27FC236}">
                <a16:creationId xmlns:a16="http://schemas.microsoft.com/office/drawing/2014/main" id="{73CCFF40-8D0C-4AC1-87E7-20752BE9BE33}"/>
              </a:ext>
            </a:extLst>
          </p:cNvPr>
          <p:cNvSpPr>
            <a:spLocks/>
          </p:cNvSpPr>
          <p:nvPr/>
        </p:nvSpPr>
        <p:spPr bwMode="auto">
          <a:xfrm>
            <a:off x="6448425" y="3148013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8793" name="AutoShape 73">
            <a:extLst>
              <a:ext uri="{FF2B5EF4-FFF2-40B4-BE49-F238E27FC236}">
                <a16:creationId xmlns:a16="http://schemas.microsoft.com/office/drawing/2014/main" id="{B1CED93C-80AB-4D0B-832A-51C6E369DE70}"/>
              </a:ext>
            </a:extLst>
          </p:cNvPr>
          <p:cNvSpPr>
            <a:spLocks/>
          </p:cNvSpPr>
          <p:nvPr/>
        </p:nvSpPr>
        <p:spPr bwMode="auto">
          <a:xfrm>
            <a:off x="6448425" y="3946525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8794" name="AutoShape 74">
            <a:extLst>
              <a:ext uri="{FF2B5EF4-FFF2-40B4-BE49-F238E27FC236}">
                <a16:creationId xmlns:a16="http://schemas.microsoft.com/office/drawing/2014/main" id="{7E9DCAFC-A5C9-4C3F-BA52-A79AA4C26BDE}"/>
              </a:ext>
            </a:extLst>
          </p:cNvPr>
          <p:cNvSpPr>
            <a:spLocks/>
          </p:cNvSpPr>
          <p:nvPr/>
        </p:nvSpPr>
        <p:spPr bwMode="auto">
          <a:xfrm>
            <a:off x="6448425" y="4787900"/>
            <a:ext cx="179388" cy="539750"/>
          </a:xfrm>
          <a:prstGeom prst="rightBrace">
            <a:avLst>
              <a:gd name="adj1" fmla="val 25074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798795" name="Rectangle 75">
            <a:extLst>
              <a:ext uri="{FF2B5EF4-FFF2-40B4-BE49-F238E27FC236}">
                <a16:creationId xmlns:a16="http://schemas.microsoft.com/office/drawing/2014/main" id="{9BF3B3B8-14FB-4C2D-9909-4163C8F2C2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3175" y="4724400"/>
            <a:ext cx="809625" cy="684213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987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ooter Placeholder 4">
            <a:extLst>
              <a:ext uri="{FF2B5EF4-FFF2-40B4-BE49-F238E27FC236}">
                <a16:creationId xmlns:a16="http://schemas.microsoft.com/office/drawing/2014/main" id="{32E24981-839B-417A-A7A8-4423F816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24" name="Slide Number Placeholder 5">
            <a:extLst>
              <a:ext uri="{FF2B5EF4-FFF2-40B4-BE49-F238E27FC236}">
                <a16:creationId xmlns:a16="http://schemas.microsoft.com/office/drawing/2014/main" id="{C7DCA788-13E3-4975-8E1E-5041B8DA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303D-F3A9-4501-83FE-E645FB99ACB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800770" name="Rectangle 2">
            <a:extLst>
              <a:ext uri="{FF2B5EF4-FFF2-40B4-BE49-F238E27FC236}">
                <a16:creationId xmlns:a16="http://schemas.microsoft.com/office/drawing/2014/main" id="{1C489FFF-2E3C-456D-901D-486C68A73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 Characteristic Equations</a:t>
            </a:r>
          </a:p>
        </p:txBody>
      </p:sp>
      <p:sp>
        <p:nvSpPr>
          <p:cNvPr id="800771" name="Rectangle 3">
            <a:extLst>
              <a:ext uri="{FF2B5EF4-FFF2-40B4-BE49-F238E27FC236}">
                <a16:creationId xmlns:a16="http://schemas.microsoft.com/office/drawing/2014/main" id="{3D7797EA-0531-4C4D-B7EB-1DF4074C2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Analysis / Derivation</a:t>
            </a:r>
          </a:p>
        </p:txBody>
      </p:sp>
      <p:grpSp>
        <p:nvGrpSpPr>
          <p:cNvPr id="800772" name="Group 4">
            <a:extLst>
              <a:ext uri="{FF2B5EF4-FFF2-40B4-BE49-F238E27FC236}">
                <a16:creationId xmlns:a16="http://schemas.microsoft.com/office/drawing/2014/main" id="{B097CC94-B834-48C4-B6AA-4A1CB37036D3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617788"/>
            <a:ext cx="1619250" cy="1620837"/>
            <a:chOff x="2653" y="3067"/>
            <a:chExt cx="1020" cy="1021"/>
          </a:xfrm>
        </p:grpSpPr>
        <p:sp>
          <p:nvSpPr>
            <p:cNvPr id="800773" name="Rectangle 5">
              <a:extLst>
                <a:ext uri="{FF2B5EF4-FFF2-40B4-BE49-F238E27FC236}">
                  <a16:creationId xmlns:a16="http://schemas.microsoft.com/office/drawing/2014/main" id="{414F7CAC-10AD-45D7-A6D9-663E7EDE7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0774" name="Rectangle 6">
              <a:extLst>
                <a:ext uri="{FF2B5EF4-FFF2-40B4-BE49-F238E27FC236}">
                  <a16:creationId xmlns:a16="http://schemas.microsoft.com/office/drawing/2014/main" id="{3F798A7A-E2BD-489D-9BA6-4855A5644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800775" name="Line 7">
              <a:extLst>
                <a:ext uri="{FF2B5EF4-FFF2-40B4-BE49-F238E27FC236}">
                  <a16:creationId xmlns:a16="http://schemas.microsoft.com/office/drawing/2014/main" id="{1C3E1FFC-0F37-47BE-B37E-789A992E2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0776" name="Line 8">
              <a:extLst>
                <a:ext uri="{FF2B5EF4-FFF2-40B4-BE49-F238E27FC236}">
                  <a16:creationId xmlns:a16="http://schemas.microsoft.com/office/drawing/2014/main" id="{3047E355-EFEB-4AC3-B492-AE00710F4F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0777" name="Line 9">
              <a:extLst>
                <a:ext uri="{FF2B5EF4-FFF2-40B4-BE49-F238E27FC236}">
                  <a16:creationId xmlns:a16="http://schemas.microsoft.com/office/drawing/2014/main" id="{F6DF966F-04DE-4071-9D01-4C56B80AC4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0778" name="Line 10">
              <a:extLst>
                <a:ext uri="{FF2B5EF4-FFF2-40B4-BE49-F238E27FC236}">
                  <a16:creationId xmlns:a16="http://schemas.microsoft.com/office/drawing/2014/main" id="{91F07A72-CE28-40C7-A30D-88C5F96D31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0779" name="Line 11">
              <a:extLst>
                <a:ext uri="{FF2B5EF4-FFF2-40B4-BE49-F238E27FC236}">
                  <a16:creationId xmlns:a16="http://schemas.microsoft.com/office/drawing/2014/main" id="{0D801279-ECB4-4CA9-966D-1E68A47859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0780" name="Line 12">
              <a:extLst>
                <a:ext uri="{FF2B5EF4-FFF2-40B4-BE49-F238E27FC236}">
                  <a16:creationId xmlns:a16="http://schemas.microsoft.com/office/drawing/2014/main" id="{9DE88EBE-48F4-4D41-9D74-AF6E9862C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0781" name="Rectangle 13">
              <a:extLst>
                <a:ext uri="{FF2B5EF4-FFF2-40B4-BE49-F238E27FC236}">
                  <a16:creationId xmlns:a16="http://schemas.microsoft.com/office/drawing/2014/main" id="{27E69126-DFE3-4444-8618-82A620BF0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180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00782" name="Oval 14">
              <a:extLst>
                <a:ext uri="{FF2B5EF4-FFF2-40B4-BE49-F238E27FC236}">
                  <a16:creationId xmlns:a16="http://schemas.microsoft.com/office/drawing/2014/main" id="{69168F1D-02CE-4284-88FB-A5345A7931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0783" name="Group 15">
              <a:extLst>
                <a:ext uri="{FF2B5EF4-FFF2-40B4-BE49-F238E27FC236}">
                  <a16:creationId xmlns:a16="http://schemas.microsoft.com/office/drawing/2014/main" id="{C4B2E198-E6ED-4087-B22C-DB406E1E5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3760"/>
              <a:ext cx="227" cy="214"/>
              <a:chOff x="5034" y="1492"/>
              <a:chExt cx="227" cy="214"/>
            </a:xfrm>
          </p:grpSpPr>
          <p:sp>
            <p:nvSpPr>
              <p:cNvPr id="800784" name="Rectangle 16">
                <a:extLst>
                  <a:ext uri="{FF2B5EF4-FFF2-40B4-BE49-F238E27FC236}">
                    <a16:creationId xmlns:a16="http://schemas.microsoft.com/office/drawing/2014/main" id="{FF02FC9D-FDC7-4528-9D3E-E9042CD66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800785" name="Line 17">
                <a:extLst>
                  <a:ext uri="{FF2B5EF4-FFF2-40B4-BE49-F238E27FC236}">
                    <a16:creationId xmlns:a16="http://schemas.microsoft.com/office/drawing/2014/main" id="{8FCA13F7-0471-4A07-A708-BB2AFC8AB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0786" name="Line 18">
              <a:extLst>
                <a:ext uri="{FF2B5EF4-FFF2-40B4-BE49-F238E27FC236}">
                  <a16:creationId xmlns:a16="http://schemas.microsoft.com/office/drawing/2014/main" id="{637E3769-A974-4BF0-8374-57F440A6A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0787" name="Rectangle 19">
              <a:extLst>
                <a:ext uri="{FF2B5EF4-FFF2-40B4-BE49-F238E27FC236}">
                  <a16:creationId xmlns:a16="http://schemas.microsoft.com/office/drawing/2014/main" id="{0E45844F-2708-44C0-B9B8-35CC83CFA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graphicFrame>
        <p:nvGraphicFramePr>
          <p:cNvPr id="800788" name="Group 20">
            <a:extLst>
              <a:ext uri="{FF2B5EF4-FFF2-40B4-BE49-F238E27FC236}">
                <a16:creationId xmlns:a16="http://schemas.microsoft.com/office/drawing/2014/main" id="{4D6C2968-EB69-490E-B649-AF6AB38478F4}"/>
              </a:ext>
            </a:extLst>
          </p:cNvPr>
          <p:cNvGraphicFramePr>
            <a:graphicFrameLocks noGrp="1"/>
          </p:cNvGraphicFramePr>
          <p:nvPr/>
        </p:nvGraphicFramePr>
        <p:xfrm>
          <a:off x="3671888" y="1808163"/>
          <a:ext cx="2700337" cy="365760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351605003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38374322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30613048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424486348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925857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2298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687447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75674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778117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440423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19460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948167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221965"/>
                  </a:ext>
                </a:extLst>
              </a:tr>
            </a:tbl>
          </a:graphicData>
        </a:graphic>
      </p:graphicFrame>
      <p:graphicFrame>
        <p:nvGraphicFramePr>
          <p:cNvPr id="800838" name="Group 70">
            <a:extLst>
              <a:ext uri="{FF2B5EF4-FFF2-40B4-BE49-F238E27FC236}">
                <a16:creationId xmlns:a16="http://schemas.microsoft.com/office/drawing/2014/main" id="{06D8DF9C-9965-45EE-BE61-F6EEC506B90F}"/>
              </a:ext>
            </a:extLst>
          </p:cNvPr>
          <p:cNvGraphicFramePr>
            <a:graphicFrameLocks noGrp="1"/>
          </p:cNvGraphicFramePr>
          <p:nvPr/>
        </p:nvGraphicFramePr>
        <p:xfrm>
          <a:off x="6551613" y="2660650"/>
          <a:ext cx="2159000" cy="1537970"/>
        </p:xfrm>
        <a:graphic>
          <a:graphicData uri="http://schemas.openxmlformats.org/drawingml/2006/table">
            <a:tbl>
              <a:tblPr/>
              <a:tblGrid>
                <a:gridCol w="130175">
                  <a:extLst>
                    <a:ext uri="{9D8B030D-6E8A-4147-A177-3AD203B41FA5}">
                      <a16:colId xmlns:a16="http://schemas.microsoft.com/office/drawing/2014/main" val="2488101182"/>
                    </a:ext>
                  </a:extLst>
                </a:gridCol>
                <a:gridCol w="131762">
                  <a:extLst>
                    <a:ext uri="{9D8B030D-6E8A-4147-A177-3AD203B41FA5}">
                      <a16:colId xmlns:a16="http://schemas.microsoft.com/office/drawing/2014/main" val="1506813601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1335850146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517002520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77047631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3084590319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849186"/>
                  </a:ext>
                </a:extLst>
              </a:tr>
              <a:tr h="1714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006855"/>
                  </a:ext>
                </a:extLst>
              </a:tr>
              <a:tr h="4032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166113"/>
                  </a:ext>
                </a:extLst>
              </a:tr>
              <a:tr h="40322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230523"/>
                  </a:ext>
                </a:extLst>
              </a:tr>
              <a:tr h="165100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014511"/>
                  </a:ext>
                </a:extLst>
              </a:tr>
              <a:tr h="1666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694031"/>
                  </a:ext>
                </a:extLst>
              </a:tr>
            </a:tbl>
          </a:graphicData>
        </a:graphic>
      </p:graphicFrame>
      <p:sp>
        <p:nvSpPr>
          <p:cNvPr id="800887" name="AutoShape 119">
            <a:extLst>
              <a:ext uri="{FF2B5EF4-FFF2-40B4-BE49-F238E27FC236}">
                <a16:creationId xmlns:a16="http://schemas.microsoft.com/office/drawing/2014/main" id="{1A405B4F-950E-4BF1-BDD9-9973407DF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38" y="3067050"/>
            <a:ext cx="336550" cy="7191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00888" name="AutoShape 120">
            <a:extLst>
              <a:ext uri="{FF2B5EF4-FFF2-40B4-BE49-F238E27FC236}">
                <a16:creationId xmlns:a16="http://schemas.microsoft.com/office/drawing/2014/main" id="{514522FC-DB86-453C-82DC-8BD4EC299BDA}"/>
              </a:ext>
            </a:extLst>
          </p:cNvPr>
          <p:cNvSpPr>
            <a:spLocks/>
          </p:cNvSpPr>
          <p:nvPr/>
        </p:nvSpPr>
        <p:spPr bwMode="auto">
          <a:xfrm flipH="1">
            <a:off x="6732588" y="3476625"/>
            <a:ext cx="436562" cy="319088"/>
          </a:xfrm>
          <a:prstGeom prst="leftBracket">
            <a:avLst>
              <a:gd name="adj" fmla="val 7352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00889" name="AutoShape 121">
            <a:extLst>
              <a:ext uri="{FF2B5EF4-FFF2-40B4-BE49-F238E27FC236}">
                <a16:creationId xmlns:a16="http://schemas.microsoft.com/office/drawing/2014/main" id="{3ACF23AB-A4BC-4D13-9651-F99E82E82B5D}"/>
              </a:ext>
            </a:extLst>
          </p:cNvPr>
          <p:cNvSpPr>
            <a:spLocks/>
          </p:cNvSpPr>
          <p:nvPr/>
        </p:nvSpPr>
        <p:spPr bwMode="auto">
          <a:xfrm>
            <a:off x="8339138" y="3476625"/>
            <a:ext cx="500062" cy="315913"/>
          </a:xfrm>
          <a:prstGeom prst="leftBracket">
            <a:avLst>
              <a:gd name="adj" fmla="val 7352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00890" name="Rectangle 122">
            <a:extLst>
              <a:ext uri="{FF2B5EF4-FFF2-40B4-BE49-F238E27FC236}">
                <a16:creationId xmlns:a16="http://schemas.microsoft.com/office/drawing/2014/main" id="{BE6AF38F-5EFB-4A43-B729-196295D57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768975"/>
            <a:ext cx="25209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+1) 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JQ’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K’Q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089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4">
            <a:extLst>
              <a:ext uri="{FF2B5EF4-FFF2-40B4-BE49-F238E27FC236}">
                <a16:creationId xmlns:a16="http://schemas.microsoft.com/office/drawing/2014/main" id="{D1F84E61-0C58-4CDD-8074-508F83B8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4E48FC94-687C-4024-A934-09BE48CE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98C0D-F034-4EB2-AFAB-A7F97E3BE375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802818" name="Rectangle 2">
            <a:extLst>
              <a:ext uri="{FF2B5EF4-FFF2-40B4-BE49-F238E27FC236}">
                <a16:creationId xmlns:a16="http://schemas.microsoft.com/office/drawing/2014/main" id="{856258E3-D401-47A7-B088-C9175980C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 with Direct Inputs</a:t>
            </a:r>
          </a:p>
        </p:txBody>
      </p:sp>
      <p:sp>
        <p:nvSpPr>
          <p:cNvPr id="802819" name="Rectangle 3">
            <a:extLst>
              <a:ext uri="{FF2B5EF4-FFF2-40B4-BE49-F238E27FC236}">
                <a16:creationId xmlns:a16="http://schemas.microsoft.com/office/drawing/2014/main" id="{AA24DB73-237D-44A6-BE97-A8D1BA986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Asynchronous Reset</a:t>
            </a:r>
          </a:p>
        </p:txBody>
      </p:sp>
      <p:grpSp>
        <p:nvGrpSpPr>
          <p:cNvPr id="802820" name="Group 4">
            <a:extLst>
              <a:ext uri="{FF2B5EF4-FFF2-40B4-BE49-F238E27FC236}">
                <a16:creationId xmlns:a16="http://schemas.microsoft.com/office/drawing/2014/main" id="{1B877304-16C4-442E-8ACD-7D0E53818342}"/>
              </a:ext>
            </a:extLst>
          </p:cNvPr>
          <p:cNvGrpSpPr>
            <a:grpSpLocks/>
          </p:cNvGrpSpPr>
          <p:nvPr/>
        </p:nvGrpSpPr>
        <p:grpSpPr bwMode="auto">
          <a:xfrm>
            <a:off x="903288" y="2528888"/>
            <a:ext cx="2767012" cy="2319337"/>
            <a:chOff x="569" y="1593"/>
            <a:chExt cx="1743" cy="1461"/>
          </a:xfrm>
        </p:grpSpPr>
        <p:sp>
          <p:nvSpPr>
            <p:cNvPr id="802821" name="Line 5">
              <a:extLst>
                <a:ext uri="{FF2B5EF4-FFF2-40B4-BE49-F238E27FC236}">
                  <a16:creationId xmlns:a16="http://schemas.microsoft.com/office/drawing/2014/main" id="{7125E0C8-31C8-4C10-A13A-F97B0F768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86" y="2727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2822" name="Rectangle 6">
              <a:extLst>
                <a:ext uri="{FF2B5EF4-FFF2-40B4-BE49-F238E27FC236}">
                  <a16:creationId xmlns:a16="http://schemas.microsoft.com/office/drawing/2014/main" id="{EB0FD23F-4935-495D-8BE7-B2C7917C0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93"/>
              <a:ext cx="567" cy="1134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2823" name="Rectangle 7">
              <a:extLst>
                <a:ext uri="{FF2B5EF4-FFF2-40B4-BE49-F238E27FC236}">
                  <a16:creationId xmlns:a16="http://schemas.microsoft.com/office/drawing/2014/main" id="{E57383B1-B47F-4A02-9209-105970EBC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02824" name="Line 8">
              <a:extLst>
                <a:ext uri="{FF2B5EF4-FFF2-40B4-BE49-F238E27FC236}">
                  <a16:creationId xmlns:a16="http://schemas.microsoft.com/office/drawing/2014/main" id="{FE533D14-F869-47FB-AE5F-78D287859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16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2825" name="Line 9">
              <a:extLst>
                <a:ext uri="{FF2B5EF4-FFF2-40B4-BE49-F238E27FC236}">
                  <a16:creationId xmlns:a16="http://schemas.microsoft.com/office/drawing/2014/main" id="{42D879C1-5EAA-4D8E-8923-5D0CEF5FC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227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2826" name="Line 10">
              <a:extLst>
                <a:ext uri="{FF2B5EF4-FFF2-40B4-BE49-F238E27FC236}">
                  <a16:creationId xmlns:a16="http://schemas.microsoft.com/office/drawing/2014/main" id="{67D7265E-3343-40F0-A9D5-3205AAE3C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181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2827" name="Line 11">
              <a:extLst>
                <a:ext uri="{FF2B5EF4-FFF2-40B4-BE49-F238E27FC236}">
                  <a16:creationId xmlns:a16="http://schemas.microsoft.com/office/drawing/2014/main" id="{B6D674AB-6A52-40F5-A942-CA66EF90A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27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2828" name="Line 12">
              <a:extLst>
                <a:ext uri="{FF2B5EF4-FFF2-40B4-BE49-F238E27FC236}">
                  <a16:creationId xmlns:a16="http://schemas.microsoft.com/office/drawing/2014/main" id="{E1799237-4FA8-4B01-B808-73839867E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81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2829" name="Line 13">
              <a:extLst>
                <a:ext uri="{FF2B5EF4-FFF2-40B4-BE49-F238E27FC236}">
                  <a16:creationId xmlns:a16="http://schemas.microsoft.com/office/drawing/2014/main" id="{89FB678C-4130-476D-9403-284C1BB65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227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2830" name="Rectangle 14">
              <a:extLst>
                <a:ext uri="{FF2B5EF4-FFF2-40B4-BE49-F238E27FC236}">
                  <a16:creationId xmlns:a16="http://schemas.microsoft.com/office/drawing/2014/main" id="{2A0F2B15-4057-45CE-8E37-0510F92FC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02831" name="Oval 15">
              <a:extLst>
                <a:ext uri="{FF2B5EF4-FFF2-40B4-BE49-F238E27FC236}">
                  <a16:creationId xmlns:a16="http://schemas.microsoft.com/office/drawing/2014/main" id="{77ABF428-D590-4BC3-9D21-E4704C52EC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86" y="223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2832" name="Group 16">
              <a:extLst>
                <a:ext uri="{FF2B5EF4-FFF2-40B4-BE49-F238E27FC236}">
                  <a16:creationId xmlns:a16="http://schemas.microsoft.com/office/drawing/2014/main" id="{80E9FEE2-6DC4-4109-AEAF-33E63C4848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172"/>
              <a:ext cx="227" cy="214"/>
              <a:chOff x="5034" y="1492"/>
              <a:chExt cx="227" cy="214"/>
            </a:xfrm>
          </p:grpSpPr>
          <p:sp>
            <p:nvSpPr>
              <p:cNvPr id="802833" name="Rectangle 17">
                <a:extLst>
                  <a:ext uri="{FF2B5EF4-FFF2-40B4-BE49-F238E27FC236}">
                    <a16:creationId xmlns:a16="http://schemas.microsoft.com/office/drawing/2014/main" id="{63D53D43-F26A-430F-A43B-975CBFED3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802834" name="Line 18">
                <a:extLst>
                  <a:ext uri="{FF2B5EF4-FFF2-40B4-BE49-F238E27FC236}">
                    <a16:creationId xmlns:a16="http://schemas.microsoft.com/office/drawing/2014/main" id="{71F3560A-24C3-44F6-BBEA-D0E9AE57D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2835" name="Oval 19">
              <a:extLst>
                <a:ext uri="{FF2B5EF4-FFF2-40B4-BE49-F238E27FC236}">
                  <a16:creationId xmlns:a16="http://schemas.microsoft.com/office/drawing/2014/main" id="{8E7E1AC7-B15D-4964-A921-044949EDFD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46" y="27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2836" name="Group 20">
              <a:extLst>
                <a:ext uri="{FF2B5EF4-FFF2-40B4-BE49-F238E27FC236}">
                  <a16:creationId xmlns:a16="http://schemas.microsoft.com/office/drawing/2014/main" id="{35644F3A-E39D-4606-A93A-C1C4382532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9" y="2500"/>
              <a:ext cx="226" cy="214"/>
              <a:chOff x="5034" y="1492"/>
              <a:chExt cx="227" cy="214"/>
            </a:xfrm>
          </p:grpSpPr>
          <p:sp>
            <p:nvSpPr>
              <p:cNvPr id="802837" name="Rectangle 21">
                <a:extLst>
                  <a:ext uri="{FF2B5EF4-FFF2-40B4-BE49-F238E27FC236}">
                    <a16:creationId xmlns:a16="http://schemas.microsoft.com/office/drawing/2014/main" id="{CBB74E2C-BC78-4EEE-AA2C-58967AC05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802838" name="Line 22">
                <a:extLst>
                  <a:ext uri="{FF2B5EF4-FFF2-40B4-BE49-F238E27FC236}">
                    <a16:creationId xmlns:a16="http://schemas.microsoft.com/office/drawing/2014/main" id="{32C32F32-636B-4FCE-B030-9BBD4F890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2839" name="Line 23">
              <a:extLst>
                <a:ext uri="{FF2B5EF4-FFF2-40B4-BE49-F238E27FC236}">
                  <a16:creationId xmlns:a16="http://schemas.microsoft.com/office/drawing/2014/main" id="{678D31DE-7EA9-424C-A888-3DCCC15DAF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954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2840" name="Group 24">
              <a:extLst>
                <a:ext uri="{FF2B5EF4-FFF2-40B4-BE49-F238E27FC236}">
                  <a16:creationId xmlns:a16="http://schemas.microsoft.com/office/drawing/2014/main" id="{87F688A7-3220-4A85-AECD-A6D53DA3BA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2840"/>
              <a:ext cx="449" cy="214"/>
              <a:chOff x="569" y="2500"/>
              <a:chExt cx="449" cy="214"/>
            </a:xfrm>
          </p:grpSpPr>
          <p:sp>
            <p:nvSpPr>
              <p:cNvPr id="802841" name="Rectangle 25">
                <a:extLst>
                  <a:ext uri="{FF2B5EF4-FFF2-40B4-BE49-F238E27FC236}">
                    <a16:creationId xmlns:a16="http://schemas.microsoft.com/office/drawing/2014/main" id="{5E9CB4D6-8D9D-43F8-A75C-2369301CA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2507"/>
                <a:ext cx="426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</a:t>
                </a:r>
              </a:p>
            </p:txBody>
          </p:sp>
          <p:sp>
            <p:nvSpPr>
              <p:cNvPr id="802842" name="Line 26">
                <a:extLst>
                  <a:ext uri="{FF2B5EF4-FFF2-40B4-BE49-F238E27FC236}">
                    <a16:creationId xmlns:a16="http://schemas.microsoft.com/office/drawing/2014/main" id="{387361B1-26DF-452A-B09C-503E0E3B7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802843" name="Group 27">
            <a:extLst>
              <a:ext uri="{FF2B5EF4-FFF2-40B4-BE49-F238E27FC236}">
                <a16:creationId xmlns:a16="http://schemas.microsoft.com/office/drawing/2014/main" id="{7DFEEF5B-5414-4142-B042-0D103B3962E0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2528888"/>
          <a:ext cx="3060700" cy="1800226"/>
        </p:xfrm>
        <a:graphic>
          <a:graphicData uri="http://schemas.openxmlformats.org/drawingml/2006/table">
            <a:tbl>
              <a:tblPr/>
              <a:tblGrid>
                <a:gridCol w="611187">
                  <a:extLst>
                    <a:ext uri="{9D8B030D-6E8A-4147-A177-3AD203B41FA5}">
                      <a16:colId xmlns:a16="http://schemas.microsoft.com/office/drawing/2014/main" val="1309374994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475158325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1963561809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339182125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R’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90580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368816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395913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43798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4">
            <a:extLst>
              <a:ext uri="{FF2B5EF4-FFF2-40B4-BE49-F238E27FC236}">
                <a16:creationId xmlns:a16="http://schemas.microsoft.com/office/drawing/2014/main" id="{4B5920CD-9A5E-41C0-9BF6-441376B5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E1CD6013-8DF8-4C3F-9020-C6DA7723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F73A-EC37-4AF7-84BC-82F25AC8AFC1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804866" name="Rectangle 2">
            <a:extLst>
              <a:ext uri="{FF2B5EF4-FFF2-40B4-BE49-F238E27FC236}">
                <a16:creationId xmlns:a16="http://schemas.microsoft.com/office/drawing/2014/main" id="{2F45A29F-4129-4E63-87A6-E69B839C9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 with Direct Inputs</a:t>
            </a:r>
          </a:p>
        </p:txBody>
      </p:sp>
      <p:sp>
        <p:nvSpPr>
          <p:cNvPr id="804867" name="Rectangle 3">
            <a:extLst>
              <a:ext uri="{FF2B5EF4-FFF2-40B4-BE49-F238E27FC236}">
                <a16:creationId xmlns:a16="http://schemas.microsoft.com/office/drawing/2014/main" id="{17D8B8CB-AA45-43B3-BA2B-9EBF68D08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Asynchronous Reset</a:t>
            </a:r>
          </a:p>
        </p:txBody>
      </p:sp>
      <p:grpSp>
        <p:nvGrpSpPr>
          <p:cNvPr id="804868" name="Group 4">
            <a:extLst>
              <a:ext uri="{FF2B5EF4-FFF2-40B4-BE49-F238E27FC236}">
                <a16:creationId xmlns:a16="http://schemas.microsoft.com/office/drawing/2014/main" id="{460D2994-8313-4E62-B304-A3E20F95656F}"/>
              </a:ext>
            </a:extLst>
          </p:cNvPr>
          <p:cNvGrpSpPr>
            <a:grpSpLocks/>
          </p:cNvGrpSpPr>
          <p:nvPr/>
        </p:nvGrpSpPr>
        <p:grpSpPr bwMode="auto">
          <a:xfrm>
            <a:off x="903288" y="2528888"/>
            <a:ext cx="2767012" cy="2319337"/>
            <a:chOff x="569" y="1593"/>
            <a:chExt cx="1743" cy="1461"/>
          </a:xfrm>
        </p:grpSpPr>
        <p:sp>
          <p:nvSpPr>
            <p:cNvPr id="804869" name="Line 5">
              <a:extLst>
                <a:ext uri="{FF2B5EF4-FFF2-40B4-BE49-F238E27FC236}">
                  <a16:creationId xmlns:a16="http://schemas.microsoft.com/office/drawing/2014/main" id="{954A7F9A-181C-475D-BDCA-58AF64468F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86" y="2727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4870" name="Rectangle 6">
              <a:extLst>
                <a:ext uri="{FF2B5EF4-FFF2-40B4-BE49-F238E27FC236}">
                  <a16:creationId xmlns:a16="http://schemas.microsoft.com/office/drawing/2014/main" id="{F529D141-57FF-4A51-AA9D-36D4FDB7B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93"/>
              <a:ext cx="567" cy="1134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4871" name="Rectangle 7">
              <a:extLst>
                <a:ext uri="{FF2B5EF4-FFF2-40B4-BE49-F238E27FC236}">
                  <a16:creationId xmlns:a16="http://schemas.microsoft.com/office/drawing/2014/main" id="{1D54F7DD-27E3-4189-AFD9-9548C651E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04872" name="Line 8">
              <a:extLst>
                <a:ext uri="{FF2B5EF4-FFF2-40B4-BE49-F238E27FC236}">
                  <a16:creationId xmlns:a16="http://schemas.microsoft.com/office/drawing/2014/main" id="{F67D13AC-9DAC-4FA7-B69D-51710D8CE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16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4873" name="Line 9">
              <a:extLst>
                <a:ext uri="{FF2B5EF4-FFF2-40B4-BE49-F238E27FC236}">
                  <a16:creationId xmlns:a16="http://schemas.microsoft.com/office/drawing/2014/main" id="{17ECD4BA-25EA-41BC-9BD7-BE366466CD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227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4874" name="Line 10">
              <a:extLst>
                <a:ext uri="{FF2B5EF4-FFF2-40B4-BE49-F238E27FC236}">
                  <a16:creationId xmlns:a16="http://schemas.microsoft.com/office/drawing/2014/main" id="{FBEB1A34-EF91-413A-9174-3CEB00DBB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181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4875" name="Line 11">
              <a:extLst>
                <a:ext uri="{FF2B5EF4-FFF2-40B4-BE49-F238E27FC236}">
                  <a16:creationId xmlns:a16="http://schemas.microsoft.com/office/drawing/2014/main" id="{2D74D657-8F93-4026-BAE5-B29ED8AA1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27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4876" name="Line 12">
              <a:extLst>
                <a:ext uri="{FF2B5EF4-FFF2-40B4-BE49-F238E27FC236}">
                  <a16:creationId xmlns:a16="http://schemas.microsoft.com/office/drawing/2014/main" id="{42FA9C3D-4E18-4870-83B6-FC394D8EAC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81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4877" name="Line 13">
              <a:extLst>
                <a:ext uri="{FF2B5EF4-FFF2-40B4-BE49-F238E27FC236}">
                  <a16:creationId xmlns:a16="http://schemas.microsoft.com/office/drawing/2014/main" id="{02F56298-D9B2-46CA-B8DC-FBF16F53DB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227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4878" name="Rectangle 14">
              <a:extLst>
                <a:ext uri="{FF2B5EF4-FFF2-40B4-BE49-F238E27FC236}">
                  <a16:creationId xmlns:a16="http://schemas.microsoft.com/office/drawing/2014/main" id="{7CF425BE-1A62-457F-95CF-439547881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04879" name="Oval 15">
              <a:extLst>
                <a:ext uri="{FF2B5EF4-FFF2-40B4-BE49-F238E27FC236}">
                  <a16:creationId xmlns:a16="http://schemas.microsoft.com/office/drawing/2014/main" id="{95FE58DA-74EC-42ED-A4FC-C93FDA7A82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86" y="223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4880" name="Group 16">
              <a:extLst>
                <a:ext uri="{FF2B5EF4-FFF2-40B4-BE49-F238E27FC236}">
                  <a16:creationId xmlns:a16="http://schemas.microsoft.com/office/drawing/2014/main" id="{B5C3D20D-966E-4057-9880-01D3FC2EFD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172"/>
              <a:ext cx="227" cy="214"/>
              <a:chOff x="5034" y="1492"/>
              <a:chExt cx="227" cy="214"/>
            </a:xfrm>
          </p:grpSpPr>
          <p:sp>
            <p:nvSpPr>
              <p:cNvPr id="804881" name="Rectangle 17">
                <a:extLst>
                  <a:ext uri="{FF2B5EF4-FFF2-40B4-BE49-F238E27FC236}">
                    <a16:creationId xmlns:a16="http://schemas.microsoft.com/office/drawing/2014/main" id="{F72C4049-3940-4F32-BDED-DB29A4D60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804882" name="Line 18">
                <a:extLst>
                  <a:ext uri="{FF2B5EF4-FFF2-40B4-BE49-F238E27FC236}">
                    <a16:creationId xmlns:a16="http://schemas.microsoft.com/office/drawing/2014/main" id="{71264EF9-A0F2-4FD5-8130-5007CAA3B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4883" name="Oval 19">
              <a:extLst>
                <a:ext uri="{FF2B5EF4-FFF2-40B4-BE49-F238E27FC236}">
                  <a16:creationId xmlns:a16="http://schemas.microsoft.com/office/drawing/2014/main" id="{76AFCA05-31D9-4165-80EB-53B83B933B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46" y="27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4884" name="Group 20">
              <a:extLst>
                <a:ext uri="{FF2B5EF4-FFF2-40B4-BE49-F238E27FC236}">
                  <a16:creationId xmlns:a16="http://schemas.microsoft.com/office/drawing/2014/main" id="{26A477D1-A0DA-47C9-92B2-17FB0224FC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9" y="2500"/>
              <a:ext cx="226" cy="214"/>
              <a:chOff x="5034" y="1492"/>
              <a:chExt cx="227" cy="214"/>
            </a:xfrm>
          </p:grpSpPr>
          <p:sp>
            <p:nvSpPr>
              <p:cNvPr id="804885" name="Rectangle 21">
                <a:extLst>
                  <a:ext uri="{FF2B5EF4-FFF2-40B4-BE49-F238E27FC236}">
                    <a16:creationId xmlns:a16="http://schemas.microsoft.com/office/drawing/2014/main" id="{092986A7-E98D-40D8-ADB7-F8773623E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804886" name="Line 22">
                <a:extLst>
                  <a:ext uri="{FF2B5EF4-FFF2-40B4-BE49-F238E27FC236}">
                    <a16:creationId xmlns:a16="http://schemas.microsoft.com/office/drawing/2014/main" id="{06392B17-45E7-449E-96B1-1E18562E5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4887" name="Line 23">
              <a:extLst>
                <a:ext uri="{FF2B5EF4-FFF2-40B4-BE49-F238E27FC236}">
                  <a16:creationId xmlns:a16="http://schemas.microsoft.com/office/drawing/2014/main" id="{E61ACF6D-CD6A-4D2D-83CE-BDA0BFECC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954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4888" name="Group 24">
              <a:extLst>
                <a:ext uri="{FF2B5EF4-FFF2-40B4-BE49-F238E27FC236}">
                  <a16:creationId xmlns:a16="http://schemas.microsoft.com/office/drawing/2014/main" id="{3D94EDF8-B3E0-47C2-B15A-B684295B8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2840"/>
              <a:ext cx="449" cy="214"/>
              <a:chOff x="569" y="2500"/>
              <a:chExt cx="449" cy="214"/>
            </a:xfrm>
          </p:grpSpPr>
          <p:sp>
            <p:nvSpPr>
              <p:cNvPr id="804889" name="Rectangle 25">
                <a:extLst>
                  <a:ext uri="{FF2B5EF4-FFF2-40B4-BE49-F238E27FC236}">
                    <a16:creationId xmlns:a16="http://schemas.microsoft.com/office/drawing/2014/main" id="{CFF41100-FDEC-4604-8A80-AA34A9BDA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2507"/>
                <a:ext cx="426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</a:t>
                </a:r>
              </a:p>
            </p:txBody>
          </p:sp>
          <p:sp>
            <p:nvSpPr>
              <p:cNvPr id="804890" name="Line 26">
                <a:extLst>
                  <a:ext uri="{FF2B5EF4-FFF2-40B4-BE49-F238E27FC236}">
                    <a16:creationId xmlns:a16="http://schemas.microsoft.com/office/drawing/2014/main" id="{EB0AA0EF-AEFB-4ACC-9929-B71755F8E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804891" name="Group 27">
            <a:extLst>
              <a:ext uri="{FF2B5EF4-FFF2-40B4-BE49-F238E27FC236}">
                <a16:creationId xmlns:a16="http://schemas.microsoft.com/office/drawing/2014/main" id="{F6362983-DF3F-465D-9859-9B8E965688B4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2528888"/>
          <a:ext cx="3060700" cy="1800226"/>
        </p:xfrm>
        <a:graphic>
          <a:graphicData uri="http://schemas.openxmlformats.org/drawingml/2006/table">
            <a:tbl>
              <a:tblPr/>
              <a:tblGrid>
                <a:gridCol w="611187">
                  <a:extLst>
                    <a:ext uri="{9D8B030D-6E8A-4147-A177-3AD203B41FA5}">
                      <a16:colId xmlns:a16="http://schemas.microsoft.com/office/drawing/2014/main" val="553676194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82419118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360905020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956381532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R’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16391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416779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366282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2925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E1B7EB4B-D7E4-4CEF-B5C3-2787650F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2" name="Slide Number Placeholder 5">
            <a:extLst>
              <a:ext uri="{FF2B5EF4-FFF2-40B4-BE49-F238E27FC236}">
                <a16:creationId xmlns:a16="http://schemas.microsoft.com/office/drawing/2014/main" id="{69ABE1BC-1E4C-4499-B586-B675843A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0786-FBA6-4B27-8FF5-9333FBEA7AA1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06914" name="Rectangle 2">
            <a:extLst>
              <a:ext uri="{FF2B5EF4-FFF2-40B4-BE49-F238E27FC236}">
                <a16:creationId xmlns:a16="http://schemas.microsoft.com/office/drawing/2014/main" id="{6A8C85C9-367F-456F-B151-B8DC2C6EC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 with Direct Inputs</a:t>
            </a:r>
          </a:p>
        </p:txBody>
      </p:sp>
      <p:sp>
        <p:nvSpPr>
          <p:cNvPr id="806915" name="Rectangle 3">
            <a:extLst>
              <a:ext uri="{FF2B5EF4-FFF2-40B4-BE49-F238E27FC236}">
                <a16:creationId xmlns:a16="http://schemas.microsoft.com/office/drawing/2014/main" id="{7FC8F381-642A-4EC2-8E9E-BE820312C7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Asynchronous Preset and Clear</a:t>
            </a:r>
          </a:p>
        </p:txBody>
      </p:sp>
      <p:graphicFrame>
        <p:nvGraphicFramePr>
          <p:cNvPr id="806916" name="Group 4">
            <a:extLst>
              <a:ext uri="{FF2B5EF4-FFF2-40B4-BE49-F238E27FC236}">
                <a16:creationId xmlns:a16="http://schemas.microsoft.com/office/drawing/2014/main" id="{E2414518-E7DD-4419-BAAA-C5DB9C6F45DF}"/>
              </a:ext>
            </a:extLst>
          </p:cNvPr>
          <p:cNvGraphicFramePr>
            <a:graphicFrameLocks noGrp="1"/>
          </p:cNvGraphicFramePr>
          <p:nvPr/>
        </p:nvGraphicFramePr>
        <p:xfrm>
          <a:off x="4751388" y="2528888"/>
          <a:ext cx="3852862" cy="2251076"/>
        </p:xfrm>
        <a:graphic>
          <a:graphicData uri="http://schemas.openxmlformats.org/drawingml/2006/table">
            <a:tbl>
              <a:tblPr/>
              <a:tblGrid>
                <a:gridCol w="641350">
                  <a:extLst>
                    <a:ext uri="{9D8B030D-6E8A-4147-A177-3AD203B41FA5}">
                      <a16:colId xmlns:a16="http://schemas.microsoft.com/office/drawing/2014/main" val="163022511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2069292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070891380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86404236"/>
                    </a:ext>
                  </a:extLst>
                </a:gridCol>
                <a:gridCol w="1135062">
                  <a:extLst>
                    <a:ext uri="{9D8B030D-6E8A-4147-A177-3AD203B41FA5}">
                      <a16:colId xmlns:a16="http://schemas.microsoft.com/office/drawing/2014/main" val="765115898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PR’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CLR’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685736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123804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953838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09989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946133"/>
                  </a:ext>
                </a:extLst>
              </a:tr>
            </a:tbl>
          </a:graphicData>
        </a:graphic>
      </p:graphicFrame>
      <p:grpSp>
        <p:nvGrpSpPr>
          <p:cNvPr id="806951" name="Group 39">
            <a:extLst>
              <a:ext uri="{FF2B5EF4-FFF2-40B4-BE49-F238E27FC236}">
                <a16:creationId xmlns:a16="http://schemas.microsoft.com/office/drawing/2014/main" id="{5C12D91D-558A-4C13-96B6-B7C93A30AD7A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2009775"/>
            <a:ext cx="2519362" cy="3219450"/>
            <a:chOff x="725" y="1026"/>
            <a:chExt cx="1587" cy="2028"/>
          </a:xfrm>
        </p:grpSpPr>
        <p:sp>
          <p:nvSpPr>
            <p:cNvPr id="806952" name="Line 40">
              <a:extLst>
                <a:ext uri="{FF2B5EF4-FFF2-40B4-BE49-F238E27FC236}">
                  <a16:creationId xmlns:a16="http://schemas.microsoft.com/office/drawing/2014/main" id="{1D206C72-7A73-4F4A-A0A9-37D34D6958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11" y="1139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53" name="Line 41">
              <a:extLst>
                <a:ext uri="{FF2B5EF4-FFF2-40B4-BE49-F238E27FC236}">
                  <a16:creationId xmlns:a16="http://schemas.microsoft.com/office/drawing/2014/main" id="{C5167A70-F69C-4E01-BED8-4A5349F3A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86" y="2727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54" name="Rectangle 42">
              <a:extLst>
                <a:ext uri="{FF2B5EF4-FFF2-40B4-BE49-F238E27FC236}">
                  <a16:creationId xmlns:a16="http://schemas.microsoft.com/office/drawing/2014/main" id="{99220E77-CA9E-4B7D-8CC7-59DE61ED2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366"/>
              <a:ext cx="567" cy="1361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55" name="Rectangle 43">
              <a:extLst>
                <a:ext uri="{FF2B5EF4-FFF2-40B4-BE49-F238E27FC236}">
                  <a16:creationId xmlns:a16="http://schemas.microsoft.com/office/drawing/2014/main" id="{A0603FAD-17BC-42D8-B97F-22C382B3E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06956" name="Line 44">
              <a:extLst>
                <a:ext uri="{FF2B5EF4-FFF2-40B4-BE49-F238E27FC236}">
                  <a16:creationId xmlns:a16="http://schemas.microsoft.com/office/drawing/2014/main" id="{AD87F01A-33AD-4A2B-A7C0-6CDCC983E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16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57" name="Line 45">
              <a:extLst>
                <a:ext uri="{FF2B5EF4-FFF2-40B4-BE49-F238E27FC236}">
                  <a16:creationId xmlns:a16="http://schemas.microsoft.com/office/drawing/2014/main" id="{B2AD9EB6-297D-415D-A141-17F5E1A9FC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227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58" name="Line 46">
              <a:extLst>
                <a:ext uri="{FF2B5EF4-FFF2-40B4-BE49-F238E27FC236}">
                  <a16:creationId xmlns:a16="http://schemas.microsoft.com/office/drawing/2014/main" id="{D10AB912-7568-45D8-81E4-9714CA5EA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181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59" name="Line 47">
              <a:extLst>
                <a:ext uri="{FF2B5EF4-FFF2-40B4-BE49-F238E27FC236}">
                  <a16:creationId xmlns:a16="http://schemas.microsoft.com/office/drawing/2014/main" id="{229A991D-E6A1-4199-8D13-C97D2AA01C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27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60" name="Line 48">
              <a:extLst>
                <a:ext uri="{FF2B5EF4-FFF2-40B4-BE49-F238E27FC236}">
                  <a16:creationId xmlns:a16="http://schemas.microsoft.com/office/drawing/2014/main" id="{3DFF4C57-2A8C-4029-9CB9-C4B150D9BA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81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61" name="Line 49">
              <a:extLst>
                <a:ext uri="{FF2B5EF4-FFF2-40B4-BE49-F238E27FC236}">
                  <a16:creationId xmlns:a16="http://schemas.microsoft.com/office/drawing/2014/main" id="{41174DC8-BCBF-4117-A551-68F3B9E9E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227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62" name="Rectangle 50">
              <a:extLst>
                <a:ext uri="{FF2B5EF4-FFF2-40B4-BE49-F238E27FC236}">
                  <a16:creationId xmlns:a16="http://schemas.microsoft.com/office/drawing/2014/main" id="{493A6E10-921C-4E0E-A29D-E8FA9AA74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06963" name="Oval 51">
              <a:extLst>
                <a:ext uri="{FF2B5EF4-FFF2-40B4-BE49-F238E27FC236}">
                  <a16:creationId xmlns:a16="http://schemas.microsoft.com/office/drawing/2014/main" id="{143CA801-4611-4ED1-B58F-9A4A3BF74A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86" y="223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6964" name="Group 52">
              <a:extLst>
                <a:ext uri="{FF2B5EF4-FFF2-40B4-BE49-F238E27FC236}">
                  <a16:creationId xmlns:a16="http://schemas.microsoft.com/office/drawing/2014/main" id="{DA1F4F2C-3952-4F52-AF9E-D6C62F0D8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172"/>
              <a:ext cx="227" cy="214"/>
              <a:chOff x="5034" y="1492"/>
              <a:chExt cx="227" cy="214"/>
            </a:xfrm>
          </p:grpSpPr>
          <p:sp>
            <p:nvSpPr>
              <p:cNvPr id="806965" name="Rectangle 53">
                <a:extLst>
                  <a:ext uri="{FF2B5EF4-FFF2-40B4-BE49-F238E27FC236}">
                    <a16:creationId xmlns:a16="http://schemas.microsoft.com/office/drawing/2014/main" id="{9BBB71A5-EC71-482F-9B3C-1414F013A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806966" name="Line 54">
                <a:extLst>
                  <a:ext uri="{FF2B5EF4-FFF2-40B4-BE49-F238E27FC236}">
                    <a16:creationId xmlns:a16="http://schemas.microsoft.com/office/drawing/2014/main" id="{3BA79021-E735-4A72-A7FF-990551CC46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6967" name="Oval 55">
              <a:extLst>
                <a:ext uri="{FF2B5EF4-FFF2-40B4-BE49-F238E27FC236}">
                  <a16:creationId xmlns:a16="http://schemas.microsoft.com/office/drawing/2014/main" id="{1FA838B5-86F2-4042-A176-3FD399F745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46" y="27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6968" name="Group 56">
              <a:extLst>
                <a:ext uri="{FF2B5EF4-FFF2-40B4-BE49-F238E27FC236}">
                  <a16:creationId xmlns:a16="http://schemas.microsoft.com/office/drawing/2014/main" id="{205E3B3C-727D-44FE-9FAC-8C1D627E2C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8" y="2500"/>
              <a:ext cx="373" cy="214"/>
              <a:chOff x="1608" y="2500"/>
              <a:chExt cx="373" cy="214"/>
            </a:xfrm>
          </p:grpSpPr>
          <p:sp>
            <p:nvSpPr>
              <p:cNvPr id="806969" name="Rectangle 57">
                <a:extLst>
                  <a:ext uri="{FF2B5EF4-FFF2-40B4-BE49-F238E27FC236}">
                    <a16:creationId xmlns:a16="http://schemas.microsoft.com/office/drawing/2014/main" id="{5F02026C-7908-42E3-88CC-8FE21EE54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" y="2507"/>
                <a:ext cx="373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CLR</a:t>
                </a:r>
              </a:p>
            </p:txBody>
          </p:sp>
          <p:sp>
            <p:nvSpPr>
              <p:cNvPr id="806970" name="Line 58">
                <a:extLst>
                  <a:ext uri="{FF2B5EF4-FFF2-40B4-BE49-F238E27FC236}">
                    <a16:creationId xmlns:a16="http://schemas.microsoft.com/office/drawing/2014/main" id="{9C9C33EA-0001-474D-A748-C3D2F8980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3" y="2500"/>
                <a:ext cx="3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6971" name="Line 59">
              <a:extLst>
                <a:ext uri="{FF2B5EF4-FFF2-40B4-BE49-F238E27FC236}">
                  <a16:creationId xmlns:a16="http://schemas.microsoft.com/office/drawing/2014/main" id="{ED26C74B-CE41-4F6E-A818-B0B65FC819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954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6972" name="Group 60">
              <a:extLst>
                <a:ext uri="{FF2B5EF4-FFF2-40B4-BE49-F238E27FC236}">
                  <a16:creationId xmlns:a16="http://schemas.microsoft.com/office/drawing/2014/main" id="{C8A7B673-6FF5-4FA0-9271-F1B47C230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" y="2840"/>
              <a:ext cx="449" cy="214"/>
              <a:chOff x="569" y="2500"/>
              <a:chExt cx="449" cy="214"/>
            </a:xfrm>
          </p:grpSpPr>
          <p:sp>
            <p:nvSpPr>
              <p:cNvPr id="806973" name="Rectangle 61">
                <a:extLst>
                  <a:ext uri="{FF2B5EF4-FFF2-40B4-BE49-F238E27FC236}">
                    <a16:creationId xmlns:a16="http://schemas.microsoft.com/office/drawing/2014/main" id="{E6895804-4CE4-4416-8E6D-017A1ABE0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2507"/>
                <a:ext cx="426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</a:t>
                </a:r>
              </a:p>
            </p:txBody>
          </p:sp>
          <p:sp>
            <p:nvSpPr>
              <p:cNvPr id="806974" name="Line 62">
                <a:extLst>
                  <a:ext uri="{FF2B5EF4-FFF2-40B4-BE49-F238E27FC236}">
                    <a16:creationId xmlns:a16="http://schemas.microsoft.com/office/drawing/2014/main" id="{B05FA746-9DFA-45B2-AB68-8FF86B6EE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806975" name="Group 63">
              <a:extLst>
                <a:ext uri="{FF2B5EF4-FFF2-40B4-BE49-F238E27FC236}">
                  <a16:creationId xmlns:a16="http://schemas.microsoft.com/office/drawing/2014/main" id="{46E8CDCE-C7F5-4211-8EB0-284F6EC20A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7" y="1436"/>
              <a:ext cx="250" cy="214"/>
              <a:chOff x="1697" y="1366"/>
              <a:chExt cx="250" cy="214"/>
            </a:xfrm>
          </p:grpSpPr>
          <p:sp>
            <p:nvSpPr>
              <p:cNvPr id="806976" name="Rectangle 64">
                <a:extLst>
                  <a:ext uri="{FF2B5EF4-FFF2-40B4-BE49-F238E27FC236}">
                    <a16:creationId xmlns:a16="http://schemas.microsoft.com/office/drawing/2014/main" id="{7EE54609-CB76-46DD-B9BC-2DF43A9D1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7" y="1373"/>
                <a:ext cx="245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</a:t>
                </a:r>
              </a:p>
            </p:txBody>
          </p:sp>
          <p:sp>
            <p:nvSpPr>
              <p:cNvPr id="806977" name="Line 65">
                <a:extLst>
                  <a:ext uri="{FF2B5EF4-FFF2-40B4-BE49-F238E27FC236}">
                    <a16:creationId xmlns:a16="http://schemas.microsoft.com/office/drawing/2014/main" id="{87703AEA-415D-4832-A048-EF89EF997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0" y="1366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6978" name="Oval 66">
              <a:extLst>
                <a:ext uri="{FF2B5EF4-FFF2-40B4-BE49-F238E27FC236}">
                  <a16:creationId xmlns:a16="http://schemas.microsoft.com/office/drawing/2014/main" id="{BC288559-96D0-4443-A2C5-4B36BE8BC5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0" y="128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6979" name="Line 67">
              <a:extLst>
                <a:ext uri="{FF2B5EF4-FFF2-40B4-BE49-F238E27FC236}">
                  <a16:creationId xmlns:a16="http://schemas.microsoft.com/office/drawing/2014/main" id="{355E90F0-EECB-4333-9562-BD8A6E19ED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6" y="1139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6980" name="Group 68">
              <a:extLst>
                <a:ext uri="{FF2B5EF4-FFF2-40B4-BE49-F238E27FC236}">
                  <a16:creationId xmlns:a16="http://schemas.microsoft.com/office/drawing/2014/main" id="{7C66BA51-DF7A-4414-89CC-0E94DCDDC4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" y="1026"/>
              <a:ext cx="490" cy="214"/>
              <a:chOff x="538" y="2500"/>
              <a:chExt cx="490" cy="214"/>
            </a:xfrm>
          </p:grpSpPr>
          <p:sp>
            <p:nvSpPr>
              <p:cNvPr id="806981" name="Rectangle 69">
                <a:extLst>
                  <a:ext uri="{FF2B5EF4-FFF2-40B4-BE49-F238E27FC236}">
                    <a16:creationId xmlns:a16="http://schemas.microsoft.com/office/drawing/2014/main" id="{7AC84CD8-0BAB-4DD4-9FB5-631B59269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2507"/>
                <a:ext cx="49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Preset</a:t>
                </a:r>
              </a:p>
            </p:txBody>
          </p:sp>
          <p:sp>
            <p:nvSpPr>
              <p:cNvPr id="806982" name="Line 70">
                <a:extLst>
                  <a:ext uri="{FF2B5EF4-FFF2-40B4-BE49-F238E27FC236}">
                    <a16:creationId xmlns:a16="http://schemas.microsoft.com/office/drawing/2014/main" id="{0C096460-0544-4C1D-AE27-33A2D1B87A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FB7004E2-2832-4BA2-8246-3377B236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2" name="Slide Number Placeholder 5">
            <a:extLst>
              <a:ext uri="{FF2B5EF4-FFF2-40B4-BE49-F238E27FC236}">
                <a16:creationId xmlns:a16="http://schemas.microsoft.com/office/drawing/2014/main" id="{907B41A8-3124-4D7E-92AE-949D0271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CCB6-1999-478F-B181-2C2041EA1C61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808962" name="Rectangle 2">
            <a:extLst>
              <a:ext uri="{FF2B5EF4-FFF2-40B4-BE49-F238E27FC236}">
                <a16:creationId xmlns:a16="http://schemas.microsoft.com/office/drawing/2014/main" id="{EEAB6087-F9C8-471E-BF64-F21F95ACE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 with Direct Inputs</a:t>
            </a:r>
          </a:p>
        </p:txBody>
      </p:sp>
      <p:sp>
        <p:nvSpPr>
          <p:cNvPr id="808963" name="Rectangle 3">
            <a:extLst>
              <a:ext uri="{FF2B5EF4-FFF2-40B4-BE49-F238E27FC236}">
                <a16:creationId xmlns:a16="http://schemas.microsoft.com/office/drawing/2014/main" id="{FAF02516-DF73-4F03-A50A-1723075F0E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Asynchronous Preset and Clear</a:t>
            </a:r>
          </a:p>
        </p:txBody>
      </p:sp>
      <p:graphicFrame>
        <p:nvGraphicFramePr>
          <p:cNvPr id="808964" name="Group 4">
            <a:extLst>
              <a:ext uri="{FF2B5EF4-FFF2-40B4-BE49-F238E27FC236}">
                <a16:creationId xmlns:a16="http://schemas.microsoft.com/office/drawing/2014/main" id="{3E7D0161-DE1A-4296-9DB5-4D04ECD77A98}"/>
              </a:ext>
            </a:extLst>
          </p:cNvPr>
          <p:cNvGraphicFramePr>
            <a:graphicFrameLocks noGrp="1"/>
          </p:cNvGraphicFramePr>
          <p:nvPr/>
        </p:nvGraphicFramePr>
        <p:xfrm>
          <a:off x="4751388" y="2528888"/>
          <a:ext cx="3852862" cy="2251076"/>
        </p:xfrm>
        <a:graphic>
          <a:graphicData uri="http://schemas.openxmlformats.org/drawingml/2006/table">
            <a:tbl>
              <a:tblPr/>
              <a:tblGrid>
                <a:gridCol w="641350">
                  <a:extLst>
                    <a:ext uri="{9D8B030D-6E8A-4147-A177-3AD203B41FA5}">
                      <a16:colId xmlns:a16="http://schemas.microsoft.com/office/drawing/2014/main" val="14414031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470331976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14030205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18538307"/>
                    </a:ext>
                  </a:extLst>
                </a:gridCol>
                <a:gridCol w="1135062">
                  <a:extLst>
                    <a:ext uri="{9D8B030D-6E8A-4147-A177-3AD203B41FA5}">
                      <a16:colId xmlns:a16="http://schemas.microsoft.com/office/drawing/2014/main" val="869395700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PR’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CLR’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081702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231285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221870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272655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452912"/>
                  </a:ext>
                </a:extLst>
              </a:tr>
            </a:tbl>
          </a:graphicData>
        </a:graphic>
      </p:graphicFrame>
      <p:grpSp>
        <p:nvGrpSpPr>
          <p:cNvPr id="808999" name="Group 39">
            <a:extLst>
              <a:ext uri="{FF2B5EF4-FFF2-40B4-BE49-F238E27FC236}">
                <a16:creationId xmlns:a16="http://schemas.microsoft.com/office/drawing/2014/main" id="{B989BA71-1B3F-4243-A3AD-5108E08BEB74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2009775"/>
            <a:ext cx="2519362" cy="3219450"/>
            <a:chOff x="725" y="1026"/>
            <a:chExt cx="1587" cy="2028"/>
          </a:xfrm>
        </p:grpSpPr>
        <p:sp>
          <p:nvSpPr>
            <p:cNvPr id="809000" name="Line 40">
              <a:extLst>
                <a:ext uri="{FF2B5EF4-FFF2-40B4-BE49-F238E27FC236}">
                  <a16:creationId xmlns:a16="http://schemas.microsoft.com/office/drawing/2014/main" id="{CD731351-553C-42E7-82D3-348CC3DAF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11" y="1139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01" name="Line 41">
              <a:extLst>
                <a:ext uri="{FF2B5EF4-FFF2-40B4-BE49-F238E27FC236}">
                  <a16:creationId xmlns:a16="http://schemas.microsoft.com/office/drawing/2014/main" id="{FB1E2921-92AD-402B-9246-4297AB557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86" y="2727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02" name="Rectangle 42">
              <a:extLst>
                <a:ext uri="{FF2B5EF4-FFF2-40B4-BE49-F238E27FC236}">
                  <a16:creationId xmlns:a16="http://schemas.microsoft.com/office/drawing/2014/main" id="{0C9FA8CB-8641-4F9D-AAB1-B1F1E7EE2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366"/>
              <a:ext cx="567" cy="1361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03" name="Rectangle 43">
              <a:extLst>
                <a:ext uri="{FF2B5EF4-FFF2-40B4-BE49-F238E27FC236}">
                  <a16:creationId xmlns:a16="http://schemas.microsoft.com/office/drawing/2014/main" id="{144D557C-2E84-4918-9596-93449D56F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09004" name="Line 44">
              <a:extLst>
                <a:ext uri="{FF2B5EF4-FFF2-40B4-BE49-F238E27FC236}">
                  <a16:creationId xmlns:a16="http://schemas.microsoft.com/office/drawing/2014/main" id="{CF6C2441-77FC-46F4-9EE2-A9FE6C24D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16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05" name="Line 45">
              <a:extLst>
                <a:ext uri="{FF2B5EF4-FFF2-40B4-BE49-F238E27FC236}">
                  <a16:creationId xmlns:a16="http://schemas.microsoft.com/office/drawing/2014/main" id="{C385B10D-26D1-4FC4-8093-C46A239D5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227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06" name="Line 46">
              <a:extLst>
                <a:ext uri="{FF2B5EF4-FFF2-40B4-BE49-F238E27FC236}">
                  <a16:creationId xmlns:a16="http://schemas.microsoft.com/office/drawing/2014/main" id="{E5E0ABFA-314F-429B-9806-612B7BF7C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181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07" name="Line 47">
              <a:extLst>
                <a:ext uri="{FF2B5EF4-FFF2-40B4-BE49-F238E27FC236}">
                  <a16:creationId xmlns:a16="http://schemas.microsoft.com/office/drawing/2014/main" id="{35425100-AD26-4EBB-A3F3-D67A6FBB7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27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08" name="Line 48">
              <a:extLst>
                <a:ext uri="{FF2B5EF4-FFF2-40B4-BE49-F238E27FC236}">
                  <a16:creationId xmlns:a16="http://schemas.microsoft.com/office/drawing/2014/main" id="{E4F313CA-9121-4752-BA99-2F0F9F49ED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81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09" name="Line 49">
              <a:extLst>
                <a:ext uri="{FF2B5EF4-FFF2-40B4-BE49-F238E27FC236}">
                  <a16:creationId xmlns:a16="http://schemas.microsoft.com/office/drawing/2014/main" id="{6E1A87BB-A6A6-427E-978B-320B299D1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227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10" name="Rectangle 50">
              <a:extLst>
                <a:ext uri="{FF2B5EF4-FFF2-40B4-BE49-F238E27FC236}">
                  <a16:creationId xmlns:a16="http://schemas.microsoft.com/office/drawing/2014/main" id="{96C009E0-4B4A-4D7A-8B96-49D5ED236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09011" name="Oval 51">
              <a:extLst>
                <a:ext uri="{FF2B5EF4-FFF2-40B4-BE49-F238E27FC236}">
                  <a16:creationId xmlns:a16="http://schemas.microsoft.com/office/drawing/2014/main" id="{1DD32E4D-9BBC-48FA-BDA7-0BCAE7B5A9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86" y="223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9012" name="Group 52">
              <a:extLst>
                <a:ext uri="{FF2B5EF4-FFF2-40B4-BE49-F238E27FC236}">
                  <a16:creationId xmlns:a16="http://schemas.microsoft.com/office/drawing/2014/main" id="{C87EABCC-635A-4186-8D83-1E04BFDCD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172"/>
              <a:ext cx="227" cy="214"/>
              <a:chOff x="5034" y="1492"/>
              <a:chExt cx="227" cy="214"/>
            </a:xfrm>
          </p:grpSpPr>
          <p:sp>
            <p:nvSpPr>
              <p:cNvPr id="809013" name="Rectangle 53">
                <a:extLst>
                  <a:ext uri="{FF2B5EF4-FFF2-40B4-BE49-F238E27FC236}">
                    <a16:creationId xmlns:a16="http://schemas.microsoft.com/office/drawing/2014/main" id="{B345DC04-8A5A-45A2-89D2-33ACB83C1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809014" name="Line 54">
                <a:extLst>
                  <a:ext uri="{FF2B5EF4-FFF2-40B4-BE49-F238E27FC236}">
                    <a16:creationId xmlns:a16="http://schemas.microsoft.com/office/drawing/2014/main" id="{AFBA3A96-E4AC-4C9D-9D9A-21059A90A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9015" name="Oval 55">
              <a:extLst>
                <a:ext uri="{FF2B5EF4-FFF2-40B4-BE49-F238E27FC236}">
                  <a16:creationId xmlns:a16="http://schemas.microsoft.com/office/drawing/2014/main" id="{9636530D-6237-4F57-99FD-82CEBF733B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46" y="27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9016" name="Group 56">
              <a:extLst>
                <a:ext uri="{FF2B5EF4-FFF2-40B4-BE49-F238E27FC236}">
                  <a16:creationId xmlns:a16="http://schemas.microsoft.com/office/drawing/2014/main" id="{EFD98C4D-96F8-486B-BE3A-FAA31F1119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8" y="2500"/>
              <a:ext cx="373" cy="214"/>
              <a:chOff x="1608" y="2500"/>
              <a:chExt cx="373" cy="214"/>
            </a:xfrm>
          </p:grpSpPr>
          <p:sp>
            <p:nvSpPr>
              <p:cNvPr id="809017" name="Rectangle 57">
                <a:extLst>
                  <a:ext uri="{FF2B5EF4-FFF2-40B4-BE49-F238E27FC236}">
                    <a16:creationId xmlns:a16="http://schemas.microsoft.com/office/drawing/2014/main" id="{05F0A696-C91C-48AA-B406-FB2CCEC82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" y="2507"/>
                <a:ext cx="373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CLR</a:t>
                </a:r>
              </a:p>
            </p:txBody>
          </p:sp>
          <p:sp>
            <p:nvSpPr>
              <p:cNvPr id="809018" name="Line 58">
                <a:extLst>
                  <a:ext uri="{FF2B5EF4-FFF2-40B4-BE49-F238E27FC236}">
                    <a16:creationId xmlns:a16="http://schemas.microsoft.com/office/drawing/2014/main" id="{17A6889A-DC61-4F4F-A118-E344ECCEF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3" y="2500"/>
                <a:ext cx="3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9019" name="Line 59">
              <a:extLst>
                <a:ext uri="{FF2B5EF4-FFF2-40B4-BE49-F238E27FC236}">
                  <a16:creationId xmlns:a16="http://schemas.microsoft.com/office/drawing/2014/main" id="{AF9A39C7-1455-4CB4-9B6F-7645C86373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954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9020" name="Group 60">
              <a:extLst>
                <a:ext uri="{FF2B5EF4-FFF2-40B4-BE49-F238E27FC236}">
                  <a16:creationId xmlns:a16="http://schemas.microsoft.com/office/drawing/2014/main" id="{3C64D188-0B0C-453F-8B94-274CEFF40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" y="2840"/>
              <a:ext cx="449" cy="214"/>
              <a:chOff x="569" y="2500"/>
              <a:chExt cx="449" cy="214"/>
            </a:xfrm>
          </p:grpSpPr>
          <p:sp>
            <p:nvSpPr>
              <p:cNvPr id="809021" name="Rectangle 61">
                <a:extLst>
                  <a:ext uri="{FF2B5EF4-FFF2-40B4-BE49-F238E27FC236}">
                    <a16:creationId xmlns:a16="http://schemas.microsoft.com/office/drawing/2014/main" id="{B98B3892-E339-4FAE-9804-BB88DC45B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2507"/>
                <a:ext cx="426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</a:t>
                </a:r>
              </a:p>
            </p:txBody>
          </p:sp>
          <p:sp>
            <p:nvSpPr>
              <p:cNvPr id="809022" name="Line 62">
                <a:extLst>
                  <a:ext uri="{FF2B5EF4-FFF2-40B4-BE49-F238E27FC236}">
                    <a16:creationId xmlns:a16="http://schemas.microsoft.com/office/drawing/2014/main" id="{2FADA027-7EEC-4B25-8ECB-49DFA5F5D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809023" name="Group 63">
              <a:extLst>
                <a:ext uri="{FF2B5EF4-FFF2-40B4-BE49-F238E27FC236}">
                  <a16:creationId xmlns:a16="http://schemas.microsoft.com/office/drawing/2014/main" id="{CBCF4613-ED38-49D3-BBDE-F4CE906FD7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7" y="1436"/>
              <a:ext cx="250" cy="214"/>
              <a:chOff x="1697" y="1366"/>
              <a:chExt cx="250" cy="214"/>
            </a:xfrm>
          </p:grpSpPr>
          <p:sp>
            <p:nvSpPr>
              <p:cNvPr id="809024" name="Rectangle 64">
                <a:extLst>
                  <a:ext uri="{FF2B5EF4-FFF2-40B4-BE49-F238E27FC236}">
                    <a16:creationId xmlns:a16="http://schemas.microsoft.com/office/drawing/2014/main" id="{125B3E8A-4CEA-458B-AF8B-6B97DF616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7" y="1373"/>
                <a:ext cx="245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</a:t>
                </a:r>
              </a:p>
            </p:txBody>
          </p:sp>
          <p:sp>
            <p:nvSpPr>
              <p:cNvPr id="809025" name="Line 65">
                <a:extLst>
                  <a:ext uri="{FF2B5EF4-FFF2-40B4-BE49-F238E27FC236}">
                    <a16:creationId xmlns:a16="http://schemas.microsoft.com/office/drawing/2014/main" id="{24760A24-AA80-4F8A-9DB4-A9126DABA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0" y="1366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9026" name="Oval 66">
              <a:extLst>
                <a:ext uri="{FF2B5EF4-FFF2-40B4-BE49-F238E27FC236}">
                  <a16:creationId xmlns:a16="http://schemas.microsoft.com/office/drawing/2014/main" id="{B9A1B393-A921-4848-98FC-521C72861D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0" y="128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09027" name="Line 67">
              <a:extLst>
                <a:ext uri="{FF2B5EF4-FFF2-40B4-BE49-F238E27FC236}">
                  <a16:creationId xmlns:a16="http://schemas.microsoft.com/office/drawing/2014/main" id="{1CBB5CF1-0E61-4158-A5AF-19256739BE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6" y="1139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09028" name="Group 68">
              <a:extLst>
                <a:ext uri="{FF2B5EF4-FFF2-40B4-BE49-F238E27FC236}">
                  <a16:creationId xmlns:a16="http://schemas.microsoft.com/office/drawing/2014/main" id="{1E7E91A9-DEBE-4578-A521-073BE8A2CE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" y="1026"/>
              <a:ext cx="490" cy="214"/>
              <a:chOff x="538" y="2500"/>
              <a:chExt cx="490" cy="214"/>
            </a:xfrm>
          </p:grpSpPr>
          <p:sp>
            <p:nvSpPr>
              <p:cNvPr id="809029" name="Rectangle 69">
                <a:extLst>
                  <a:ext uri="{FF2B5EF4-FFF2-40B4-BE49-F238E27FC236}">
                    <a16:creationId xmlns:a16="http://schemas.microsoft.com/office/drawing/2014/main" id="{730C0836-2452-4FA6-A074-2E14C9BEC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2507"/>
                <a:ext cx="49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Preset</a:t>
                </a:r>
              </a:p>
            </p:txBody>
          </p:sp>
          <p:sp>
            <p:nvSpPr>
              <p:cNvPr id="809030" name="Line 70">
                <a:extLst>
                  <a:ext uri="{FF2B5EF4-FFF2-40B4-BE49-F238E27FC236}">
                    <a16:creationId xmlns:a16="http://schemas.microsoft.com/office/drawing/2014/main" id="{04C1A160-CD0C-4D14-A693-2A6CA3A1C2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2AA264C8-AAB5-4B96-9AD8-16657241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2" name="Slide Number Placeholder 5">
            <a:extLst>
              <a:ext uri="{FF2B5EF4-FFF2-40B4-BE49-F238E27FC236}">
                <a16:creationId xmlns:a16="http://schemas.microsoft.com/office/drawing/2014/main" id="{37DA6BC8-D383-42E8-9920-6EAA1AC4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1C2A-DB30-4CC9-9249-91F8B52A0F0F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811010" name="Rectangle 2">
            <a:extLst>
              <a:ext uri="{FF2B5EF4-FFF2-40B4-BE49-F238E27FC236}">
                <a16:creationId xmlns:a16="http://schemas.microsoft.com/office/drawing/2014/main" id="{3FCE131A-60EF-4AA2-913C-7AC3B681C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Flip-Flops with Direct Inputs</a:t>
            </a:r>
          </a:p>
        </p:txBody>
      </p:sp>
      <p:sp>
        <p:nvSpPr>
          <p:cNvPr id="811011" name="Rectangle 3">
            <a:extLst>
              <a:ext uri="{FF2B5EF4-FFF2-40B4-BE49-F238E27FC236}">
                <a16:creationId xmlns:a16="http://schemas.microsoft.com/office/drawing/2014/main" id="{548A2C34-2B7D-4320-B099-D580F32EF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Asynchronous Preset and Clear</a:t>
            </a:r>
          </a:p>
        </p:txBody>
      </p:sp>
      <p:graphicFrame>
        <p:nvGraphicFramePr>
          <p:cNvPr id="811012" name="Group 4">
            <a:extLst>
              <a:ext uri="{FF2B5EF4-FFF2-40B4-BE49-F238E27FC236}">
                <a16:creationId xmlns:a16="http://schemas.microsoft.com/office/drawing/2014/main" id="{CC5D6DE3-9334-4C1A-B946-43F8A012D260}"/>
              </a:ext>
            </a:extLst>
          </p:cNvPr>
          <p:cNvGraphicFramePr>
            <a:graphicFrameLocks noGrp="1"/>
          </p:cNvGraphicFramePr>
          <p:nvPr/>
        </p:nvGraphicFramePr>
        <p:xfrm>
          <a:off x="4751388" y="2528888"/>
          <a:ext cx="3852862" cy="2251076"/>
        </p:xfrm>
        <a:graphic>
          <a:graphicData uri="http://schemas.openxmlformats.org/drawingml/2006/table">
            <a:tbl>
              <a:tblPr/>
              <a:tblGrid>
                <a:gridCol w="641350">
                  <a:extLst>
                    <a:ext uri="{9D8B030D-6E8A-4147-A177-3AD203B41FA5}">
                      <a16:colId xmlns:a16="http://schemas.microsoft.com/office/drawing/2014/main" val="291439521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27007265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937384896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1414135763"/>
                    </a:ext>
                  </a:extLst>
                </a:gridCol>
                <a:gridCol w="1135062">
                  <a:extLst>
                    <a:ext uri="{9D8B030D-6E8A-4147-A177-3AD203B41FA5}">
                      <a16:colId xmlns:a16="http://schemas.microsoft.com/office/drawing/2014/main" val="161188923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PR’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CLR’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441604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276789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64609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041970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659011"/>
                  </a:ext>
                </a:extLst>
              </a:tr>
            </a:tbl>
          </a:graphicData>
        </a:graphic>
      </p:graphicFrame>
      <p:grpSp>
        <p:nvGrpSpPr>
          <p:cNvPr id="811047" name="Group 39">
            <a:extLst>
              <a:ext uri="{FF2B5EF4-FFF2-40B4-BE49-F238E27FC236}">
                <a16:creationId xmlns:a16="http://schemas.microsoft.com/office/drawing/2014/main" id="{E1F87953-1E26-441E-BE6C-E222B73A7DC8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2009775"/>
            <a:ext cx="2519362" cy="3219450"/>
            <a:chOff x="725" y="1026"/>
            <a:chExt cx="1587" cy="2028"/>
          </a:xfrm>
        </p:grpSpPr>
        <p:sp>
          <p:nvSpPr>
            <p:cNvPr id="811048" name="Line 40">
              <a:extLst>
                <a:ext uri="{FF2B5EF4-FFF2-40B4-BE49-F238E27FC236}">
                  <a16:creationId xmlns:a16="http://schemas.microsoft.com/office/drawing/2014/main" id="{DD133A97-CD45-4395-9CD8-AC207EFC4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11" y="1139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49" name="Line 41">
              <a:extLst>
                <a:ext uri="{FF2B5EF4-FFF2-40B4-BE49-F238E27FC236}">
                  <a16:creationId xmlns:a16="http://schemas.microsoft.com/office/drawing/2014/main" id="{0E7F11DA-5C4A-454C-B454-6BF31AD091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86" y="2727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50" name="Rectangle 42">
              <a:extLst>
                <a:ext uri="{FF2B5EF4-FFF2-40B4-BE49-F238E27FC236}">
                  <a16:creationId xmlns:a16="http://schemas.microsoft.com/office/drawing/2014/main" id="{6D5FDC90-40AA-4C6D-9607-A49087881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366"/>
              <a:ext cx="567" cy="1361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51" name="Rectangle 43">
              <a:extLst>
                <a:ext uri="{FF2B5EF4-FFF2-40B4-BE49-F238E27FC236}">
                  <a16:creationId xmlns:a16="http://schemas.microsoft.com/office/drawing/2014/main" id="{7BCD1A08-FE7F-4515-93D9-EDE4AEAE5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11052" name="Line 44">
              <a:extLst>
                <a:ext uri="{FF2B5EF4-FFF2-40B4-BE49-F238E27FC236}">
                  <a16:creationId xmlns:a16="http://schemas.microsoft.com/office/drawing/2014/main" id="{4FBBFCE1-5355-4AE9-B597-8A8ACB6DC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16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53" name="Line 45">
              <a:extLst>
                <a:ext uri="{FF2B5EF4-FFF2-40B4-BE49-F238E27FC236}">
                  <a16:creationId xmlns:a16="http://schemas.microsoft.com/office/drawing/2014/main" id="{E2B5DCEB-235E-4176-B545-0AA9A747B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227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54" name="Line 46">
              <a:extLst>
                <a:ext uri="{FF2B5EF4-FFF2-40B4-BE49-F238E27FC236}">
                  <a16:creationId xmlns:a16="http://schemas.microsoft.com/office/drawing/2014/main" id="{14285EA6-FC69-4774-A898-E782898A2D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181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55" name="Line 47">
              <a:extLst>
                <a:ext uri="{FF2B5EF4-FFF2-40B4-BE49-F238E27FC236}">
                  <a16:creationId xmlns:a16="http://schemas.microsoft.com/office/drawing/2014/main" id="{CCCFBDD8-75CB-4E79-938D-4DA3B6282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27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56" name="Line 48">
              <a:extLst>
                <a:ext uri="{FF2B5EF4-FFF2-40B4-BE49-F238E27FC236}">
                  <a16:creationId xmlns:a16="http://schemas.microsoft.com/office/drawing/2014/main" id="{7087D339-0C4D-4725-AA7E-C8FAF09B6E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81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57" name="Line 49">
              <a:extLst>
                <a:ext uri="{FF2B5EF4-FFF2-40B4-BE49-F238E27FC236}">
                  <a16:creationId xmlns:a16="http://schemas.microsoft.com/office/drawing/2014/main" id="{89A5A1C4-4B22-404B-82F2-B48BC0A3D9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227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58" name="Rectangle 50">
              <a:extLst>
                <a:ext uri="{FF2B5EF4-FFF2-40B4-BE49-F238E27FC236}">
                  <a16:creationId xmlns:a16="http://schemas.microsoft.com/office/drawing/2014/main" id="{74282076-8E48-4C35-9742-0F3778396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1706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11059" name="Oval 51">
              <a:extLst>
                <a:ext uri="{FF2B5EF4-FFF2-40B4-BE49-F238E27FC236}">
                  <a16:creationId xmlns:a16="http://schemas.microsoft.com/office/drawing/2014/main" id="{E343A438-3344-442C-BAA9-F6F565EF65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86" y="223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11060" name="Group 52">
              <a:extLst>
                <a:ext uri="{FF2B5EF4-FFF2-40B4-BE49-F238E27FC236}">
                  <a16:creationId xmlns:a16="http://schemas.microsoft.com/office/drawing/2014/main" id="{828C1CF3-286C-4FA0-97E6-16C4D9DE7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172"/>
              <a:ext cx="227" cy="214"/>
              <a:chOff x="5034" y="1492"/>
              <a:chExt cx="227" cy="214"/>
            </a:xfrm>
          </p:grpSpPr>
          <p:sp>
            <p:nvSpPr>
              <p:cNvPr id="811061" name="Rectangle 53">
                <a:extLst>
                  <a:ext uri="{FF2B5EF4-FFF2-40B4-BE49-F238E27FC236}">
                    <a16:creationId xmlns:a16="http://schemas.microsoft.com/office/drawing/2014/main" id="{CD52754D-85A2-4741-BAA3-139461D35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811062" name="Line 54">
                <a:extLst>
                  <a:ext uri="{FF2B5EF4-FFF2-40B4-BE49-F238E27FC236}">
                    <a16:creationId xmlns:a16="http://schemas.microsoft.com/office/drawing/2014/main" id="{5D5CA99A-8D42-437F-AE0F-FD0084295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11063" name="Oval 55">
              <a:extLst>
                <a:ext uri="{FF2B5EF4-FFF2-40B4-BE49-F238E27FC236}">
                  <a16:creationId xmlns:a16="http://schemas.microsoft.com/office/drawing/2014/main" id="{0EC9DADD-0ED4-4A2C-B47E-2DBA62D1E7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46" y="27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11064" name="Group 56">
              <a:extLst>
                <a:ext uri="{FF2B5EF4-FFF2-40B4-BE49-F238E27FC236}">
                  <a16:creationId xmlns:a16="http://schemas.microsoft.com/office/drawing/2014/main" id="{762B88B7-B795-4E58-8C4B-3B9F5E450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8" y="2500"/>
              <a:ext cx="373" cy="214"/>
              <a:chOff x="1608" y="2500"/>
              <a:chExt cx="373" cy="214"/>
            </a:xfrm>
          </p:grpSpPr>
          <p:sp>
            <p:nvSpPr>
              <p:cNvPr id="811065" name="Rectangle 57">
                <a:extLst>
                  <a:ext uri="{FF2B5EF4-FFF2-40B4-BE49-F238E27FC236}">
                    <a16:creationId xmlns:a16="http://schemas.microsoft.com/office/drawing/2014/main" id="{FE2744FF-D485-4D97-A7FC-2F725FB16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" y="2507"/>
                <a:ext cx="373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CLR</a:t>
                </a:r>
              </a:p>
            </p:txBody>
          </p:sp>
          <p:sp>
            <p:nvSpPr>
              <p:cNvPr id="811066" name="Line 58">
                <a:extLst>
                  <a:ext uri="{FF2B5EF4-FFF2-40B4-BE49-F238E27FC236}">
                    <a16:creationId xmlns:a16="http://schemas.microsoft.com/office/drawing/2014/main" id="{A4EC78A1-9DA2-4C63-B84D-4FBA6AE51C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3" y="2500"/>
                <a:ext cx="3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11067" name="Line 59">
              <a:extLst>
                <a:ext uri="{FF2B5EF4-FFF2-40B4-BE49-F238E27FC236}">
                  <a16:creationId xmlns:a16="http://schemas.microsoft.com/office/drawing/2014/main" id="{E51E25CB-2024-4248-88D4-5339238EC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954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11068" name="Group 60">
              <a:extLst>
                <a:ext uri="{FF2B5EF4-FFF2-40B4-BE49-F238E27FC236}">
                  <a16:creationId xmlns:a16="http://schemas.microsoft.com/office/drawing/2014/main" id="{E579A9EB-3300-441F-B14C-A52A461550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" y="2840"/>
              <a:ext cx="449" cy="214"/>
              <a:chOff x="569" y="2500"/>
              <a:chExt cx="449" cy="214"/>
            </a:xfrm>
          </p:grpSpPr>
          <p:sp>
            <p:nvSpPr>
              <p:cNvPr id="811069" name="Rectangle 61">
                <a:extLst>
                  <a:ext uri="{FF2B5EF4-FFF2-40B4-BE49-F238E27FC236}">
                    <a16:creationId xmlns:a16="http://schemas.microsoft.com/office/drawing/2014/main" id="{5A412271-784B-44F5-B018-699EB9138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2507"/>
                <a:ext cx="426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</a:t>
                </a:r>
              </a:p>
            </p:txBody>
          </p:sp>
          <p:sp>
            <p:nvSpPr>
              <p:cNvPr id="811070" name="Line 62">
                <a:extLst>
                  <a:ext uri="{FF2B5EF4-FFF2-40B4-BE49-F238E27FC236}">
                    <a16:creationId xmlns:a16="http://schemas.microsoft.com/office/drawing/2014/main" id="{B38C4394-1785-4602-BB48-8FB4D3E358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811071" name="Group 63">
              <a:extLst>
                <a:ext uri="{FF2B5EF4-FFF2-40B4-BE49-F238E27FC236}">
                  <a16:creationId xmlns:a16="http://schemas.microsoft.com/office/drawing/2014/main" id="{C4C4B8D2-983E-4D1D-81F7-E7852DAFF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7" y="1436"/>
              <a:ext cx="250" cy="214"/>
              <a:chOff x="1697" y="1366"/>
              <a:chExt cx="250" cy="214"/>
            </a:xfrm>
          </p:grpSpPr>
          <p:sp>
            <p:nvSpPr>
              <p:cNvPr id="811072" name="Rectangle 64">
                <a:extLst>
                  <a:ext uri="{FF2B5EF4-FFF2-40B4-BE49-F238E27FC236}">
                    <a16:creationId xmlns:a16="http://schemas.microsoft.com/office/drawing/2014/main" id="{6AFE1F7E-1CD4-4549-8ACC-84790ED30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7" y="1373"/>
                <a:ext cx="245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</a:t>
                </a:r>
              </a:p>
            </p:txBody>
          </p:sp>
          <p:sp>
            <p:nvSpPr>
              <p:cNvPr id="811073" name="Line 65">
                <a:extLst>
                  <a:ext uri="{FF2B5EF4-FFF2-40B4-BE49-F238E27FC236}">
                    <a16:creationId xmlns:a16="http://schemas.microsoft.com/office/drawing/2014/main" id="{6C42EF6F-CC1F-4D7B-B896-59653A4B4F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0" y="1366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11074" name="Oval 66">
              <a:extLst>
                <a:ext uri="{FF2B5EF4-FFF2-40B4-BE49-F238E27FC236}">
                  <a16:creationId xmlns:a16="http://schemas.microsoft.com/office/drawing/2014/main" id="{B7FAC90F-4619-49A7-9883-320B411631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0" y="128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11075" name="Line 67">
              <a:extLst>
                <a:ext uri="{FF2B5EF4-FFF2-40B4-BE49-F238E27FC236}">
                  <a16:creationId xmlns:a16="http://schemas.microsoft.com/office/drawing/2014/main" id="{C6085917-7761-4D46-9E44-51B986C89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6" y="1139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811076" name="Group 68">
              <a:extLst>
                <a:ext uri="{FF2B5EF4-FFF2-40B4-BE49-F238E27FC236}">
                  <a16:creationId xmlns:a16="http://schemas.microsoft.com/office/drawing/2014/main" id="{DABAF1E1-E5D5-4B01-BFB7-68A318AFFA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" y="1026"/>
              <a:ext cx="490" cy="214"/>
              <a:chOff x="538" y="2500"/>
              <a:chExt cx="490" cy="214"/>
            </a:xfrm>
          </p:grpSpPr>
          <p:sp>
            <p:nvSpPr>
              <p:cNvPr id="811077" name="Rectangle 69">
                <a:extLst>
                  <a:ext uri="{FF2B5EF4-FFF2-40B4-BE49-F238E27FC236}">
                    <a16:creationId xmlns:a16="http://schemas.microsoft.com/office/drawing/2014/main" id="{8612CD4E-D458-4B44-B414-51382DC95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2507"/>
                <a:ext cx="49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Preset</a:t>
                </a:r>
              </a:p>
            </p:txBody>
          </p:sp>
          <p:sp>
            <p:nvSpPr>
              <p:cNvPr id="811078" name="Line 70">
                <a:extLst>
                  <a:ext uri="{FF2B5EF4-FFF2-40B4-BE49-F238E27FC236}">
                    <a16:creationId xmlns:a16="http://schemas.microsoft.com/office/drawing/2014/main" id="{089A6B2F-77BA-4632-A331-F7716C69D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01A0B8-ED90-4A1C-B806-C84D229D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F9BA013-2C5C-4B98-9CB9-B78D4D0D4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CF345-61A9-423C-8A15-27E1F7DC173E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813058" name="Rectangle 2">
            <a:extLst>
              <a:ext uri="{FF2B5EF4-FFF2-40B4-BE49-F238E27FC236}">
                <a16:creationId xmlns:a16="http://schemas.microsoft.com/office/drawing/2014/main" id="{3D9047CA-C51C-4591-B7FD-1FC28B40B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13059" name="Rectangle 3">
            <a:extLst>
              <a:ext uri="{FF2B5EF4-FFF2-40B4-BE49-F238E27FC236}">
                <a16:creationId xmlns:a16="http://schemas.microsoft.com/office/drawing/2014/main" id="{F7BE44CB-124F-44A8-AE3A-1CA0C4A6A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2855913"/>
          </a:xfrm>
        </p:spPr>
        <p:txBody>
          <a:bodyPr/>
          <a:lstStyle/>
          <a:p>
            <a:r>
              <a:rPr lang="en-US" altLang="en-US"/>
              <a:t>The State</a:t>
            </a:r>
          </a:p>
          <a:p>
            <a:pPr lvl="1"/>
            <a:r>
              <a:rPr lang="en-US" altLang="en-US"/>
              <a:t>State = Values of all Flip-Flops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u="sng">
              <a:solidFill>
                <a:srgbClr val="9966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996600"/>
                </a:solidFill>
              </a:rPr>
              <a:t>    </a:t>
            </a:r>
            <a:r>
              <a:rPr lang="en-US" altLang="en-US" u="sng">
                <a:solidFill>
                  <a:srgbClr val="996600"/>
                </a:solidFill>
              </a:rPr>
              <a:t>Example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/>
              <a:t>        </a:t>
            </a:r>
            <a:r>
              <a:rPr lang="en-US" altLang="en-US" i="1">
                <a:solidFill>
                  <a:schemeClr val="accent1"/>
                </a:solidFill>
              </a:rPr>
              <a:t>A</a:t>
            </a:r>
            <a:r>
              <a:rPr lang="en-US" altLang="en-US">
                <a:solidFill>
                  <a:schemeClr val="accent1"/>
                </a:solidFill>
              </a:rPr>
              <a:t> </a:t>
            </a:r>
            <a:r>
              <a:rPr lang="en-US" altLang="en-US" i="1">
                <a:solidFill>
                  <a:schemeClr val="accent1"/>
                </a:solidFill>
              </a:rPr>
              <a:t>B</a:t>
            </a:r>
            <a:r>
              <a:rPr lang="en-US" altLang="en-US" i="1"/>
              <a:t> </a:t>
            </a:r>
            <a:r>
              <a:rPr lang="en-US" altLang="en-US"/>
              <a:t>= 0 0</a:t>
            </a:r>
          </a:p>
        </p:txBody>
      </p:sp>
      <p:graphicFrame>
        <p:nvGraphicFramePr>
          <p:cNvPr id="813060" name="Object 4">
            <a:extLst>
              <a:ext uri="{FF2B5EF4-FFF2-40B4-BE49-F238E27FC236}">
                <a16:creationId xmlns:a16="http://schemas.microsoft.com/office/drawing/2014/main" id="{EB8D63E1-C106-402D-B1BC-1DF38AC202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1525" y="2349500"/>
          <a:ext cx="4775200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75580" imgH="2572756" progId="Visio.Drawing.11">
                  <p:embed/>
                </p:oleObj>
              </mc:Choice>
              <mc:Fallback>
                <p:oleObj name="Visio" r:id="rId3" imgW="2975580" imgH="257275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2349500"/>
                        <a:ext cx="4775200" cy="413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61" name="Oval 5">
            <a:extLst>
              <a:ext uri="{FF2B5EF4-FFF2-40B4-BE49-F238E27FC236}">
                <a16:creationId xmlns:a16="http://schemas.microsoft.com/office/drawing/2014/main" id="{00D6801C-A429-4B28-8FF7-0F99CE4C7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2708275"/>
            <a:ext cx="358775" cy="2160588"/>
          </a:xfrm>
          <a:prstGeom prst="ellipse">
            <a:avLst/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1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75CB5C-4D7E-4C42-A269-09580457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D05A65-CB60-4867-AC33-B50407CC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ED95-AB18-405B-A9F2-DB67A5213864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815106" name="Rectangle 2">
            <a:extLst>
              <a:ext uri="{FF2B5EF4-FFF2-40B4-BE49-F238E27FC236}">
                <a16:creationId xmlns:a16="http://schemas.microsoft.com/office/drawing/2014/main" id="{D2169EBD-338F-429E-8B1D-C5EBC278C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15107" name="Rectangle 3">
            <a:extLst>
              <a:ext uri="{FF2B5EF4-FFF2-40B4-BE49-F238E27FC236}">
                <a16:creationId xmlns:a16="http://schemas.microsoft.com/office/drawing/2014/main" id="{5E72944D-F8FA-4767-A573-EA4932E52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State Equations</a:t>
            </a:r>
            <a:endParaRPr lang="en-US" altLang="en-US" u="sng">
              <a:solidFill>
                <a:srgbClr val="996600"/>
              </a:solidFill>
            </a:endParaRPr>
          </a:p>
        </p:txBody>
      </p:sp>
      <p:graphicFrame>
        <p:nvGraphicFramePr>
          <p:cNvPr id="815108" name="Object 4">
            <a:extLst>
              <a:ext uri="{FF2B5EF4-FFF2-40B4-BE49-F238E27FC236}">
                <a16:creationId xmlns:a16="http://schemas.microsoft.com/office/drawing/2014/main" id="{60701B53-3DE5-4386-B2A8-79970D8045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2250" y="1268413"/>
          <a:ext cx="4775200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75580" imgH="2572756" progId="Visio.Drawing.11">
                  <p:embed/>
                </p:oleObj>
              </mc:Choice>
              <mc:Fallback>
                <p:oleObj name="Visio" r:id="rId3" imgW="2975580" imgH="257275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268413"/>
                        <a:ext cx="4775200" cy="413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09" name="Rectangle 5">
            <a:extLst>
              <a:ext uri="{FF2B5EF4-FFF2-40B4-BE49-F238E27FC236}">
                <a16:creationId xmlns:a16="http://schemas.microsoft.com/office/drawing/2014/main" id="{495ADD5B-88A3-4864-A7DE-875337E26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808163"/>
            <a:ext cx="3914775" cy="457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algn="l"/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algn="l"/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y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)]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5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5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5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5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5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5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15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15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ooter Placeholder 4">
            <a:extLst>
              <a:ext uri="{FF2B5EF4-FFF2-40B4-BE49-F238E27FC236}">
                <a16:creationId xmlns:a16="http://schemas.microsoft.com/office/drawing/2014/main" id="{0BAAB2BB-A88F-4237-B601-F2E6AE4A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92" name="Slide Number Placeholder 5">
            <a:extLst>
              <a:ext uri="{FF2B5EF4-FFF2-40B4-BE49-F238E27FC236}">
                <a16:creationId xmlns:a16="http://schemas.microsoft.com/office/drawing/2014/main" id="{6F9E8C65-EBE5-434A-9B71-F65179E2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285E-5B84-4A6B-B964-B9C7F8D64166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817154" name="Rectangle 2">
            <a:extLst>
              <a:ext uri="{FF2B5EF4-FFF2-40B4-BE49-F238E27FC236}">
                <a16:creationId xmlns:a16="http://schemas.microsoft.com/office/drawing/2014/main" id="{32A59D8A-DD9E-4C55-835D-50E370465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17155" name="Rectangle 3">
            <a:extLst>
              <a:ext uri="{FF2B5EF4-FFF2-40B4-BE49-F238E27FC236}">
                <a16:creationId xmlns:a16="http://schemas.microsoft.com/office/drawing/2014/main" id="{19CC5E02-B4BA-4406-9E83-B5E134048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State Table (Transition Table)</a:t>
            </a:r>
            <a:endParaRPr lang="en-US" altLang="en-US" u="sng">
              <a:solidFill>
                <a:srgbClr val="996600"/>
              </a:solidFill>
            </a:endParaRPr>
          </a:p>
        </p:txBody>
      </p:sp>
      <p:graphicFrame>
        <p:nvGraphicFramePr>
          <p:cNvPr id="817156" name="Object 4">
            <a:extLst>
              <a:ext uri="{FF2B5EF4-FFF2-40B4-BE49-F238E27FC236}">
                <a16:creationId xmlns:a16="http://schemas.microsoft.com/office/drawing/2014/main" id="{9B8A11AB-B62F-441D-ACE1-1A832163F5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1750" y="1449388"/>
          <a:ext cx="3695700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75580" imgH="2572756" progId="Visio.Drawing.11">
                  <p:embed/>
                </p:oleObj>
              </mc:Choice>
              <mc:Fallback>
                <p:oleObj name="Visio" r:id="rId3" imgW="2975580" imgH="257275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1449388"/>
                        <a:ext cx="3695700" cy="3197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7157" name="Rectangle 5">
            <a:extLst>
              <a:ext uri="{FF2B5EF4-FFF2-40B4-BE49-F238E27FC236}">
                <a16:creationId xmlns:a16="http://schemas.microsoft.com/office/drawing/2014/main" id="{F60AAAE2-1550-47A8-B91E-759FB5E2F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4868863"/>
            <a:ext cx="279717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y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</a:p>
        </p:txBody>
      </p:sp>
      <p:graphicFrame>
        <p:nvGraphicFramePr>
          <p:cNvPr id="817158" name="Group 6">
            <a:extLst>
              <a:ext uri="{FF2B5EF4-FFF2-40B4-BE49-F238E27FC236}">
                <a16:creationId xmlns:a16="http://schemas.microsoft.com/office/drawing/2014/main" id="{E3908DE1-EEB9-45F9-A397-79593BF91CF0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808163"/>
          <a:ext cx="3957637" cy="4005264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8221907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56907235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84199344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52245538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03147369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345869259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202493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998609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678635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508696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164462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835616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134547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759184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744373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037675"/>
                  </a:ext>
                </a:extLst>
              </a:tr>
            </a:tbl>
          </a:graphicData>
        </a:graphic>
      </p:graphicFrame>
      <p:sp>
        <p:nvSpPr>
          <p:cNvPr id="817236" name="AutoShape 84">
            <a:extLst>
              <a:ext uri="{FF2B5EF4-FFF2-40B4-BE49-F238E27FC236}">
                <a16:creationId xmlns:a16="http://schemas.microsoft.com/office/drawing/2014/main" id="{9C9CD251-23E3-45F1-B5B0-421B35D03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6308725"/>
            <a:ext cx="719137" cy="350838"/>
          </a:xfrm>
          <a:prstGeom prst="wedgeRoundRectCallout">
            <a:avLst>
              <a:gd name="adj1" fmla="val 31014"/>
              <a:gd name="adj2" fmla="val -98417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</a:p>
        </p:txBody>
      </p:sp>
      <p:sp>
        <p:nvSpPr>
          <p:cNvPr id="817237" name="AutoShape 85">
            <a:extLst>
              <a:ext uri="{FF2B5EF4-FFF2-40B4-BE49-F238E27FC236}">
                <a16:creationId xmlns:a16="http://schemas.microsoft.com/office/drawing/2014/main" id="{FC01D214-5B95-48C8-984A-209C3C868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6308725"/>
            <a:ext cx="539750" cy="350838"/>
          </a:xfrm>
          <a:prstGeom prst="wedgeRoundRectCallout">
            <a:avLst>
              <a:gd name="adj1" fmla="val -17352"/>
              <a:gd name="adj2" fmla="val -149097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7238" name="AutoShape 86">
            <a:extLst>
              <a:ext uri="{FF2B5EF4-FFF2-40B4-BE49-F238E27FC236}">
                <a16:creationId xmlns:a16="http://schemas.microsoft.com/office/drawing/2014/main" id="{E2350BC7-F93A-4B80-AFD3-5C51F63BE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6308725"/>
            <a:ext cx="539750" cy="350838"/>
          </a:xfrm>
          <a:prstGeom prst="wedgeRoundRectCallout">
            <a:avLst>
              <a:gd name="adj1" fmla="val 24704"/>
              <a:gd name="adj2" fmla="val -95699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7239" name="AutoShape 87">
            <a:extLst>
              <a:ext uri="{FF2B5EF4-FFF2-40B4-BE49-F238E27FC236}">
                <a16:creationId xmlns:a16="http://schemas.microsoft.com/office/drawing/2014/main" id="{0DE04778-99C2-4F04-9775-DC8CE404F6A8}"/>
              </a:ext>
            </a:extLst>
          </p:cNvPr>
          <p:cNvSpPr>
            <a:spLocks/>
          </p:cNvSpPr>
          <p:nvPr/>
        </p:nvSpPr>
        <p:spPr bwMode="auto">
          <a:xfrm rot="5400000">
            <a:off x="1466850" y="5275263"/>
            <a:ext cx="179388" cy="1528762"/>
          </a:xfrm>
          <a:prstGeom prst="rightBrace">
            <a:avLst>
              <a:gd name="adj1" fmla="val 71017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17240" name="AutoShape 88">
            <a:extLst>
              <a:ext uri="{FF2B5EF4-FFF2-40B4-BE49-F238E27FC236}">
                <a16:creationId xmlns:a16="http://schemas.microsoft.com/office/drawing/2014/main" id="{B9E0BCC3-CF82-4582-B693-A4F8F914A6AD}"/>
              </a:ext>
            </a:extLst>
          </p:cNvPr>
          <p:cNvSpPr>
            <a:spLocks/>
          </p:cNvSpPr>
          <p:nvPr/>
        </p:nvSpPr>
        <p:spPr bwMode="auto">
          <a:xfrm rot="5400000">
            <a:off x="2906713" y="5635625"/>
            <a:ext cx="179388" cy="808037"/>
          </a:xfrm>
          <a:prstGeom prst="rightBrace">
            <a:avLst>
              <a:gd name="adj1" fmla="val 37537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17241" name="Rectangle 89">
            <a:extLst>
              <a:ext uri="{FF2B5EF4-FFF2-40B4-BE49-F238E27FC236}">
                <a16:creationId xmlns:a16="http://schemas.microsoft.com/office/drawing/2014/main" id="{A80E185A-5467-492E-A571-FA40FC9E7C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7713" y="2857500"/>
            <a:ext cx="809625" cy="636588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17242" name="Rectangle 90">
            <a:extLst>
              <a:ext uri="{FF2B5EF4-FFF2-40B4-BE49-F238E27FC236}">
                <a16:creationId xmlns:a16="http://schemas.microsoft.com/office/drawing/2014/main" id="{AABFADE2-833C-4172-AB85-42946BCC9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2806700"/>
            <a:ext cx="14478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7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7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7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1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1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1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1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1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1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17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17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96296E-6 L -0.00017 0.10949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817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17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17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0949 L -0.00017 0.21991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817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17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17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21991 L -0.00017 0.33033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817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17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17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236" grpId="0" animBg="1"/>
      <p:bldP spid="817237" grpId="0" animBg="1"/>
      <p:bldP spid="8172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ooter Placeholder 4">
            <a:extLst>
              <a:ext uri="{FF2B5EF4-FFF2-40B4-BE49-F238E27FC236}">
                <a16:creationId xmlns:a16="http://schemas.microsoft.com/office/drawing/2014/main" id="{59A32FFA-6C69-4A35-899A-546C6FC9F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81" name="Slide Number Placeholder 5">
            <a:extLst>
              <a:ext uri="{FF2B5EF4-FFF2-40B4-BE49-F238E27FC236}">
                <a16:creationId xmlns:a16="http://schemas.microsoft.com/office/drawing/2014/main" id="{ECDFA806-BBE6-4318-9195-AADFF54B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8B74-512D-4711-B0B7-A5D682C85C5A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819202" name="Rectangle 2">
            <a:extLst>
              <a:ext uri="{FF2B5EF4-FFF2-40B4-BE49-F238E27FC236}">
                <a16:creationId xmlns:a16="http://schemas.microsoft.com/office/drawing/2014/main" id="{2DA0A5B7-69D4-48EC-AE4C-20C0ACABF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19203" name="Rectangle 3">
            <a:extLst>
              <a:ext uri="{FF2B5EF4-FFF2-40B4-BE49-F238E27FC236}">
                <a16:creationId xmlns:a16="http://schemas.microsoft.com/office/drawing/2014/main" id="{3B420CCA-24A1-4DBD-BCC2-45955DF3B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/>
              <a:t>State Table (Transition Table)</a:t>
            </a:r>
            <a:endParaRPr lang="en-US" altLang="en-US" u="sng">
              <a:solidFill>
                <a:srgbClr val="996600"/>
              </a:solidFill>
            </a:endParaRPr>
          </a:p>
        </p:txBody>
      </p:sp>
      <p:graphicFrame>
        <p:nvGraphicFramePr>
          <p:cNvPr id="819204" name="Object 4">
            <a:extLst>
              <a:ext uri="{FF2B5EF4-FFF2-40B4-BE49-F238E27FC236}">
                <a16:creationId xmlns:a16="http://schemas.microsoft.com/office/drawing/2014/main" id="{92122B8F-A746-4ECC-8782-49B47EC23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1750" y="1449388"/>
          <a:ext cx="3695700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75580" imgH="2572756" progId="Visio.Drawing.11">
                  <p:embed/>
                </p:oleObj>
              </mc:Choice>
              <mc:Fallback>
                <p:oleObj name="Visio" r:id="rId3" imgW="2975580" imgH="257275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1449388"/>
                        <a:ext cx="3695700" cy="3197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05" name="Rectangle 5">
            <a:extLst>
              <a:ext uri="{FF2B5EF4-FFF2-40B4-BE49-F238E27FC236}">
                <a16:creationId xmlns:a16="http://schemas.microsoft.com/office/drawing/2014/main" id="{89D07754-36AB-49BD-97D9-C41DC9574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4868863"/>
            <a:ext cx="279717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y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</a:p>
        </p:txBody>
      </p:sp>
      <p:graphicFrame>
        <p:nvGraphicFramePr>
          <p:cNvPr id="819206" name="Group 6">
            <a:extLst>
              <a:ext uri="{FF2B5EF4-FFF2-40B4-BE49-F238E27FC236}">
                <a16:creationId xmlns:a16="http://schemas.microsoft.com/office/drawing/2014/main" id="{4BFD6A32-E700-4F9A-8565-08B31F08EFD9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808163"/>
          <a:ext cx="4137025" cy="2544762"/>
        </p:xfrm>
        <a:graphic>
          <a:graphicData uri="http://schemas.openxmlformats.org/drawingml/2006/table">
            <a:tbl>
              <a:tblPr/>
              <a:tblGrid>
                <a:gridCol w="422275">
                  <a:extLst>
                    <a:ext uri="{9D8B030D-6E8A-4147-A177-3AD203B41FA5}">
                      <a16:colId xmlns:a16="http://schemas.microsoft.com/office/drawing/2014/main" val="31765462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33016547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39021442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273405244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3190836635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3479944545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1946404999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3118191152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1776951927"/>
                    </a:ext>
                  </a:extLst>
                </a:gridCol>
              </a:tblGrid>
              <a:tr h="352425">
                <a:tc rowSpan="2" gridSpan="3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652672"/>
                  </a:ext>
                </a:extLst>
              </a:tr>
              <a:tr h="53975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950655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1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045121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594786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99760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71792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84235"/>
                  </a:ext>
                </a:extLst>
              </a:tr>
            </a:tbl>
          </a:graphicData>
        </a:graphic>
      </p:graphicFrame>
      <p:sp>
        <p:nvSpPr>
          <p:cNvPr id="819274" name="AutoShape 74">
            <a:extLst>
              <a:ext uri="{FF2B5EF4-FFF2-40B4-BE49-F238E27FC236}">
                <a16:creationId xmlns:a16="http://schemas.microsoft.com/office/drawing/2014/main" id="{25986A91-DA4F-440F-92CF-CAFB1FAD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4860925"/>
            <a:ext cx="719137" cy="350838"/>
          </a:xfrm>
          <a:prstGeom prst="wedgeRoundRectCallout">
            <a:avLst>
              <a:gd name="adj1" fmla="val 31014"/>
              <a:gd name="adj2" fmla="val -98417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</a:p>
        </p:txBody>
      </p:sp>
      <p:sp>
        <p:nvSpPr>
          <p:cNvPr id="819275" name="AutoShape 75">
            <a:extLst>
              <a:ext uri="{FF2B5EF4-FFF2-40B4-BE49-F238E27FC236}">
                <a16:creationId xmlns:a16="http://schemas.microsoft.com/office/drawing/2014/main" id="{AA8D3BFC-F3A8-4DA4-8006-A0F0A1747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088" y="4868863"/>
            <a:ext cx="539750" cy="350837"/>
          </a:xfrm>
          <a:prstGeom prst="wedgeRoundRectCallout">
            <a:avLst>
              <a:gd name="adj1" fmla="val 30296"/>
              <a:gd name="adj2" fmla="val -91630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276" name="AutoShape 76">
            <a:extLst>
              <a:ext uri="{FF2B5EF4-FFF2-40B4-BE49-F238E27FC236}">
                <a16:creationId xmlns:a16="http://schemas.microsoft.com/office/drawing/2014/main" id="{A1E20C89-A6C3-4C25-9F53-F8D7F014C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3" y="4857750"/>
            <a:ext cx="539750" cy="350838"/>
          </a:xfrm>
          <a:prstGeom prst="wedgeRoundRectCallout">
            <a:avLst>
              <a:gd name="adj1" fmla="val 24704"/>
              <a:gd name="adj2" fmla="val -95699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277" name="AutoShape 77">
            <a:extLst>
              <a:ext uri="{FF2B5EF4-FFF2-40B4-BE49-F238E27FC236}">
                <a16:creationId xmlns:a16="http://schemas.microsoft.com/office/drawing/2014/main" id="{45865CAC-44BF-4825-8AD9-F5DC0740999A}"/>
              </a:ext>
            </a:extLst>
          </p:cNvPr>
          <p:cNvSpPr>
            <a:spLocks/>
          </p:cNvSpPr>
          <p:nvPr/>
        </p:nvSpPr>
        <p:spPr bwMode="auto">
          <a:xfrm rot="5400000">
            <a:off x="1089025" y="4211638"/>
            <a:ext cx="179388" cy="773112"/>
          </a:xfrm>
          <a:prstGeom prst="rightBrace">
            <a:avLst>
              <a:gd name="adj1" fmla="val 35914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19278" name="AutoShape 78">
            <a:extLst>
              <a:ext uri="{FF2B5EF4-FFF2-40B4-BE49-F238E27FC236}">
                <a16:creationId xmlns:a16="http://schemas.microsoft.com/office/drawing/2014/main" id="{300DAF6E-AFBC-4672-A598-0679049AD41C}"/>
              </a:ext>
            </a:extLst>
          </p:cNvPr>
          <p:cNvSpPr>
            <a:spLocks/>
          </p:cNvSpPr>
          <p:nvPr/>
        </p:nvSpPr>
        <p:spPr bwMode="auto">
          <a:xfrm rot="5400000">
            <a:off x="2554288" y="3863975"/>
            <a:ext cx="179388" cy="1468437"/>
          </a:xfrm>
          <a:prstGeom prst="rightBrace">
            <a:avLst>
              <a:gd name="adj1" fmla="val 68215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19280" name="AutoShape 80">
            <a:extLst>
              <a:ext uri="{FF2B5EF4-FFF2-40B4-BE49-F238E27FC236}">
                <a16:creationId xmlns:a16="http://schemas.microsoft.com/office/drawing/2014/main" id="{7ABDF08C-5293-42A8-A366-489A1B61AAE9}"/>
              </a:ext>
            </a:extLst>
          </p:cNvPr>
          <p:cNvSpPr>
            <a:spLocks/>
          </p:cNvSpPr>
          <p:nvPr/>
        </p:nvSpPr>
        <p:spPr bwMode="auto">
          <a:xfrm rot="5400000">
            <a:off x="3967162" y="4084638"/>
            <a:ext cx="180975" cy="1028700"/>
          </a:xfrm>
          <a:prstGeom prst="rightBrace">
            <a:avLst>
              <a:gd name="adj1" fmla="val 47368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1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1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1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1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1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74" grpId="0" animBg="1"/>
      <p:bldP spid="819275" grpId="0" animBg="1"/>
      <p:bldP spid="81927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ooter Placeholder 5">
            <a:extLst>
              <a:ext uri="{FF2B5EF4-FFF2-40B4-BE49-F238E27FC236}">
                <a16:creationId xmlns:a16="http://schemas.microsoft.com/office/drawing/2014/main" id="{E1CD9614-5606-461A-AB76-B2148069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97" name="Slide Number Placeholder 6">
            <a:extLst>
              <a:ext uri="{FF2B5EF4-FFF2-40B4-BE49-F238E27FC236}">
                <a16:creationId xmlns:a16="http://schemas.microsoft.com/office/drawing/2014/main" id="{E0A95C70-99CF-4F6E-B6A4-8DC287E9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C7C9B-8669-4C1A-8F8A-63E739AE8FF4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821250" name="Rectangle 2">
            <a:extLst>
              <a:ext uri="{FF2B5EF4-FFF2-40B4-BE49-F238E27FC236}">
                <a16:creationId xmlns:a16="http://schemas.microsoft.com/office/drawing/2014/main" id="{8F718B18-9E87-4B26-A347-028F26D0C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21251" name="Rectangle 3">
            <a:extLst>
              <a:ext uri="{FF2B5EF4-FFF2-40B4-BE49-F238E27FC236}">
                <a16:creationId xmlns:a16="http://schemas.microsoft.com/office/drawing/2014/main" id="{8DB0B2A9-39BD-44FB-A791-4D63973B40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089025"/>
            <a:ext cx="4064000" cy="415925"/>
          </a:xfrm>
        </p:spPr>
        <p:txBody>
          <a:bodyPr/>
          <a:lstStyle/>
          <a:p>
            <a:r>
              <a:rPr lang="en-US" altLang="en-US" sz="2400"/>
              <a:t>State Diagram</a:t>
            </a:r>
            <a:endParaRPr lang="en-US" altLang="en-US" sz="2400" u="sng">
              <a:solidFill>
                <a:srgbClr val="996600"/>
              </a:solidFill>
            </a:endParaRPr>
          </a:p>
        </p:txBody>
      </p:sp>
      <p:graphicFrame>
        <p:nvGraphicFramePr>
          <p:cNvPr id="821252" name="Object 4">
            <a:extLst>
              <a:ext uri="{FF2B5EF4-FFF2-40B4-BE49-F238E27FC236}">
                <a16:creationId xmlns:a16="http://schemas.microsoft.com/office/drawing/2014/main" id="{0BC93528-5D3E-41A3-8AE8-80A81FFDB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4095750"/>
          <a:ext cx="2974975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75580" imgH="2572756" progId="Visio.Drawing.11">
                  <p:embed/>
                </p:oleObj>
              </mc:Choice>
              <mc:Fallback>
                <p:oleObj name="Visio" r:id="rId3" imgW="2975580" imgH="257275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095750"/>
                        <a:ext cx="2974975" cy="25733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53" name="Oval 5">
            <a:extLst>
              <a:ext uri="{FF2B5EF4-FFF2-40B4-BE49-F238E27FC236}">
                <a16:creationId xmlns:a16="http://schemas.microsoft.com/office/drawing/2014/main" id="{07640FB6-107E-47F4-A62F-F4242C079E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31913" y="3789363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0 0</a:t>
            </a:r>
          </a:p>
        </p:txBody>
      </p:sp>
      <p:sp>
        <p:nvSpPr>
          <p:cNvPr id="821254" name="Freeform 6">
            <a:extLst>
              <a:ext uri="{FF2B5EF4-FFF2-40B4-BE49-F238E27FC236}">
                <a16:creationId xmlns:a16="http://schemas.microsoft.com/office/drawing/2014/main" id="{51A494CF-56E2-4E44-8893-1CB47BA69A5F}"/>
              </a:ext>
            </a:extLst>
          </p:cNvPr>
          <p:cNvSpPr>
            <a:spLocks/>
          </p:cNvSpPr>
          <p:nvPr/>
        </p:nvSpPr>
        <p:spPr bwMode="auto">
          <a:xfrm>
            <a:off x="1390650" y="3227388"/>
            <a:ext cx="439738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55" name="Oval 7">
            <a:extLst>
              <a:ext uri="{FF2B5EF4-FFF2-40B4-BE49-F238E27FC236}">
                <a16:creationId xmlns:a16="http://schemas.microsoft.com/office/drawing/2014/main" id="{6CA61BE6-35BB-414B-A6FB-483DF555A3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1525" y="3789363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</a:t>
            </a:r>
          </a:p>
        </p:txBody>
      </p:sp>
      <p:sp>
        <p:nvSpPr>
          <p:cNvPr id="821256" name="Freeform 8">
            <a:extLst>
              <a:ext uri="{FF2B5EF4-FFF2-40B4-BE49-F238E27FC236}">
                <a16:creationId xmlns:a16="http://schemas.microsoft.com/office/drawing/2014/main" id="{A0EAA4E0-AAF9-448E-9E2A-D3770E3FCBE7}"/>
              </a:ext>
            </a:extLst>
          </p:cNvPr>
          <p:cNvSpPr>
            <a:spLocks/>
          </p:cNvSpPr>
          <p:nvPr/>
        </p:nvSpPr>
        <p:spPr bwMode="auto">
          <a:xfrm flipH="1">
            <a:off x="3311525" y="3249613"/>
            <a:ext cx="439738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57" name="Freeform 9">
            <a:extLst>
              <a:ext uri="{FF2B5EF4-FFF2-40B4-BE49-F238E27FC236}">
                <a16:creationId xmlns:a16="http://schemas.microsoft.com/office/drawing/2014/main" id="{15B12C1E-5E81-4426-B9A9-2A0CA786C0A8}"/>
              </a:ext>
            </a:extLst>
          </p:cNvPr>
          <p:cNvSpPr>
            <a:spLocks/>
          </p:cNvSpPr>
          <p:nvPr/>
        </p:nvSpPr>
        <p:spPr bwMode="auto">
          <a:xfrm flipH="1">
            <a:off x="1871663" y="3789363"/>
            <a:ext cx="1439862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58" name="Oval 10">
            <a:extLst>
              <a:ext uri="{FF2B5EF4-FFF2-40B4-BE49-F238E27FC236}">
                <a16:creationId xmlns:a16="http://schemas.microsoft.com/office/drawing/2014/main" id="{B2CA53ED-C35A-4A77-9D65-C294D4924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31913" y="5770563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0 1</a:t>
            </a:r>
          </a:p>
        </p:txBody>
      </p:sp>
      <p:sp>
        <p:nvSpPr>
          <p:cNvPr id="821259" name="Freeform 11">
            <a:extLst>
              <a:ext uri="{FF2B5EF4-FFF2-40B4-BE49-F238E27FC236}">
                <a16:creationId xmlns:a16="http://schemas.microsoft.com/office/drawing/2014/main" id="{6408510A-B563-4B1B-B477-16846B4E8699}"/>
              </a:ext>
            </a:extLst>
          </p:cNvPr>
          <p:cNvSpPr>
            <a:spLocks/>
          </p:cNvSpPr>
          <p:nvPr/>
        </p:nvSpPr>
        <p:spPr bwMode="auto">
          <a:xfrm rot="16200000" flipH="1">
            <a:off x="701675" y="4960938"/>
            <a:ext cx="1439863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60" name="Oval 12">
            <a:extLst>
              <a:ext uri="{FF2B5EF4-FFF2-40B4-BE49-F238E27FC236}">
                <a16:creationId xmlns:a16="http://schemas.microsoft.com/office/drawing/2014/main" id="{72BF82E4-22CE-4402-A747-836BFC5478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1525" y="5770563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</a:p>
        </p:txBody>
      </p:sp>
      <p:sp>
        <p:nvSpPr>
          <p:cNvPr id="821261" name="Freeform 13">
            <a:extLst>
              <a:ext uri="{FF2B5EF4-FFF2-40B4-BE49-F238E27FC236}">
                <a16:creationId xmlns:a16="http://schemas.microsoft.com/office/drawing/2014/main" id="{50AD5755-6BD5-4EEB-A01D-8EF3446C17AC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1062037" y="4960938"/>
            <a:ext cx="1439863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62" name="Freeform 14">
            <a:extLst>
              <a:ext uri="{FF2B5EF4-FFF2-40B4-BE49-F238E27FC236}">
                <a16:creationId xmlns:a16="http://schemas.microsoft.com/office/drawing/2014/main" id="{A9024CF0-DECA-4E90-9F61-C9E183CAF7BD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3041650" y="4960938"/>
            <a:ext cx="1439863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63" name="Freeform 15">
            <a:extLst>
              <a:ext uri="{FF2B5EF4-FFF2-40B4-BE49-F238E27FC236}">
                <a16:creationId xmlns:a16="http://schemas.microsoft.com/office/drawing/2014/main" id="{14315081-6472-4969-B90A-CC4612475A2A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1871663" y="6130925"/>
            <a:ext cx="1439862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64" name="Line 16">
            <a:extLst>
              <a:ext uri="{FF2B5EF4-FFF2-40B4-BE49-F238E27FC236}">
                <a16:creationId xmlns:a16="http://schemas.microsoft.com/office/drawing/2014/main" id="{87736D4A-4C9B-42E8-8B07-01AF12ABEB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71663" y="4149725"/>
            <a:ext cx="1620837" cy="1620838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65" name="Rectangle 17">
            <a:extLst>
              <a:ext uri="{FF2B5EF4-FFF2-40B4-BE49-F238E27FC236}">
                <a16:creationId xmlns:a16="http://schemas.microsoft.com/office/drawing/2014/main" id="{B92D1F4B-0104-4B13-BF5B-B001A13AB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889250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1266" name="Rectangle 18">
            <a:extLst>
              <a:ext uri="{FF2B5EF4-FFF2-40B4-BE49-F238E27FC236}">
                <a16:creationId xmlns:a16="http://schemas.microsoft.com/office/drawing/2014/main" id="{53B87A82-ECC3-4F2E-824B-FE7975202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430588"/>
            <a:ext cx="539750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21267" name="Rectangle 19">
            <a:extLst>
              <a:ext uri="{FF2B5EF4-FFF2-40B4-BE49-F238E27FC236}">
                <a16:creationId xmlns:a16="http://schemas.microsoft.com/office/drawing/2014/main" id="{2227D582-7695-472E-8A27-E1266236C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2889250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1268" name="Rectangle 20">
            <a:extLst>
              <a:ext uri="{FF2B5EF4-FFF2-40B4-BE49-F238E27FC236}">
                <a16:creationId xmlns:a16="http://schemas.microsoft.com/office/drawing/2014/main" id="{D856ADA6-64AF-4D3E-B7F1-175FBDB64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870450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1269" name="Rectangle 21">
            <a:extLst>
              <a:ext uri="{FF2B5EF4-FFF2-40B4-BE49-F238E27FC236}">
                <a16:creationId xmlns:a16="http://schemas.microsoft.com/office/drawing/2014/main" id="{1ECEDDD0-6BDC-45D8-9B37-D4D62864C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025" y="6310313"/>
            <a:ext cx="539750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1270" name="Rectangle 22">
            <a:extLst>
              <a:ext uri="{FF2B5EF4-FFF2-40B4-BE49-F238E27FC236}">
                <a16:creationId xmlns:a16="http://schemas.microsoft.com/office/drawing/2014/main" id="{59D5D724-9FDE-4517-AE96-CFDA3AC69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4870450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1271" name="Rectangle 23">
            <a:extLst>
              <a:ext uri="{FF2B5EF4-FFF2-40B4-BE49-F238E27FC236}">
                <a16:creationId xmlns:a16="http://schemas.microsoft.com/office/drawing/2014/main" id="{5EFF409A-B273-47C9-9A3D-07146E34A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870450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21272" name="Rectangle 24">
            <a:extLst>
              <a:ext uri="{FF2B5EF4-FFF2-40B4-BE49-F238E27FC236}">
                <a16:creationId xmlns:a16="http://schemas.microsoft.com/office/drawing/2014/main" id="{88CF4596-B5EE-49C3-9E49-86E7E1E50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4510088"/>
            <a:ext cx="539750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21273" name="Oval 25">
            <a:extLst>
              <a:ext uri="{FF2B5EF4-FFF2-40B4-BE49-F238E27FC236}">
                <a16:creationId xmlns:a16="http://schemas.microsoft.com/office/drawing/2014/main" id="{3D1D9ED8-DAC5-43CB-8798-B34C6D6A15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31913" y="1885950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</p:txBody>
      </p:sp>
      <p:sp>
        <p:nvSpPr>
          <p:cNvPr id="821274" name="Freeform 26">
            <a:extLst>
              <a:ext uri="{FF2B5EF4-FFF2-40B4-BE49-F238E27FC236}">
                <a16:creationId xmlns:a16="http://schemas.microsoft.com/office/drawing/2014/main" id="{CD3247B6-6384-4B85-9A6B-A5AA0F9E015D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1871663" y="1885950"/>
            <a:ext cx="2520950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1275" name="Rectangle 27">
            <a:extLst>
              <a:ext uri="{FF2B5EF4-FFF2-40B4-BE49-F238E27FC236}">
                <a16:creationId xmlns:a16="http://schemas.microsoft.com/office/drawing/2014/main" id="{CAF076F1-71D7-4CB0-AFE0-BB0372F93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989138"/>
            <a:ext cx="1557337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 i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graphicFrame>
        <p:nvGraphicFramePr>
          <p:cNvPr id="821277" name="Group 29">
            <a:extLst>
              <a:ext uri="{FF2B5EF4-FFF2-40B4-BE49-F238E27FC236}">
                <a16:creationId xmlns:a16="http://schemas.microsoft.com/office/drawing/2014/main" id="{19719DCD-4178-4640-94F8-8F6E7748D16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1750" y="1268413"/>
          <a:ext cx="3600450" cy="2519362"/>
        </p:xfrm>
        <a:graphic>
          <a:graphicData uri="http://schemas.openxmlformats.org/drawingml/2006/table">
            <a:tbl>
              <a:tblPr/>
              <a:tblGrid>
                <a:gridCol w="366713">
                  <a:extLst>
                    <a:ext uri="{9D8B030D-6E8A-4147-A177-3AD203B41FA5}">
                      <a16:colId xmlns:a16="http://schemas.microsoft.com/office/drawing/2014/main" val="912858738"/>
                    </a:ext>
                  </a:extLst>
                </a:gridCol>
                <a:gridCol w="103187">
                  <a:extLst>
                    <a:ext uri="{9D8B030D-6E8A-4147-A177-3AD203B41FA5}">
                      <a16:colId xmlns:a16="http://schemas.microsoft.com/office/drawing/2014/main" val="268427944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48727127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92006256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618740880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605096452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1221257938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1282478970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3222050416"/>
                    </a:ext>
                  </a:extLst>
                </a:gridCol>
              </a:tblGrid>
              <a:tr h="349250">
                <a:tc rowSpan="2" gridSpan="3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360262"/>
                  </a:ext>
                </a:extLst>
              </a:tr>
              <a:tr h="301625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793169"/>
                  </a:ext>
                </a:extLst>
              </a:tr>
              <a:tr h="37306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62096"/>
                  </a:ext>
                </a:extLst>
              </a:tr>
              <a:tr h="3746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339447"/>
                  </a:ext>
                </a:extLst>
              </a:tr>
              <a:tr h="3746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001868"/>
                  </a:ext>
                </a:extLst>
              </a:tr>
              <a:tr h="3714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863187"/>
                  </a:ext>
                </a:extLst>
              </a:tr>
              <a:tr h="37465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083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2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2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2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2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2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2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2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2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2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2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2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82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2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82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2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3" grpId="0" animBg="1"/>
      <p:bldP spid="821255" grpId="0" animBg="1"/>
      <p:bldP spid="821258" grpId="0" animBg="1"/>
      <p:bldP spid="821260" grpId="0" animBg="1"/>
      <p:bldP spid="821265" grpId="0"/>
      <p:bldP spid="821266" grpId="0"/>
      <p:bldP spid="821267" grpId="0"/>
      <p:bldP spid="821268" grpId="0"/>
      <p:bldP spid="821269" grpId="0"/>
      <p:bldP spid="821270" grpId="0"/>
      <p:bldP spid="821271" grpId="0"/>
      <p:bldP spid="821272" grpId="0"/>
      <p:bldP spid="821273" grpId="0" animBg="1"/>
      <p:bldP spid="82127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ooter Placeholder 4">
            <a:extLst>
              <a:ext uri="{FF2B5EF4-FFF2-40B4-BE49-F238E27FC236}">
                <a16:creationId xmlns:a16="http://schemas.microsoft.com/office/drawing/2014/main" id="{630B05DA-5E96-4B35-B389-1DE340194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18" name="Slide Number Placeholder 5">
            <a:extLst>
              <a:ext uri="{FF2B5EF4-FFF2-40B4-BE49-F238E27FC236}">
                <a16:creationId xmlns:a16="http://schemas.microsoft.com/office/drawing/2014/main" id="{885F9783-8DE3-43B2-A720-53093DA07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9005-6B91-462F-A265-44AD4AB674A2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823298" name="Rectangle 2">
            <a:extLst>
              <a:ext uri="{FF2B5EF4-FFF2-40B4-BE49-F238E27FC236}">
                <a16:creationId xmlns:a16="http://schemas.microsoft.com/office/drawing/2014/main" id="{8E445F60-5C21-4ACD-B03B-9B338A532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23299" name="Rectangle 3">
            <a:extLst>
              <a:ext uri="{FF2B5EF4-FFF2-40B4-BE49-F238E27FC236}">
                <a16:creationId xmlns:a16="http://schemas.microsoft.com/office/drawing/2014/main" id="{B9061FCE-A8A2-41F6-A86A-93AD2E8CA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1119188"/>
          </a:xfrm>
        </p:spPr>
        <p:txBody>
          <a:bodyPr/>
          <a:lstStyle/>
          <a:p>
            <a:r>
              <a:rPr lang="en-US" altLang="en-US" i="1"/>
              <a:t>D</a:t>
            </a:r>
            <a:r>
              <a:rPr lang="en-US" altLang="en-US"/>
              <a:t> Flip-Flops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chemeClr val="tx1"/>
                </a:solidFill>
              </a:rPr>
              <a:t>:</a:t>
            </a:r>
          </a:p>
        </p:txBody>
      </p:sp>
      <p:grpSp>
        <p:nvGrpSpPr>
          <p:cNvPr id="823300" name="Group 4">
            <a:extLst>
              <a:ext uri="{FF2B5EF4-FFF2-40B4-BE49-F238E27FC236}">
                <a16:creationId xmlns:a16="http://schemas.microsoft.com/office/drawing/2014/main" id="{47C3A965-2CD9-42C1-B70B-BFDB96E46827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49388"/>
            <a:ext cx="4860925" cy="1800225"/>
            <a:chOff x="2426" y="1139"/>
            <a:chExt cx="3062" cy="1134"/>
          </a:xfrm>
        </p:grpSpPr>
        <p:grpSp>
          <p:nvGrpSpPr>
            <p:cNvPr id="823301" name="Group 5">
              <a:extLst>
                <a:ext uri="{FF2B5EF4-FFF2-40B4-BE49-F238E27FC236}">
                  <a16:creationId xmlns:a16="http://schemas.microsoft.com/office/drawing/2014/main" id="{FCD1022F-3500-4459-94BF-5ED9C9492E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4" y="1366"/>
              <a:ext cx="1020" cy="907"/>
              <a:chOff x="4467" y="913"/>
              <a:chExt cx="1020" cy="907"/>
            </a:xfrm>
          </p:grpSpPr>
          <p:sp>
            <p:nvSpPr>
              <p:cNvPr id="823302" name="Rectangle 6">
                <a:extLst>
                  <a:ext uri="{FF2B5EF4-FFF2-40B4-BE49-F238E27FC236}">
                    <a16:creationId xmlns:a16="http://schemas.microsoft.com/office/drawing/2014/main" id="{A91567DC-3AF8-454B-B4F1-133817157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" y="913"/>
                <a:ext cx="567" cy="907"/>
              </a:xfrm>
              <a:prstGeom prst="rect">
                <a:avLst/>
              </a:prstGeom>
              <a:solidFill>
                <a:srgbClr val="FFFF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3303" name="Rectangle 7">
                <a:extLst>
                  <a:ext uri="{FF2B5EF4-FFF2-40B4-BE49-F238E27FC236}">
                    <a16:creationId xmlns:a16="http://schemas.microsoft.com/office/drawing/2014/main" id="{07EEF81C-19A5-49FD-B24D-19C277185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" y="1026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823304" name="Line 8">
                <a:extLst>
                  <a:ext uri="{FF2B5EF4-FFF2-40B4-BE49-F238E27FC236}">
                    <a16:creationId xmlns:a16="http://schemas.microsoft.com/office/drawing/2014/main" id="{464B8DB7-FC37-4101-956C-BC4B3FE4E6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94" y="1480"/>
                <a:ext cx="113" cy="1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3305" name="Line 9">
                <a:extLst>
                  <a:ext uri="{FF2B5EF4-FFF2-40B4-BE49-F238E27FC236}">
                    <a16:creationId xmlns:a16="http://schemas.microsoft.com/office/drawing/2014/main" id="{2DED4981-41A4-41D1-9548-12BE9921F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94" y="1593"/>
                <a:ext cx="113" cy="1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3306" name="Line 10">
                <a:extLst>
                  <a:ext uri="{FF2B5EF4-FFF2-40B4-BE49-F238E27FC236}">
                    <a16:creationId xmlns:a16="http://schemas.microsoft.com/office/drawing/2014/main" id="{98505236-F946-4E1A-85F5-6E597C959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7" y="1139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3307" name="Line 11">
                <a:extLst>
                  <a:ext uri="{FF2B5EF4-FFF2-40B4-BE49-F238E27FC236}">
                    <a16:creationId xmlns:a16="http://schemas.microsoft.com/office/drawing/2014/main" id="{BA767C04-B8F3-4DE6-84AD-DDBAF831B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7" y="1593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3308" name="Line 12">
                <a:extLst>
                  <a:ext uri="{FF2B5EF4-FFF2-40B4-BE49-F238E27FC236}">
                    <a16:creationId xmlns:a16="http://schemas.microsoft.com/office/drawing/2014/main" id="{8F0689E9-1CF4-401F-B27B-A0EFF0C3F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61" y="113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3309" name="Line 13">
                <a:extLst>
                  <a:ext uri="{FF2B5EF4-FFF2-40B4-BE49-F238E27FC236}">
                    <a16:creationId xmlns:a16="http://schemas.microsoft.com/office/drawing/2014/main" id="{CF367895-FD0E-40FB-8549-ECAA25F22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61" y="1593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3310" name="Rectangle 14">
                <a:extLst>
                  <a:ext uri="{FF2B5EF4-FFF2-40B4-BE49-F238E27FC236}">
                    <a16:creationId xmlns:a16="http://schemas.microsoft.com/office/drawing/2014/main" id="{48E99800-4091-4748-8D08-69895C70D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4" y="1026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en-US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823311" name="Oval 15">
                <a:extLst>
                  <a:ext uri="{FF2B5EF4-FFF2-40B4-BE49-F238E27FC236}">
                    <a16:creationId xmlns:a16="http://schemas.microsoft.com/office/drawing/2014/main" id="{D170EC90-16D6-476C-929B-A3CC60ED67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61" y="1551"/>
                <a:ext cx="79" cy="79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823312" name="Group 16">
                <a:extLst>
                  <a:ext uri="{FF2B5EF4-FFF2-40B4-BE49-F238E27FC236}">
                    <a16:creationId xmlns:a16="http://schemas.microsoft.com/office/drawing/2014/main" id="{CBD3087D-541C-4014-B7C0-AF67F7C10C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34" y="1492"/>
                <a:ext cx="227" cy="214"/>
                <a:chOff x="5034" y="1492"/>
                <a:chExt cx="227" cy="214"/>
              </a:xfrm>
            </p:grpSpPr>
            <p:sp>
              <p:nvSpPr>
                <p:cNvPr id="823313" name="Rectangle 17">
                  <a:extLst>
                    <a:ext uri="{FF2B5EF4-FFF2-40B4-BE49-F238E27FC236}">
                      <a16:creationId xmlns:a16="http://schemas.microsoft.com/office/drawing/2014/main" id="{2D94DD17-C3DD-41E5-A392-DE2CA232AA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4" y="1499"/>
                  <a:ext cx="227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r>
                    <a:rPr lang="en-US" altLang="en-US"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</a:p>
              </p:txBody>
            </p:sp>
            <p:sp>
              <p:nvSpPr>
                <p:cNvPr id="823314" name="Line 18">
                  <a:extLst>
                    <a:ext uri="{FF2B5EF4-FFF2-40B4-BE49-F238E27FC236}">
                      <a16:creationId xmlns:a16="http://schemas.microsoft.com/office/drawing/2014/main" id="{6FCFCC36-8716-4D82-A6BC-FE884A9F91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99" y="1492"/>
                  <a:ext cx="114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823315" name="Object 19">
              <a:extLst>
                <a:ext uri="{FF2B5EF4-FFF2-40B4-BE49-F238E27FC236}">
                  <a16:creationId xmlns:a16="http://schemas.microsoft.com/office/drawing/2014/main" id="{0451CD06-7AED-4C1E-A27A-4951872883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7" y="1437"/>
            <a:ext cx="5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475732" imgH="259933" progId="Visio.Drawing.11">
                    <p:embed/>
                  </p:oleObj>
                </mc:Choice>
                <mc:Fallback>
                  <p:oleObj name="Visio" r:id="rId3" imgW="475732" imgH="259933" progId="Visio.Drawing.11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7" y="1437"/>
                          <a:ext cx="5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316" name="Line 20">
              <a:extLst>
                <a:ext uri="{FF2B5EF4-FFF2-40B4-BE49-F238E27FC236}">
                  <a16:creationId xmlns:a16="http://schemas.microsoft.com/office/drawing/2014/main" id="{D8B74673-6A46-4EA9-94CC-BC5A27AD5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29" y="1527"/>
              <a:ext cx="15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23317" name="Line 21">
              <a:extLst>
                <a:ext uri="{FF2B5EF4-FFF2-40B4-BE49-F238E27FC236}">
                  <a16:creationId xmlns:a16="http://schemas.microsoft.com/office/drawing/2014/main" id="{7A9F0281-4A16-4FB7-B194-783ACB93C6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0" y="1658"/>
              <a:ext cx="26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23318" name="Line 22">
              <a:extLst>
                <a:ext uri="{FF2B5EF4-FFF2-40B4-BE49-F238E27FC236}">
                  <a16:creationId xmlns:a16="http://schemas.microsoft.com/office/drawing/2014/main" id="{F8DAD26F-C34B-4542-AA45-DEEBF1C98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3" y="1139"/>
              <a:ext cx="1701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23319" name="Line 23">
              <a:extLst>
                <a:ext uri="{FF2B5EF4-FFF2-40B4-BE49-F238E27FC236}">
                  <a16:creationId xmlns:a16="http://schemas.microsoft.com/office/drawing/2014/main" id="{BA7C9E15-D409-40D0-9403-ED13BBACBC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4807" y="1366"/>
              <a:ext cx="45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23320" name="Rectangle 24">
              <a:extLst>
                <a:ext uri="{FF2B5EF4-FFF2-40B4-BE49-F238E27FC236}">
                  <a16:creationId xmlns:a16="http://schemas.microsoft.com/office/drawing/2014/main" id="{7BDA913E-BA9A-4078-BAEB-355D625B4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1479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823321" name="Line 25">
              <a:extLst>
                <a:ext uri="{FF2B5EF4-FFF2-40B4-BE49-F238E27FC236}">
                  <a16:creationId xmlns:a16="http://schemas.microsoft.com/office/drawing/2014/main" id="{5131DEC0-B86C-4C55-847D-8758E1722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34" y="1592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23322" name="Line 26">
              <a:extLst>
                <a:ext uri="{FF2B5EF4-FFF2-40B4-BE49-F238E27FC236}">
                  <a16:creationId xmlns:a16="http://schemas.microsoft.com/office/drawing/2014/main" id="{2E1AE89F-5ABF-4075-BD00-C8F99023A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3" y="1139"/>
              <a:ext cx="0" cy="39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823323" name="Object 27">
              <a:extLst>
                <a:ext uri="{FF2B5EF4-FFF2-40B4-BE49-F238E27FC236}">
                  <a16:creationId xmlns:a16="http://schemas.microsoft.com/office/drawing/2014/main" id="{A71FDAFD-A4A3-4E09-8699-BFE5F161F6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1" y="1503"/>
            <a:ext cx="5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475732" imgH="259933" progId="Visio.Drawing.11">
                    <p:embed/>
                  </p:oleObj>
                </mc:Choice>
                <mc:Fallback>
                  <p:oleObj name="Visio" r:id="rId5" imgW="475732" imgH="259933" progId="Visio.Drawing.11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1" y="1503"/>
                          <a:ext cx="5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324" name="Rectangle 28">
              <a:extLst>
                <a:ext uri="{FF2B5EF4-FFF2-40B4-BE49-F238E27FC236}">
                  <a16:creationId xmlns:a16="http://schemas.microsoft.com/office/drawing/2014/main" id="{8A1D8441-E324-40FE-8E8C-C557C166B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933"/>
              <a:ext cx="454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823325" name="Rectangle 29">
              <a:extLst>
                <a:ext uri="{FF2B5EF4-FFF2-40B4-BE49-F238E27FC236}">
                  <a16:creationId xmlns:a16="http://schemas.microsoft.com/office/drawing/2014/main" id="{BB32067C-A99C-42F1-B37F-627C29643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1613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823326" name="Rectangle 30">
              <a:extLst>
                <a:ext uri="{FF2B5EF4-FFF2-40B4-BE49-F238E27FC236}">
                  <a16:creationId xmlns:a16="http://schemas.microsoft.com/office/drawing/2014/main" id="{83D1B2BC-6BA4-41AC-A5AA-9FB735139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1" y="1479"/>
              <a:ext cx="22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 i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aphicFrame>
        <p:nvGraphicFramePr>
          <p:cNvPr id="823327" name="Group 31">
            <a:extLst>
              <a:ext uri="{FF2B5EF4-FFF2-40B4-BE49-F238E27FC236}">
                <a16:creationId xmlns:a16="http://schemas.microsoft.com/office/drawing/2014/main" id="{1A007C37-CC44-4A19-AE6F-09F1A999AE33}"/>
              </a:ext>
            </a:extLst>
          </p:cNvPr>
          <p:cNvGraphicFramePr>
            <a:graphicFrameLocks noGrp="1"/>
          </p:cNvGraphicFramePr>
          <p:nvPr/>
        </p:nvGraphicFramePr>
        <p:xfrm>
          <a:off x="792163" y="2349500"/>
          <a:ext cx="2700337" cy="3895725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1796429307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1208056149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3383097532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3930019608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943178"/>
                  </a:ext>
                </a:extLst>
              </a:tr>
              <a:tr h="355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666930"/>
                  </a:ext>
                </a:extLst>
              </a:tr>
              <a:tr h="355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629463"/>
                  </a:ext>
                </a:extLst>
              </a:tr>
              <a:tr h="35401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83981"/>
                  </a:ext>
                </a:extLst>
              </a:tr>
              <a:tr h="3571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58346"/>
                  </a:ext>
                </a:extLst>
              </a:tr>
              <a:tr h="355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585443"/>
                  </a:ext>
                </a:extLst>
              </a:tr>
              <a:tr h="35401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615402"/>
                  </a:ext>
                </a:extLst>
              </a:tr>
              <a:tr h="355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938154"/>
                  </a:ext>
                </a:extLst>
              </a:tr>
              <a:tr h="355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824607"/>
                  </a:ext>
                </a:extLst>
              </a:tr>
              <a:tr h="355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94085"/>
                  </a:ext>
                </a:extLst>
              </a:tr>
            </a:tbl>
          </a:graphicData>
        </a:graphic>
      </p:graphicFrame>
      <p:sp>
        <p:nvSpPr>
          <p:cNvPr id="823401" name="Rectangle 105">
            <a:extLst>
              <a:ext uri="{FF2B5EF4-FFF2-40B4-BE49-F238E27FC236}">
                <a16:creationId xmlns:a16="http://schemas.microsoft.com/office/drawing/2014/main" id="{2BFC7FFC-1B1C-44CE-BD59-6704711E7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325813"/>
            <a:ext cx="900112" cy="292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23402" name="Oval 106">
            <a:extLst>
              <a:ext uri="{FF2B5EF4-FFF2-40B4-BE49-F238E27FC236}">
                <a16:creationId xmlns:a16="http://schemas.microsoft.com/office/drawing/2014/main" id="{3444C5DA-F307-4DEF-9FE6-BFDFF43788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2238" y="525938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3403" name="Oval 107">
            <a:extLst>
              <a:ext uri="{FF2B5EF4-FFF2-40B4-BE49-F238E27FC236}">
                <a16:creationId xmlns:a16="http://schemas.microsoft.com/office/drawing/2014/main" id="{A4F36A20-4D13-4CAA-BC04-BF8F59896E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2463" y="525938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23404" name="Freeform 108">
            <a:extLst>
              <a:ext uri="{FF2B5EF4-FFF2-40B4-BE49-F238E27FC236}">
                <a16:creationId xmlns:a16="http://schemas.microsoft.com/office/drawing/2014/main" id="{3CAE8DDC-97F1-47A1-8B7A-6379D5877026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5562600" y="5080000"/>
            <a:ext cx="1619250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3405" name="Freeform 109">
            <a:extLst>
              <a:ext uri="{FF2B5EF4-FFF2-40B4-BE49-F238E27FC236}">
                <a16:creationId xmlns:a16="http://schemas.microsoft.com/office/drawing/2014/main" id="{A9F6CCD7-9423-4674-9BF9-1F79FC0DD692}"/>
              </a:ext>
            </a:extLst>
          </p:cNvPr>
          <p:cNvSpPr>
            <a:spLocks/>
          </p:cNvSpPr>
          <p:nvPr/>
        </p:nvSpPr>
        <p:spPr bwMode="auto">
          <a:xfrm rot="21600000" flipH="1" flipV="1">
            <a:off x="5562600" y="5799138"/>
            <a:ext cx="1619250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3406" name="Freeform 110">
            <a:extLst>
              <a:ext uri="{FF2B5EF4-FFF2-40B4-BE49-F238E27FC236}">
                <a16:creationId xmlns:a16="http://schemas.microsoft.com/office/drawing/2014/main" id="{487C28F1-90BD-4D82-B967-3DF9C6F54904}"/>
              </a:ext>
            </a:extLst>
          </p:cNvPr>
          <p:cNvSpPr>
            <a:spLocks/>
          </p:cNvSpPr>
          <p:nvPr/>
        </p:nvSpPr>
        <p:spPr bwMode="auto">
          <a:xfrm rot="-5400000">
            <a:off x="4730750" y="5254626"/>
            <a:ext cx="439737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3407" name="Freeform 111">
            <a:extLst>
              <a:ext uri="{FF2B5EF4-FFF2-40B4-BE49-F238E27FC236}">
                <a16:creationId xmlns:a16="http://schemas.microsoft.com/office/drawing/2014/main" id="{7D51056E-9D38-49C1-A2BC-1BCE5655BA79}"/>
              </a:ext>
            </a:extLst>
          </p:cNvPr>
          <p:cNvSpPr>
            <a:spLocks/>
          </p:cNvSpPr>
          <p:nvPr/>
        </p:nvSpPr>
        <p:spPr bwMode="auto">
          <a:xfrm rot="5400000">
            <a:off x="7573963" y="5203825"/>
            <a:ext cx="439737" cy="601663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3408" name="Rectangle 112">
            <a:extLst>
              <a:ext uri="{FF2B5EF4-FFF2-40B4-BE49-F238E27FC236}">
                <a16:creationId xmlns:a16="http://schemas.microsoft.com/office/drawing/2014/main" id="{DD33A01D-928B-4D91-9FD9-8A6ED73D6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399088"/>
            <a:ext cx="80962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00,11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3409" name="Rectangle 113">
            <a:extLst>
              <a:ext uri="{FF2B5EF4-FFF2-40B4-BE49-F238E27FC236}">
                <a16:creationId xmlns:a16="http://schemas.microsoft.com/office/drawing/2014/main" id="{1DF20E72-33A6-4F62-BEDC-E8F32977F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300" y="5348288"/>
            <a:ext cx="80962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00,11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3410" name="Rectangle 114">
            <a:extLst>
              <a:ext uri="{FF2B5EF4-FFF2-40B4-BE49-F238E27FC236}">
                <a16:creationId xmlns:a16="http://schemas.microsoft.com/office/drawing/2014/main" id="{9FA8BCE3-41C1-401C-B295-D329EDD1B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719638"/>
            <a:ext cx="80962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01,10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3411" name="Rectangle 115">
            <a:extLst>
              <a:ext uri="{FF2B5EF4-FFF2-40B4-BE49-F238E27FC236}">
                <a16:creationId xmlns:a16="http://schemas.microsoft.com/office/drawing/2014/main" id="{E4B8FA10-EA42-459E-B05C-2E6DD5309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5980113"/>
            <a:ext cx="80962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01,10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3412" name="Rectangle 116">
            <a:extLst>
              <a:ext uri="{FF2B5EF4-FFF2-40B4-BE49-F238E27FC236}">
                <a16:creationId xmlns:a16="http://schemas.microsoft.com/office/drawing/2014/main" id="{A89A360B-02F0-47CF-8399-E7F945954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89363"/>
            <a:ext cx="36004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2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3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3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3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3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3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234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34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234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2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2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2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2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2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82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2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82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2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402" grpId="0" animBg="1"/>
      <p:bldP spid="823403" grpId="0" animBg="1"/>
      <p:bldP spid="823408" grpId="0"/>
      <p:bldP spid="823409" grpId="0"/>
      <p:bldP spid="823410" grpId="0"/>
      <p:bldP spid="823411" grpId="0"/>
      <p:bldP spid="8234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ooter Placeholder 4">
            <a:extLst>
              <a:ext uri="{FF2B5EF4-FFF2-40B4-BE49-F238E27FC236}">
                <a16:creationId xmlns:a16="http://schemas.microsoft.com/office/drawing/2014/main" id="{556C32C4-2179-42E1-B75A-6AB128AE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16" name="Slide Number Placeholder 5">
            <a:extLst>
              <a:ext uri="{FF2B5EF4-FFF2-40B4-BE49-F238E27FC236}">
                <a16:creationId xmlns:a16="http://schemas.microsoft.com/office/drawing/2014/main" id="{3439D95A-F15F-495E-B648-7B521A3C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D56-F6FE-4A0B-8475-42930D4DE959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825346" name="Rectangle 2">
            <a:extLst>
              <a:ext uri="{FF2B5EF4-FFF2-40B4-BE49-F238E27FC236}">
                <a16:creationId xmlns:a16="http://schemas.microsoft.com/office/drawing/2014/main" id="{81F71C8B-07CA-4C62-BB17-A3764C4C0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25347" name="Rectangle 3">
            <a:extLst>
              <a:ext uri="{FF2B5EF4-FFF2-40B4-BE49-F238E27FC236}">
                <a16:creationId xmlns:a16="http://schemas.microsoft.com/office/drawing/2014/main" id="{4A93B6FF-93C2-4B96-A24A-32ADCFD00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1119188"/>
          </a:xfrm>
        </p:spPr>
        <p:txBody>
          <a:bodyPr/>
          <a:lstStyle/>
          <a:p>
            <a:r>
              <a:rPr lang="en-US" altLang="en-US" i="1"/>
              <a:t>JK</a:t>
            </a:r>
            <a:r>
              <a:rPr lang="en-US" altLang="en-US"/>
              <a:t> Flip-Flops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chemeClr val="tx1"/>
                </a:solidFill>
              </a:rPr>
              <a:t>:</a:t>
            </a:r>
          </a:p>
        </p:txBody>
      </p:sp>
      <p:graphicFrame>
        <p:nvGraphicFramePr>
          <p:cNvPr id="825348" name="Object 4">
            <a:extLst>
              <a:ext uri="{FF2B5EF4-FFF2-40B4-BE49-F238E27FC236}">
                <a16:creationId xmlns:a16="http://schemas.microsoft.com/office/drawing/2014/main" id="{627BA157-07BA-4420-A781-50AFDEEBFA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3488" y="1130300"/>
          <a:ext cx="3849687" cy="265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770266" imgH="1912437" progId="Visio.Drawing.11">
                  <p:embed/>
                </p:oleObj>
              </mc:Choice>
              <mc:Fallback>
                <p:oleObj name="Visio" r:id="rId3" imgW="2770266" imgH="191243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1130300"/>
                        <a:ext cx="3849687" cy="26590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349" name="Rectangle 5">
            <a:extLst>
              <a:ext uri="{FF2B5EF4-FFF2-40B4-BE49-F238E27FC236}">
                <a16:creationId xmlns:a16="http://schemas.microsoft.com/office/drawing/2014/main" id="{FA0CF5F0-9004-4756-835F-7F3BD2104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40163"/>
            <a:ext cx="3151188" cy="76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		K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x’</a:t>
            </a:r>
          </a:p>
          <a:p>
            <a:pPr algn="l">
              <a:lnSpc>
                <a:spcPct val="100000"/>
              </a:lnSpc>
              <a:spcBef>
                <a:spcPct val="1000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x’		K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</a:p>
        </p:txBody>
      </p:sp>
      <p:sp>
        <p:nvSpPr>
          <p:cNvPr id="825350" name="Rectangle 6">
            <a:extLst>
              <a:ext uri="{FF2B5EF4-FFF2-40B4-BE49-F238E27FC236}">
                <a16:creationId xmlns:a16="http://schemas.microsoft.com/office/drawing/2014/main" id="{833FD014-E7B4-4A64-B291-BB9E2535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4868863"/>
            <a:ext cx="3779837" cy="149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Q’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K’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A’B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AB’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Ax</a:t>
            </a:r>
          </a:p>
          <a:p>
            <a:pPr algn="l">
              <a:lnSpc>
                <a:spcPct val="100000"/>
              </a:lnSpc>
              <a:spcBef>
                <a:spcPct val="10000"/>
              </a:spcBef>
            </a:pPr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Q’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K’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B’x’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ABx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A’Bx’</a:t>
            </a:r>
          </a:p>
        </p:txBody>
      </p:sp>
      <p:graphicFrame>
        <p:nvGraphicFramePr>
          <p:cNvPr id="825351" name="Group 7">
            <a:extLst>
              <a:ext uri="{FF2B5EF4-FFF2-40B4-BE49-F238E27FC236}">
                <a16:creationId xmlns:a16="http://schemas.microsoft.com/office/drawing/2014/main" id="{98B581AE-D45E-4E0F-A779-C850D6AB1C88}"/>
              </a:ext>
            </a:extLst>
          </p:cNvPr>
          <p:cNvGraphicFramePr>
            <a:graphicFrameLocks noGrp="1"/>
          </p:cNvGraphicFramePr>
          <p:nvPr/>
        </p:nvGraphicFramePr>
        <p:xfrm>
          <a:off x="431800" y="2349500"/>
          <a:ext cx="4140200" cy="4157663"/>
        </p:xfrm>
        <a:graphic>
          <a:graphicData uri="http://schemas.openxmlformats.org/drawingml/2006/table">
            <a:tbl>
              <a:tblPr/>
              <a:tblGrid>
                <a:gridCol w="460375">
                  <a:extLst>
                    <a:ext uri="{9D8B030D-6E8A-4147-A177-3AD203B41FA5}">
                      <a16:colId xmlns:a16="http://schemas.microsoft.com/office/drawing/2014/main" val="1855572576"/>
                    </a:ext>
                  </a:extLst>
                </a:gridCol>
                <a:gridCol w="458788">
                  <a:extLst>
                    <a:ext uri="{9D8B030D-6E8A-4147-A177-3AD203B41FA5}">
                      <a16:colId xmlns:a16="http://schemas.microsoft.com/office/drawing/2014/main" val="3483180082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44774039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772413933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1043779037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774848467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1838685366"/>
                    </a:ext>
                  </a:extLst>
                </a:gridCol>
                <a:gridCol w="458787">
                  <a:extLst>
                    <a:ext uri="{9D8B030D-6E8A-4147-A177-3AD203B41FA5}">
                      <a16:colId xmlns:a16="http://schemas.microsoft.com/office/drawing/2014/main" val="178540392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1294540039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</a:t>
                      </a:r>
                      <a:b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225418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208687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148109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53940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898063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332191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994058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964261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567850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287334"/>
                  </a:ext>
                </a:extLst>
              </a:tr>
            </a:tbl>
          </a:graphicData>
        </a:graphic>
      </p:graphicFrame>
      <p:sp>
        <p:nvSpPr>
          <p:cNvPr id="825457" name="Rectangle 113">
            <a:extLst>
              <a:ext uri="{FF2B5EF4-FFF2-40B4-BE49-F238E27FC236}">
                <a16:creationId xmlns:a16="http://schemas.microsoft.com/office/drawing/2014/main" id="{EE367A50-2352-497C-A730-5BEFF4B87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313113"/>
            <a:ext cx="1620837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0     0     1     0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0     0     0     1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1     1     1     0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1     0     0     1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0     0     1     1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0     0     0     0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1     1     1     1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1     0     0     0</a:t>
            </a:r>
          </a:p>
        </p:txBody>
      </p:sp>
      <p:sp>
        <p:nvSpPr>
          <p:cNvPr id="825458" name="Rectangle 114">
            <a:extLst>
              <a:ext uri="{FF2B5EF4-FFF2-40B4-BE49-F238E27FC236}">
                <a16:creationId xmlns:a16="http://schemas.microsoft.com/office/drawing/2014/main" id="{1CF91AD3-709A-43CD-83A2-2C2B5360A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3328988"/>
            <a:ext cx="792163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25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5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5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5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5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25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2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5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25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25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5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5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25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25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25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25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25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25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825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25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25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25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25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oter Placeholder 4">
            <a:extLst>
              <a:ext uri="{FF2B5EF4-FFF2-40B4-BE49-F238E27FC236}">
                <a16:creationId xmlns:a16="http://schemas.microsoft.com/office/drawing/2014/main" id="{86EBD119-FC3E-4E5B-98D6-F0A2F5BF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34" name="Slide Number Placeholder 5">
            <a:extLst>
              <a:ext uri="{FF2B5EF4-FFF2-40B4-BE49-F238E27FC236}">
                <a16:creationId xmlns:a16="http://schemas.microsoft.com/office/drawing/2014/main" id="{005132C1-FC0C-48E4-A86F-D985BEA3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E672F-1D6D-4CE9-842A-225E1CD1E747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827394" name="Rectangle 2">
            <a:extLst>
              <a:ext uri="{FF2B5EF4-FFF2-40B4-BE49-F238E27FC236}">
                <a16:creationId xmlns:a16="http://schemas.microsoft.com/office/drawing/2014/main" id="{6EF105DB-2077-4324-A1BF-20B4466ED5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27395" name="Rectangle 3">
            <a:extLst>
              <a:ext uri="{FF2B5EF4-FFF2-40B4-BE49-F238E27FC236}">
                <a16:creationId xmlns:a16="http://schemas.microsoft.com/office/drawing/2014/main" id="{EC0C715F-FFD8-4FB6-AC05-AAFF525B8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1119188"/>
          </a:xfrm>
        </p:spPr>
        <p:txBody>
          <a:bodyPr/>
          <a:lstStyle/>
          <a:p>
            <a:r>
              <a:rPr lang="en-US" altLang="en-US" i="1"/>
              <a:t>JK</a:t>
            </a:r>
            <a:r>
              <a:rPr lang="en-US" altLang="en-US"/>
              <a:t> Flip-Flops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chemeClr val="tx1"/>
                </a:solidFill>
              </a:rPr>
              <a:t>:</a:t>
            </a:r>
          </a:p>
        </p:txBody>
      </p:sp>
      <p:graphicFrame>
        <p:nvGraphicFramePr>
          <p:cNvPr id="827396" name="Object 4">
            <a:extLst>
              <a:ext uri="{FF2B5EF4-FFF2-40B4-BE49-F238E27FC236}">
                <a16:creationId xmlns:a16="http://schemas.microsoft.com/office/drawing/2014/main" id="{3DF5CAF6-B8D9-4406-AF1C-0D28F9CB2B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3488" y="1038225"/>
          <a:ext cx="3849687" cy="265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770266" imgH="1912437" progId="Visio.Drawing.11">
                  <p:embed/>
                </p:oleObj>
              </mc:Choice>
              <mc:Fallback>
                <p:oleObj name="Visio" r:id="rId3" imgW="2770266" imgH="191243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1038225"/>
                        <a:ext cx="3849687" cy="26590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397" name="Group 5">
            <a:extLst>
              <a:ext uri="{FF2B5EF4-FFF2-40B4-BE49-F238E27FC236}">
                <a16:creationId xmlns:a16="http://schemas.microsoft.com/office/drawing/2014/main" id="{5CD48E89-CC15-4E61-9E1C-F0C8E9CA0ED0}"/>
              </a:ext>
            </a:extLst>
          </p:cNvPr>
          <p:cNvGraphicFramePr>
            <a:graphicFrameLocks noGrp="1"/>
          </p:cNvGraphicFramePr>
          <p:nvPr/>
        </p:nvGraphicFramePr>
        <p:xfrm>
          <a:off x="431800" y="2349500"/>
          <a:ext cx="4140200" cy="4157663"/>
        </p:xfrm>
        <a:graphic>
          <a:graphicData uri="http://schemas.openxmlformats.org/drawingml/2006/table">
            <a:tbl>
              <a:tblPr/>
              <a:tblGrid>
                <a:gridCol w="460375">
                  <a:extLst>
                    <a:ext uri="{9D8B030D-6E8A-4147-A177-3AD203B41FA5}">
                      <a16:colId xmlns:a16="http://schemas.microsoft.com/office/drawing/2014/main" val="4182484811"/>
                    </a:ext>
                  </a:extLst>
                </a:gridCol>
                <a:gridCol w="458788">
                  <a:extLst>
                    <a:ext uri="{9D8B030D-6E8A-4147-A177-3AD203B41FA5}">
                      <a16:colId xmlns:a16="http://schemas.microsoft.com/office/drawing/2014/main" val="1321459645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3442464651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3035704603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61961092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3470693458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3742070046"/>
                    </a:ext>
                  </a:extLst>
                </a:gridCol>
                <a:gridCol w="458787">
                  <a:extLst>
                    <a:ext uri="{9D8B030D-6E8A-4147-A177-3AD203B41FA5}">
                      <a16:colId xmlns:a16="http://schemas.microsoft.com/office/drawing/2014/main" val="2229887023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3495715298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</a:t>
                      </a:r>
                      <a:b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192631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58361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723606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711097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519457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282099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821706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559910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514854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259884"/>
                  </a:ext>
                </a:extLst>
              </a:tr>
            </a:tbl>
          </a:graphicData>
        </a:graphic>
      </p:graphicFrame>
      <p:sp>
        <p:nvSpPr>
          <p:cNvPr id="827503" name="Rectangle 111">
            <a:extLst>
              <a:ext uri="{FF2B5EF4-FFF2-40B4-BE49-F238E27FC236}">
                <a16:creationId xmlns:a16="http://schemas.microsoft.com/office/drawing/2014/main" id="{CF129896-ADF2-4009-9F22-A029339F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313113"/>
            <a:ext cx="1620837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0     0     1     0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0     0     0     1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1     1     1     0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1     0     0     1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0     0     1     1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0     0     0     0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1     1     1     1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1     0     0     0</a:t>
            </a:r>
          </a:p>
        </p:txBody>
      </p:sp>
      <p:sp>
        <p:nvSpPr>
          <p:cNvPr id="827504" name="Rectangle 112">
            <a:extLst>
              <a:ext uri="{FF2B5EF4-FFF2-40B4-BE49-F238E27FC236}">
                <a16:creationId xmlns:a16="http://schemas.microsoft.com/office/drawing/2014/main" id="{781A3550-CD2D-4C26-AAFF-D6DE6C2EB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3328988"/>
            <a:ext cx="792163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</p:txBody>
      </p:sp>
      <p:sp>
        <p:nvSpPr>
          <p:cNvPr id="827505" name="Oval 113">
            <a:extLst>
              <a:ext uri="{FF2B5EF4-FFF2-40B4-BE49-F238E27FC236}">
                <a16:creationId xmlns:a16="http://schemas.microsoft.com/office/drawing/2014/main" id="{02ECB470-6F47-4884-B906-626DB24C0F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3088" y="404018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0 0</a:t>
            </a:r>
          </a:p>
        </p:txBody>
      </p:sp>
      <p:sp>
        <p:nvSpPr>
          <p:cNvPr id="827506" name="Freeform 114">
            <a:extLst>
              <a:ext uri="{FF2B5EF4-FFF2-40B4-BE49-F238E27FC236}">
                <a16:creationId xmlns:a16="http://schemas.microsoft.com/office/drawing/2014/main" id="{F1C9B09D-6B8F-4A1C-B6FF-CC7250E14908}"/>
              </a:ext>
            </a:extLst>
          </p:cNvPr>
          <p:cNvSpPr>
            <a:spLocks/>
          </p:cNvSpPr>
          <p:nvPr/>
        </p:nvSpPr>
        <p:spPr bwMode="auto">
          <a:xfrm rot="-2244927">
            <a:off x="5375275" y="3602038"/>
            <a:ext cx="439738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7507" name="Oval 115">
            <a:extLst>
              <a:ext uri="{FF2B5EF4-FFF2-40B4-BE49-F238E27FC236}">
                <a16:creationId xmlns:a16="http://schemas.microsoft.com/office/drawing/2014/main" id="{D0973CB5-6BF8-4E43-8715-477A0E4459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4000500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</a:p>
        </p:txBody>
      </p:sp>
      <p:sp>
        <p:nvSpPr>
          <p:cNvPr id="827508" name="Freeform 116">
            <a:extLst>
              <a:ext uri="{FF2B5EF4-FFF2-40B4-BE49-F238E27FC236}">
                <a16:creationId xmlns:a16="http://schemas.microsoft.com/office/drawing/2014/main" id="{F7B7055A-FE37-4BA5-861D-746A2A0991AC}"/>
              </a:ext>
            </a:extLst>
          </p:cNvPr>
          <p:cNvSpPr>
            <a:spLocks/>
          </p:cNvSpPr>
          <p:nvPr/>
        </p:nvSpPr>
        <p:spPr bwMode="auto">
          <a:xfrm rot="2356128" flipH="1">
            <a:off x="7658100" y="3570288"/>
            <a:ext cx="439738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7509" name="Freeform 117">
            <a:extLst>
              <a:ext uri="{FF2B5EF4-FFF2-40B4-BE49-F238E27FC236}">
                <a16:creationId xmlns:a16="http://schemas.microsoft.com/office/drawing/2014/main" id="{CEE93E1C-F712-4D6B-B1E1-44436F3BFE9A}"/>
              </a:ext>
            </a:extLst>
          </p:cNvPr>
          <p:cNvSpPr>
            <a:spLocks/>
          </p:cNvSpPr>
          <p:nvPr/>
        </p:nvSpPr>
        <p:spPr bwMode="auto">
          <a:xfrm flipH="1">
            <a:off x="6192838" y="4040188"/>
            <a:ext cx="1079500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7510" name="Oval 118">
            <a:extLst>
              <a:ext uri="{FF2B5EF4-FFF2-40B4-BE49-F238E27FC236}">
                <a16:creationId xmlns:a16="http://schemas.microsoft.com/office/drawing/2014/main" id="{8227C81B-2B3B-430F-91DE-A6294BCF1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500" y="562133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0 1</a:t>
            </a:r>
          </a:p>
        </p:txBody>
      </p:sp>
      <p:sp>
        <p:nvSpPr>
          <p:cNvPr id="827511" name="Freeform 119">
            <a:extLst>
              <a:ext uri="{FF2B5EF4-FFF2-40B4-BE49-F238E27FC236}">
                <a16:creationId xmlns:a16="http://schemas.microsoft.com/office/drawing/2014/main" id="{D68BB831-A173-4E00-899A-D133DB2CE44F}"/>
              </a:ext>
            </a:extLst>
          </p:cNvPr>
          <p:cNvSpPr>
            <a:spLocks/>
          </p:cNvSpPr>
          <p:nvPr/>
        </p:nvSpPr>
        <p:spPr bwMode="auto">
          <a:xfrm rot="16200000" flipH="1">
            <a:off x="5222875" y="5011738"/>
            <a:ext cx="1039813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7512" name="Oval 120">
            <a:extLst>
              <a:ext uri="{FF2B5EF4-FFF2-40B4-BE49-F238E27FC236}">
                <a16:creationId xmlns:a16="http://schemas.microsoft.com/office/drawing/2014/main" id="{AE5C33A6-AAFC-41C2-B240-41A66B236F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562133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</a:t>
            </a:r>
          </a:p>
        </p:txBody>
      </p:sp>
      <p:sp>
        <p:nvSpPr>
          <p:cNvPr id="827513" name="Freeform 121">
            <a:extLst>
              <a:ext uri="{FF2B5EF4-FFF2-40B4-BE49-F238E27FC236}">
                <a16:creationId xmlns:a16="http://schemas.microsoft.com/office/drawing/2014/main" id="{9DE4F1C9-53C4-4021-9700-EC809EB7D95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181850" y="4991100"/>
            <a:ext cx="1081088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7514" name="Freeform 122">
            <a:extLst>
              <a:ext uri="{FF2B5EF4-FFF2-40B4-BE49-F238E27FC236}">
                <a16:creationId xmlns:a16="http://schemas.microsoft.com/office/drawing/2014/main" id="{D261AE9E-7756-4003-8253-6200F00190AB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6192838" y="5981700"/>
            <a:ext cx="1079500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7515" name="Line 123">
            <a:extLst>
              <a:ext uri="{FF2B5EF4-FFF2-40B4-BE49-F238E27FC236}">
                <a16:creationId xmlns:a16="http://schemas.microsoft.com/office/drawing/2014/main" id="{A93BA2AD-A9DB-4BE8-80FB-C99DB57662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2838" y="4540250"/>
            <a:ext cx="1258887" cy="126047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7516" name="Rectangle 124">
            <a:extLst>
              <a:ext uri="{FF2B5EF4-FFF2-40B4-BE49-F238E27FC236}">
                <a16:creationId xmlns:a16="http://schemas.microsoft.com/office/drawing/2014/main" id="{2D7AB5AD-A239-46D8-A6B7-B738C54E5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640138"/>
            <a:ext cx="3603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517" name="Rectangle 125">
            <a:extLst>
              <a:ext uri="{FF2B5EF4-FFF2-40B4-BE49-F238E27FC236}">
                <a16:creationId xmlns:a16="http://schemas.microsoft.com/office/drawing/2014/main" id="{9CBFE75A-CB8D-467F-BF5A-60C0FE738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3640138"/>
            <a:ext cx="3603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518" name="Rectangle 126">
            <a:extLst>
              <a:ext uri="{FF2B5EF4-FFF2-40B4-BE49-F238E27FC236}">
                <a16:creationId xmlns:a16="http://schemas.microsoft.com/office/drawing/2014/main" id="{C8F9EC12-F902-46EF-90A8-3A0CCB29A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640138"/>
            <a:ext cx="360363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519" name="Rectangle 127">
            <a:extLst>
              <a:ext uri="{FF2B5EF4-FFF2-40B4-BE49-F238E27FC236}">
                <a16:creationId xmlns:a16="http://schemas.microsoft.com/office/drawing/2014/main" id="{7E35F11A-0E15-47C5-9DE1-15698712F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4900613"/>
            <a:ext cx="3603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520" name="Rectangle 128">
            <a:extLst>
              <a:ext uri="{FF2B5EF4-FFF2-40B4-BE49-F238E27FC236}">
                <a16:creationId xmlns:a16="http://schemas.microsoft.com/office/drawing/2014/main" id="{2F331394-A42F-4CB0-89F7-BFD4B07E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6161088"/>
            <a:ext cx="35877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521" name="Rectangle 129">
            <a:extLst>
              <a:ext uri="{FF2B5EF4-FFF2-40B4-BE49-F238E27FC236}">
                <a16:creationId xmlns:a16="http://schemas.microsoft.com/office/drawing/2014/main" id="{9811CB86-598D-4F82-8FD7-1819E543E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900613"/>
            <a:ext cx="35877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522" name="Rectangle 130">
            <a:extLst>
              <a:ext uri="{FF2B5EF4-FFF2-40B4-BE49-F238E27FC236}">
                <a16:creationId xmlns:a16="http://schemas.microsoft.com/office/drawing/2014/main" id="{71CEE654-77CA-4E56-AAD9-B5481C8D8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4721225"/>
            <a:ext cx="358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523" name="Freeform 131">
            <a:extLst>
              <a:ext uri="{FF2B5EF4-FFF2-40B4-BE49-F238E27FC236}">
                <a16:creationId xmlns:a16="http://schemas.microsoft.com/office/drawing/2014/main" id="{9D2A9F6E-FBFE-4172-AD75-0FD077401091}"/>
              </a:ext>
            </a:extLst>
          </p:cNvPr>
          <p:cNvSpPr>
            <a:spLocks/>
          </p:cNvSpPr>
          <p:nvPr/>
        </p:nvSpPr>
        <p:spPr bwMode="auto">
          <a:xfrm rot="8007457" flipH="1">
            <a:off x="7707313" y="5951537"/>
            <a:ext cx="439738" cy="601663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27524" name="Rectangle 132">
            <a:extLst>
              <a:ext uri="{FF2B5EF4-FFF2-40B4-BE49-F238E27FC236}">
                <a16:creationId xmlns:a16="http://schemas.microsoft.com/office/drawing/2014/main" id="{85012CE0-FBFD-46F7-A1CC-B3E8C81A1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5981700"/>
            <a:ext cx="358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2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7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2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2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2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7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2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2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82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82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2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7505" grpId="0" animBg="1"/>
      <p:bldP spid="827507" grpId="0" animBg="1"/>
      <p:bldP spid="827510" grpId="0" animBg="1"/>
      <p:bldP spid="827512" grpId="0" animBg="1"/>
      <p:bldP spid="827516" grpId="0"/>
      <p:bldP spid="827517" grpId="0"/>
      <p:bldP spid="827518" grpId="0"/>
      <p:bldP spid="827519" grpId="0"/>
      <p:bldP spid="827520" grpId="0"/>
      <p:bldP spid="827521" grpId="0"/>
      <p:bldP spid="827522" grpId="0"/>
      <p:bldP spid="8275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ooter Placeholder 4">
            <a:extLst>
              <a:ext uri="{FF2B5EF4-FFF2-40B4-BE49-F238E27FC236}">
                <a16:creationId xmlns:a16="http://schemas.microsoft.com/office/drawing/2014/main" id="{F11B9578-5C67-474E-BE06-6423D0DA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11" name="Slide Number Placeholder 5">
            <a:extLst>
              <a:ext uri="{FF2B5EF4-FFF2-40B4-BE49-F238E27FC236}">
                <a16:creationId xmlns:a16="http://schemas.microsoft.com/office/drawing/2014/main" id="{2105E1B2-B26B-43AD-8174-DA946428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3B354-1ACA-4156-B2E0-81B54F6E2652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829442" name="Rectangle 2">
            <a:extLst>
              <a:ext uri="{FF2B5EF4-FFF2-40B4-BE49-F238E27FC236}">
                <a16:creationId xmlns:a16="http://schemas.microsoft.com/office/drawing/2014/main" id="{34EE5E1D-4A28-4912-8CCD-B3CBD83B3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29443" name="Rectangle 3">
            <a:extLst>
              <a:ext uri="{FF2B5EF4-FFF2-40B4-BE49-F238E27FC236}">
                <a16:creationId xmlns:a16="http://schemas.microsoft.com/office/drawing/2014/main" id="{1F9679BF-0F38-49F4-B5AA-C407C29EA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1119188"/>
          </a:xfrm>
        </p:spPr>
        <p:txBody>
          <a:bodyPr/>
          <a:lstStyle/>
          <a:p>
            <a:r>
              <a:rPr lang="en-US" altLang="en-US" i="1"/>
              <a:t>T</a:t>
            </a:r>
            <a:r>
              <a:rPr lang="en-US" altLang="en-US"/>
              <a:t> Flip-Flops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829444" name="Rectangle 4">
            <a:extLst>
              <a:ext uri="{FF2B5EF4-FFF2-40B4-BE49-F238E27FC236}">
                <a16:creationId xmlns:a16="http://schemas.microsoft.com/office/drawing/2014/main" id="{36F20869-1AB1-4E15-A63C-2E3B72DF6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4329113"/>
            <a:ext cx="2601912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x	T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B</a:t>
            </a:r>
          </a:p>
        </p:txBody>
      </p:sp>
      <p:sp>
        <p:nvSpPr>
          <p:cNvPr id="829445" name="Rectangle 5">
            <a:extLst>
              <a:ext uri="{FF2B5EF4-FFF2-40B4-BE49-F238E27FC236}">
                <a16:creationId xmlns:a16="http://schemas.microsoft.com/office/drawing/2014/main" id="{94BCC8B0-45B8-4811-A233-363D928D0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172075"/>
            <a:ext cx="3779837" cy="149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Q’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AB’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Ax’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A’Bx</a:t>
            </a:r>
          </a:p>
          <a:p>
            <a:pPr algn="l">
              <a:lnSpc>
                <a:spcPct val="100000"/>
              </a:lnSpc>
              <a:spcBef>
                <a:spcPct val="10000"/>
              </a:spcBef>
            </a:pPr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Q’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</p:txBody>
      </p:sp>
      <p:graphicFrame>
        <p:nvGraphicFramePr>
          <p:cNvPr id="829446" name="Object 6">
            <a:extLst>
              <a:ext uri="{FF2B5EF4-FFF2-40B4-BE49-F238E27FC236}">
                <a16:creationId xmlns:a16="http://schemas.microsoft.com/office/drawing/2014/main" id="{0470E468-04E0-4691-8931-1CF1A881E5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1388" y="1025525"/>
          <a:ext cx="4117975" cy="317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856829" imgH="2206996" progId="Visio.Drawing.11">
                  <p:embed/>
                </p:oleObj>
              </mc:Choice>
              <mc:Fallback>
                <p:oleObj name="Visio" r:id="rId3" imgW="2856829" imgH="220699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1025525"/>
                        <a:ext cx="4117975" cy="3179763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7" name="Group 7">
            <a:extLst>
              <a:ext uri="{FF2B5EF4-FFF2-40B4-BE49-F238E27FC236}">
                <a16:creationId xmlns:a16="http://schemas.microsoft.com/office/drawing/2014/main" id="{558A19D1-F819-4684-ABC3-DA2E0461D120}"/>
              </a:ext>
            </a:extLst>
          </p:cNvPr>
          <p:cNvGraphicFramePr>
            <a:graphicFrameLocks noGrp="1"/>
          </p:cNvGraphicFramePr>
          <p:nvPr/>
        </p:nvGraphicFramePr>
        <p:xfrm>
          <a:off x="431800" y="2349500"/>
          <a:ext cx="3779838" cy="4157663"/>
        </p:xfrm>
        <a:graphic>
          <a:graphicData uri="http://schemas.openxmlformats.org/drawingml/2006/table">
            <a:tbl>
              <a:tblPr/>
              <a:tblGrid>
                <a:gridCol w="460375">
                  <a:extLst>
                    <a:ext uri="{9D8B030D-6E8A-4147-A177-3AD203B41FA5}">
                      <a16:colId xmlns:a16="http://schemas.microsoft.com/office/drawing/2014/main" val="3074651191"/>
                    </a:ext>
                  </a:extLst>
                </a:gridCol>
                <a:gridCol w="458788">
                  <a:extLst>
                    <a:ext uri="{9D8B030D-6E8A-4147-A177-3AD203B41FA5}">
                      <a16:colId xmlns:a16="http://schemas.microsoft.com/office/drawing/2014/main" val="353296897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1281373246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737760057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387368320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62330407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12145896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543095583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F.F</a:t>
                      </a:r>
                      <a:b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O/P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516344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26701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228682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827486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914273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049233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584890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443400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365506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893358"/>
                  </a:ext>
                </a:extLst>
              </a:tr>
            </a:tbl>
          </a:graphicData>
        </a:graphic>
      </p:graphicFrame>
      <p:sp>
        <p:nvSpPr>
          <p:cNvPr id="829547" name="Rectangle 107">
            <a:extLst>
              <a:ext uri="{FF2B5EF4-FFF2-40B4-BE49-F238E27FC236}">
                <a16:creationId xmlns:a16="http://schemas.microsoft.com/office/drawing/2014/main" id="{E55D0F6F-21B7-4C21-A05A-32E70F29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313113"/>
            <a:ext cx="784225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</p:txBody>
      </p:sp>
      <p:sp>
        <p:nvSpPr>
          <p:cNvPr id="829548" name="Rectangle 108">
            <a:extLst>
              <a:ext uri="{FF2B5EF4-FFF2-40B4-BE49-F238E27FC236}">
                <a16:creationId xmlns:a16="http://schemas.microsoft.com/office/drawing/2014/main" id="{5415A59E-E09C-4E40-9633-331B678DE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3328988"/>
            <a:ext cx="792163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</p:txBody>
      </p:sp>
      <p:sp>
        <p:nvSpPr>
          <p:cNvPr id="829549" name="Rectangle 109">
            <a:extLst>
              <a:ext uri="{FF2B5EF4-FFF2-40B4-BE49-F238E27FC236}">
                <a16:creationId xmlns:a16="http://schemas.microsoft.com/office/drawing/2014/main" id="{BA783C79-D3E3-49E1-B8BC-EE61F468C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3327400"/>
            <a:ext cx="252412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29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9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9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9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9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29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9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2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29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9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9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2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29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29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29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29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29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829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29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295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29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295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29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29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29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8295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8295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8295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295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8295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ooter Placeholder 4">
            <a:extLst>
              <a:ext uri="{FF2B5EF4-FFF2-40B4-BE49-F238E27FC236}">
                <a16:creationId xmlns:a16="http://schemas.microsoft.com/office/drawing/2014/main" id="{C2B8D94F-B8BC-4048-B7FD-2A7332C3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29" name="Slide Number Placeholder 5">
            <a:extLst>
              <a:ext uri="{FF2B5EF4-FFF2-40B4-BE49-F238E27FC236}">
                <a16:creationId xmlns:a16="http://schemas.microsoft.com/office/drawing/2014/main" id="{325AF5C8-C350-4025-9580-DAD6CCBF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C2BD-84E5-424F-A738-D89D7A08FEDD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831490" name="Rectangle 2">
            <a:extLst>
              <a:ext uri="{FF2B5EF4-FFF2-40B4-BE49-F238E27FC236}">
                <a16:creationId xmlns:a16="http://schemas.microsoft.com/office/drawing/2014/main" id="{16074438-FA45-48C1-939B-4ABF41A10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Clocked Sequential Circuits</a:t>
            </a:r>
          </a:p>
        </p:txBody>
      </p:sp>
      <p:sp>
        <p:nvSpPr>
          <p:cNvPr id="831491" name="Rectangle 3">
            <a:extLst>
              <a:ext uri="{FF2B5EF4-FFF2-40B4-BE49-F238E27FC236}">
                <a16:creationId xmlns:a16="http://schemas.microsoft.com/office/drawing/2014/main" id="{AE217FED-70DE-4A3E-B027-AC66D4D76C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1119188"/>
          </a:xfrm>
        </p:spPr>
        <p:txBody>
          <a:bodyPr/>
          <a:lstStyle/>
          <a:p>
            <a:r>
              <a:rPr lang="en-US" altLang="en-US" i="1"/>
              <a:t>T</a:t>
            </a:r>
            <a:r>
              <a:rPr lang="en-US" altLang="en-US"/>
              <a:t> Flip-Flops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chemeClr val="tx1"/>
                </a:solidFill>
              </a:rPr>
              <a:t>:</a:t>
            </a:r>
          </a:p>
        </p:txBody>
      </p:sp>
      <p:graphicFrame>
        <p:nvGraphicFramePr>
          <p:cNvPr id="831492" name="Object 4">
            <a:extLst>
              <a:ext uri="{FF2B5EF4-FFF2-40B4-BE49-F238E27FC236}">
                <a16:creationId xmlns:a16="http://schemas.microsoft.com/office/drawing/2014/main" id="{D55F8117-9BFA-4A0D-B614-2BA160252F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1388" y="1025525"/>
          <a:ext cx="4117975" cy="317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856829" imgH="2206996" progId="Visio.Drawing.11">
                  <p:embed/>
                </p:oleObj>
              </mc:Choice>
              <mc:Fallback>
                <p:oleObj name="Visio" r:id="rId3" imgW="2856829" imgH="22069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1025525"/>
                        <a:ext cx="4117975" cy="3179763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3" name="Group 5">
            <a:extLst>
              <a:ext uri="{FF2B5EF4-FFF2-40B4-BE49-F238E27FC236}">
                <a16:creationId xmlns:a16="http://schemas.microsoft.com/office/drawing/2014/main" id="{4D9EF5A5-04FB-4C4F-87BF-E83C7217837C}"/>
              </a:ext>
            </a:extLst>
          </p:cNvPr>
          <p:cNvGraphicFramePr>
            <a:graphicFrameLocks noGrp="1"/>
          </p:cNvGraphicFramePr>
          <p:nvPr/>
        </p:nvGraphicFramePr>
        <p:xfrm>
          <a:off x="431800" y="2349500"/>
          <a:ext cx="3779838" cy="4157663"/>
        </p:xfrm>
        <a:graphic>
          <a:graphicData uri="http://schemas.openxmlformats.org/drawingml/2006/table">
            <a:tbl>
              <a:tblPr/>
              <a:tblGrid>
                <a:gridCol w="460375">
                  <a:extLst>
                    <a:ext uri="{9D8B030D-6E8A-4147-A177-3AD203B41FA5}">
                      <a16:colId xmlns:a16="http://schemas.microsoft.com/office/drawing/2014/main" val="3925201580"/>
                    </a:ext>
                  </a:extLst>
                </a:gridCol>
                <a:gridCol w="458788">
                  <a:extLst>
                    <a:ext uri="{9D8B030D-6E8A-4147-A177-3AD203B41FA5}">
                      <a16:colId xmlns:a16="http://schemas.microsoft.com/office/drawing/2014/main" val="3189260756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312405873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126086778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1211329025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5420697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1215923534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424197710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F.F</a:t>
                      </a:r>
                      <a:b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O/P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668918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353969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104490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47080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76486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47407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230159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488129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218226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681052"/>
                  </a:ext>
                </a:extLst>
              </a:tr>
            </a:tbl>
          </a:graphicData>
        </a:graphic>
      </p:graphicFrame>
      <p:sp>
        <p:nvSpPr>
          <p:cNvPr id="831593" name="Rectangle 105">
            <a:extLst>
              <a:ext uri="{FF2B5EF4-FFF2-40B4-BE49-F238E27FC236}">
                <a16:creationId xmlns:a16="http://schemas.microsoft.com/office/drawing/2014/main" id="{0FE52E1C-D619-433E-A96A-32E4F917B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313113"/>
            <a:ext cx="784225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</p:txBody>
      </p:sp>
      <p:sp>
        <p:nvSpPr>
          <p:cNvPr id="831594" name="Rectangle 106">
            <a:extLst>
              <a:ext uri="{FF2B5EF4-FFF2-40B4-BE49-F238E27FC236}">
                <a16:creationId xmlns:a16="http://schemas.microsoft.com/office/drawing/2014/main" id="{19C82CD7-301D-4E09-B314-3E5BD1537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3328988"/>
            <a:ext cx="792163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</a:p>
        </p:txBody>
      </p:sp>
      <p:sp>
        <p:nvSpPr>
          <p:cNvPr id="831595" name="Rectangle 107">
            <a:extLst>
              <a:ext uri="{FF2B5EF4-FFF2-40B4-BE49-F238E27FC236}">
                <a16:creationId xmlns:a16="http://schemas.microsoft.com/office/drawing/2014/main" id="{89F22DC5-1F1C-497D-B476-4CD2BD75C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3327400"/>
            <a:ext cx="252412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31596" name="Oval 108">
            <a:extLst>
              <a:ext uri="{FF2B5EF4-FFF2-40B4-BE49-F238E27FC236}">
                <a16:creationId xmlns:a16="http://schemas.microsoft.com/office/drawing/2014/main" id="{AFC44FB5-AC80-4405-B7A3-68629FDB6D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500" y="4508500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0 0</a:t>
            </a:r>
          </a:p>
        </p:txBody>
      </p:sp>
      <p:sp>
        <p:nvSpPr>
          <p:cNvPr id="831597" name="Freeform 109">
            <a:extLst>
              <a:ext uri="{FF2B5EF4-FFF2-40B4-BE49-F238E27FC236}">
                <a16:creationId xmlns:a16="http://schemas.microsoft.com/office/drawing/2014/main" id="{BB632D6B-8CB3-4700-A26E-93B36C858048}"/>
              </a:ext>
            </a:extLst>
          </p:cNvPr>
          <p:cNvSpPr>
            <a:spLocks/>
          </p:cNvSpPr>
          <p:nvPr/>
        </p:nvSpPr>
        <p:spPr bwMode="auto">
          <a:xfrm rot="-2244927">
            <a:off x="5375275" y="4087813"/>
            <a:ext cx="439738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1598" name="Oval 110">
            <a:extLst>
              <a:ext uri="{FF2B5EF4-FFF2-40B4-BE49-F238E27FC236}">
                <a16:creationId xmlns:a16="http://schemas.microsoft.com/office/drawing/2014/main" id="{CD987B63-443E-4950-97C5-153C531B10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4508500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0 1</a:t>
            </a:r>
          </a:p>
        </p:txBody>
      </p:sp>
      <p:sp>
        <p:nvSpPr>
          <p:cNvPr id="831599" name="Freeform 111">
            <a:extLst>
              <a:ext uri="{FF2B5EF4-FFF2-40B4-BE49-F238E27FC236}">
                <a16:creationId xmlns:a16="http://schemas.microsoft.com/office/drawing/2014/main" id="{42D5A445-BA14-4162-BDA5-B476DE61C26D}"/>
              </a:ext>
            </a:extLst>
          </p:cNvPr>
          <p:cNvSpPr>
            <a:spLocks/>
          </p:cNvSpPr>
          <p:nvPr/>
        </p:nvSpPr>
        <p:spPr bwMode="auto">
          <a:xfrm rot="2356128" flipH="1">
            <a:off x="7653338" y="4087813"/>
            <a:ext cx="439737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1600" name="Freeform 112">
            <a:extLst>
              <a:ext uri="{FF2B5EF4-FFF2-40B4-BE49-F238E27FC236}">
                <a16:creationId xmlns:a16="http://schemas.microsoft.com/office/drawing/2014/main" id="{671C4256-1F01-4B0D-8044-7A57E69EE47A}"/>
              </a:ext>
            </a:extLst>
          </p:cNvPr>
          <p:cNvSpPr>
            <a:spLocks/>
          </p:cNvSpPr>
          <p:nvPr/>
        </p:nvSpPr>
        <p:spPr bwMode="auto">
          <a:xfrm>
            <a:off x="6192838" y="4510088"/>
            <a:ext cx="1079500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1601" name="Oval 113">
            <a:extLst>
              <a:ext uri="{FF2B5EF4-FFF2-40B4-BE49-F238E27FC236}">
                <a16:creationId xmlns:a16="http://schemas.microsoft.com/office/drawing/2014/main" id="{1E020B0A-E4CD-4995-A1CE-57FF66621B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500" y="562133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</a:p>
        </p:txBody>
      </p:sp>
      <p:sp>
        <p:nvSpPr>
          <p:cNvPr id="831602" name="Freeform 114">
            <a:extLst>
              <a:ext uri="{FF2B5EF4-FFF2-40B4-BE49-F238E27FC236}">
                <a16:creationId xmlns:a16="http://schemas.microsoft.com/office/drawing/2014/main" id="{CD06EC38-276A-410D-AA32-DA6FE801AE0A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5457032" y="5245894"/>
            <a:ext cx="571500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1603" name="Oval 115">
            <a:extLst>
              <a:ext uri="{FF2B5EF4-FFF2-40B4-BE49-F238E27FC236}">
                <a16:creationId xmlns:a16="http://schemas.microsoft.com/office/drawing/2014/main" id="{E7B9BCBC-7DF1-4CF4-9199-A5FE97B7EC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562133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</a:t>
            </a:r>
          </a:p>
        </p:txBody>
      </p:sp>
      <p:sp>
        <p:nvSpPr>
          <p:cNvPr id="831604" name="Freeform 116">
            <a:extLst>
              <a:ext uri="{FF2B5EF4-FFF2-40B4-BE49-F238E27FC236}">
                <a16:creationId xmlns:a16="http://schemas.microsoft.com/office/drawing/2014/main" id="{D61E2319-A66E-4558-BFBC-D224F83396C6}"/>
              </a:ext>
            </a:extLst>
          </p:cNvPr>
          <p:cNvSpPr>
            <a:spLocks/>
          </p:cNvSpPr>
          <p:nvPr/>
        </p:nvSpPr>
        <p:spPr bwMode="auto">
          <a:xfrm rot="5400000">
            <a:off x="7436644" y="5245894"/>
            <a:ext cx="571500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1605" name="Freeform 117">
            <a:extLst>
              <a:ext uri="{FF2B5EF4-FFF2-40B4-BE49-F238E27FC236}">
                <a16:creationId xmlns:a16="http://schemas.microsoft.com/office/drawing/2014/main" id="{62982F25-29DC-4420-ABEB-889B809AE364}"/>
              </a:ext>
            </a:extLst>
          </p:cNvPr>
          <p:cNvSpPr>
            <a:spLocks/>
          </p:cNvSpPr>
          <p:nvPr/>
        </p:nvSpPr>
        <p:spPr bwMode="auto">
          <a:xfrm rot="10800000">
            <a:off x="6192838" y="5981700"/>
            <a:ext cx="1079500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1606" name="Rectangle 118">
            <a:extLst>
              <a:ext uri="{FF2B5EF4-FFF2-40B4-BE49-F238E27FC236}">
                <a16:creationId xmlns:a16="http://schemas.microsoft.com/office/drawing/2014/main" id="{76BC6C2F-4880-40D5-A532-78B4B90C0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4179888"/>
            <a:ext cx="541337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1607" name="Rectangle 119">
            <a:extLst>
              <a:ext uri="{FF2B5EF4-FFF2-40B4-BE49-F238E27FC236}">
                <a16:creationId xmlns:a16="http://schemas.microsoft.com/office/drawing/2014/main" id="{2C610BB2-83A0-4C4D-BE4C-671561DDB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540250"/>
            <a:ext cx="72072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1608" name="Rectangle 120">
            <a:extLst>
              <a:ext uri="{FF2B5EF4-FFF2-40B4-BE49-F238E27FC236}">
                <a16:creationId xmlns:a16="http://schemas.microsoft.com/office/drawing/2014/main" id="{9725CFD2-BCF7-4339-94B9-DA348D048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4179888"/>
            <a:ext cx="539750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1609" name="Rectangle 121">
            <a:extLst>
              <a:ext uri="{FF2B5EF4-FFF2-40B4-BE49-F238E27FC236}">
                <a16:creationId xmlns:a16="http://schemas.microsoft.com/office/drawing/2014/main" id="{07B64633-6999-46FB-AE20-64BF3B07D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5229225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1610" name="Rectangle 122">
            <a:extLst>
              <a:ext uri="{FF2B5EF4-FFF2-40B4-BE49-F238E27FC236}">
                <a16:creationId xmlns:a16="http://schemas.microsoft.com/office/drawing/2014/main" id="{70DB0C05-B453-4104-93BB-D397B24F1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6161088"/>
            <a:ext cx="72072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1611" name="Rectangle 123">
            <a:extLst>
              <a:ext uri="{FF2B5EF4-FFF2-40B4-BE49-F238E27FC236}">
                <a16:creationId xmlns:a16="http://schemas.microsoft.com/office/drawing/2014/main" id="{21BB3408-43ED-42B4-853F-51819E871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5229225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31612" name="Freeform 124">
            <a:extLst>
              <a:ext uri="{FF2B5EF4-FFF2-40B4-BE49-F238E27FC236}">
                <a16:creationId xmlns:a16="http://schemas.microsoft.com/office/drawing/2014/main" id="{42BDEB99-6F5B-402A-9BF8-99B71863E11A}"/>
              </a:ext>
            </a:extLst>
          </p:cNvPr>
          <p:cNvSpPr>
            <a:spLocks/>
          </p:cNvSpPr>
          <p:nvPr/>
        </p:nvSpPr>
        <p:spPr bwMode="auto">
          <a:xfrm rot="8007457" flipH="1">
            <a:off x="7707313" y="5951537"/>
            <a:ext cx="439738" cy="601663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1613" name="Rectangle 125">
            <a:extLst>
              <a:ext uri="{FF2B5EF4-FFF2-40B4-BE49-F238E27FC236}">
                <a16:creationId xmlns:a16="http://schemas.microsoft.com/office/drawing/2014/main" id="{77208C99-149B-47D5-A0E2-E175781C4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5981700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1614" name="Freeform 126">
            <a:extLst>
              <a:ext uri="{FF2B5EF4-FFF2-40B4-BE49-F238E27FC236}">
                <a16:creationId xmlns:a16="http://schemas.microsoft.com/office/drawing/2014/main" id="{9CD0CD58-E4BB-4CD0-921E-235F38EE8B95}"/>
              </a:ext>
            </a:extLst>
          </p:cNvPr>
          <p:cNvSpPr>
            <a:spLocks/>
          </p:cNvSpPr>
          <p:nvPr/>
        </p:nvSpPr>
        <p:spPr bwMode="auto">
          <a:xfrm rot="-8007457">
            <a:off x="5311775" y="5969001"/>
            <a:ext cx="439737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1615" name="Rectangle 127">
            <a:extLst>
              <a:ext uri="{FF2B5EF4-FFF2-40B4-BE49-F238E27FC236}">
                <a16:creationId xmlns:a16="http://schemas.microsoft.com/office/drawing/2014/main" id="{9B30B456-87CC-476E-B023-52F865AC3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5980113"/>
            <a:ext cx="541337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3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3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3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3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3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3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3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3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3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3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3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3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83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83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3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3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3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1596" grpId="0" animBg="1"/>
      <p:bldP spid="831598" grpId="0" animBg="1"/>
      <p:bldP spid="831601" grpId="0" animBg="1"/>
      <p:bldP spid="831603" grpId="0" animBg="1"/>
      <p:bldP spid="831606" grpId="0"/>
      <p:bldP spid="831607" grpId="0"/>
      <p:bldP spid="831608" grpId="0"/>
      <p:bldP spid="831609" grpId="0"/>
      <p:bldP spid="831610" grpId="0"/>
      <p:bldP spid="831611" grpId="0"/>
      <p:bldP spid="831613" grpId="0"/>
      <p:bldP spid="8316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FACC450-055C-487F-A849-39998E6A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F2C53AC-70D9-4E6A-A4BD-6C41AF36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B1DD-0BE3-41D9-BFDF-A87109621846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890882" name="Rectangle 2">
            <a:extLst>
              <a:ext uri="{FF2B5EF4-FFF2-40B4-BE49-F238E27FC236}">
                <a16:creationId xmlns:a16="http://schemas.microsoft.com/office/drawing/2014/main" id="{E05D6010-536B-43AA-98CB-CEF85876CC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>
                <a:ea typeface="新細明體" panose="02020500000000000000" pitchFamily="18" charset="-120"/>
              </a:rPr>
              <a:t>Mealy and Moore Models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90883" name="Rectangle 3">
            <a:extLst>
              <a:ext uri="{FF2B5EF4-FFF2-40B4-BE49-F238E27FC236}">
                <a16:creationId xmlns:a16="http://schemas.microsoft.com/office/drawing/2014/main" id="{04274C88-7CFB-4300-9DF2-5387A1AC305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089025"/>
            <a:ext cx="8280400" cy="5422900"/>
          </a:xfrm>
        </p:spPr>
        <p:txBody>
          <a:bodyPr lIns="90488" tIns="44450" rIns="90488" bIns="44450"/>
          <a:lstStyle/>
          <a:p>
            <a:r>
              <a:rPr lang="en-US" altLang="zh-TW">
                <a:solidFill>
                  <a:srgbClr val="FF33CC"/>
                </a:solidFill>
                <a:ea typeface="新細明體" panose="02020500000000000000" pitchFamily="18" charset="-120"/>
              </a:rPr>
              <a:t>The Mealy model</a:t>
            </a:r>
            <a:r>
              <a:rPr lang="en-US" altLang="zh-TW">
                <a:ea typeface="新細明體" panose="02020500000000000000" pitchFamily="18" charset="-120"/>
              </a:rPr>
              <a:t>: the outputs are functions of both the present state and inputs (Fig. 5-15).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 outputs may change if the inputs change during the clock pulse period.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The outputs may have momentary false values unless the inputs are synchronized with the clocks.</a:t>
            </a:r>
          </a:p>
          <a:p>
            <a:r>
              <a:rPr lang="en-US" altLang="zh-TW">
                <a:solidFill>
                  <a:srgbClr val="FF33CC"/>
                </a:solidFill>
                <a:ea typeface="新細明體" panose="02020500000000000000" pitchFamily="18" charset="-120"/>
              </a:rPr>
              <a:t>The Moore model</a:t>
            </a:r>
            <a:r>
              <a:rPr lang="en-US" altLang="zh-TW">
                <a:ea typeface="新細明體" panose="02020500000000000000" pitchFamily="18" charset="-120"/>
              </a:rPr>
              <a:t>: the outputs are functions of the present state only (Fig. 5-20).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 outputs are </a:t>
            </a:r>
            <a:r>
              <a:rPr lang="en-US" altLang="zh-TW" u="sng">
                <a:ea typeface="新細明體" panose="02020500000000000000" pitchFamily="18" charset="-120"/>
              </a:rPr>
              <a:t>synchronous</a:t>
            </a:r>
            <a:r>
              <a:rPr lang="en-US" altLang="zh-TW">
                <a:ea typeface="新細明體" panose="02020500000000000000" pitchFamily="18" charset="-120"/>
              </a:rPr>
              <a:t> with the clocks.</a:t>
            </a:r>
          </a:p>
          <a:p>
            <a:pPr>
              <a:buFont typeface="Wingdings" panose="05000000000000000000" pitchFamily="2" charset="2"/>
              <a:buNone/>
            </a:pPr>
            <a:endParaRPr lang="zh-TW" altLang="en-US" sz="2400">
              <a:ea typeface="新細明體" panose="02020500000000000000" pitchFamily="18" charset="-120"/>
            </a:endParaRPr>
          </a:p>
          <a:p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BD11E4C-FF89-4D05-AABC-D9506E452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6C73996-C39A-44E6-8BD7-144D90CC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99B6D-24F3-4EDE-AC09-E80C84B7ECEF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892930" name="Rectangle 2">
            <a:extLst>
              <a:ext uri="{FF2B5EF4-FFF2-40B4-BE49-F238E27FC236}">
                <a16:creationId xmlns:a16="http://schemas.microsoft.com/office/drawing/2014/main" id="{F5BB2921-72E3-4B89-A2EC-E2B04AE71F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>
                <a:ea typeface="新細明體" panose="02020500000000000000" pitchFamily="18" charset="-120"/>
              </a:rPr>
              <a:t>Mealy and Moore Models</a:t>
            </a:r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892931" name="Picture 44">
            <a:extLst>
              <a:ext uri="{FF2B5EF4-FFF2-40B4-BE49-F238E27FC236}">
                <a16:creationId xmlns:a16="http://schemas.microsoft.com/office/drawing/2014/main" id="{4DEFB9DB-7AE3-421E-B59E-CD0BDACBB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1328738"/>
            <a:ext cx="7680325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2932" name="Picture 45">
            <a:extLst>
              <a:ext uri="{FF2B5EF4-FFF2-40B4-BE49-F238E27FC236}">
                <a16:creationId xmlns:a16="http://schemas.microsoft.com/office/drawing/2014/main" id="{42C7AA47-B864-40D3-8E33-AE4FB40CC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4064000"/>
            <a:ext cx="8035925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2933" name="Text Box 46">
            <a:extLst>
              <a:ext uri="{FF2B5EF4-FFF2-40B4-BE49-F238E27FC236}">
                <a16:creationId xmlns:a16="http://schemas.microsoft.com/office/drawing/2014/main" id="{00DB452E-3AC2-4CBD-80D0-C1ADECA61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6129338"/>
            <a:ext cx="5984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新細明體" panose="02020500000000000000" pitchFamily="18" charset="-120"/>
              </a:rPr>
              <a:t>Fig. 5.21 Block diagram of Mealy and Moore state machine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ooter Placeholder 4">
            <a:extLst>
              <a:ext uri="{FF2B5EF4-FFF2-40B4-BE49-F238E27FC236}">
                <a16:creationId xmlns:a16="http://schemas.microsoft.com/office/drawing/2014/main" id="{59D21B07-CB1A-47BD-B693-4B7DC0FF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72" name="Slide Number Placeholder 5">
            <a:extLst>
              <a:ext uri="{FF2B5EF4-FFF2-40B4-BE49-F238E27FC236}">
                <a16:creationId xmlns:a16="http://schemas.microsoft.com/office/drawing/2014/main" id="{20B722A0-E7D7-449E-BA33-4ADD39EC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AAA2-52D9-49CB-9F63-DF7C5308CCDC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833538" name="Rectangle 2">
            <a:extLst>
              <a:ext uri="{FF2B5EF4-FFF2-40B4-BE49-F238E27FC236}">
                <a16:creationId xmlns:a16="http://schemas.microsoft.com/office/drawing/2014/main" id="{763B89DF-78A6-4E2C-93E7-B5AB2D699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Mealy and Moore Models</a:t>
            </a:r>
          </a:p>
        </p:txBody>
      </p:sp>
      <p:graphicFrame>
        <p:nvGraphicFramePr>
          <p:cNvPr id="833539" name="Group 3">
            <a:extLst>
              <a:ext uri="{FF2B5EF4-FFF2-40B4-BE49-F238E27FC236}">
                <a16:creationId xmlns:a16="http://schemas.microsoft.com/office/drawing/2014/main" id="{11550326-CA35-4A67-8348-B5F18097B453}"/>
              </a:ext>
            </a:extLst>
          </p:cNvPr>
          <p:cNvGraphicFramePr>
            <a:graphicFrameLocks noGrp="1"/>
          </p:cNvGraphicFramePr>
          <p:nvPr/>
        </p:nvGraphicFramePr>
        <p:xfrm>
          <a:off x="906463" y="1628775"/>
          <a:ext cx="2700337" cy="3352800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3481654738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130221938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9571511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58067414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8002769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119406302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O/P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765771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224859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480072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166785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153245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47326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815065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019326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029603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198971"/>
                  </a:ext>
                </a:extLst>
              </a:tr>
            </a:tbl>
          </a:graphicData>
        </a:graphic>
      </p:graphicFrame>
      <p:sp>
        <p:nvSpPr>
          <p:cNvPr id="833617" name="Rectangle 81">
            <a:extLst>
              <a:ext uri="{FF2B5EF4-FFF2-40B4-BE49-F238E27FC236}">
                <a16:creationId xmlns:a16="http://schemas.microsoft.com/office/drawing/2014/main" id="{27745A07-35CB-4FE0-AEC1-5E23578B5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1089025"/>
            <a:ext cx="90646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 i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Mealy</a:t>
            </a:r>
          </a:p>
        </p:txBody>
      </p:sp>
      <p:sp>
        <p:nvSpPr>
          <p:cNvPr id="833618" name="Rectangle 82">
            <a:extLst>
              <a:ext uri="{FF2B5EF4-FFF2-40B4-BE49-F238E27FC236}">
                <a16:creationId xmlns:a16="http://schemas.microsoft.com/office/drawing/2014/main" id="{95E2D06B-DA04-4F08-AFF6-B747E8F3DD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9663" y="3187700"/>
            <a:ext cx="539750" cy="539750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3619" name="Rectangle 83">
            <a:extLst>
              <a:ext uri="{FF2B5EF4-FFF2-40B4-BE49-F238E27FC236}">
                <a16:creationId xmlns:a16="http://schemas.microsoft.com/office/drawing/2014/main" id="{D558A15A-50AA-4CF9-BC9D-800CDB389D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2838" y="3798888"/>
            <a:ext cx="539750" cy="539750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3620" name="Rectangle 84">
            <a:extLst>
              <a:ext uri="{FF2B5EF4-FFF2-40B4-BE49-F238E27FC236}">
                <a16:creationId xmlns:a16="http://schemas.microsoft.com/office/drawing/2014/main" id="{C5890537-AA8A-42A2-BE92-730AE4C1A6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6013" y="4410075"/>
            <a:ext cx="539750" cy="539750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3621" name="Rectangle 85">
            <a:extLst>
              <a:ext uri="{FF2B5EF4-FFF2-40B4-BE49-F238E27FC236}">
                <a16:creationId xmlns:a16="http://schemas.microsoft.com/office/drawing/2014/main" id="{A3C5B927-A1F0-4E84-B498-F2432BE142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0713" y="3187700"/>
            <a:ext cx="360362" cy="539750"/>
          </a:xfrm>
          <a:prstGeom prst="rect">
            <a:avLst/>
          </a:prstGeom>
          <a:noFill/>
          <a:ln w="38100" cap="rnd" algn="ctr">
            <a:solidFill>
              <a:schemeClr val="accent2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3622" name="Rectangle 86">
            <a:extLst>
              <a:ext uri="{FF2B5EF4-FFF2-40B4-BE49-F238E27FC236}">
                <a16:creationId xmlns:a16="http://schemas.microsoft.com/office/drawing/2014/main" id="{360510AE-04EA-4B9C-8980-E27CBB8734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3888" y="3798888"/>
            <a:ext cx="360362" cy="539750"/>
          </a:xfrm>
          <a:prstGeom prst="rect">
            <a:avLst/>
          </a:prstGeom>
          <a:noFill/>
          <a:ln w="38100" cap="rnd" algn="ctr">
            <a:solidFill>
              <a:schemeClr val="accent2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3623" name="Rectangle 87">
            <a:extLst>
              <a:ext uri="{FF2B5EF4-FFF2-40B4-BE49-F238E27FC236}">
                <a16:creationId xmlns:a16="http://schemas.microsoft.com/office/drawing/2014/main" id="{D0098C77-94E4-4C32-BC51-D4D0DA4F78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4410075"/>
            <a:ext cx="360362" cy="539750"/>
          </a:xfrm>
          <a:prstGeom prst="rect">
            <a:avLst/>
          </a:prstGeom>
          <a:noFill/>
          <a:ln w="38100" cap="rnd" algn="ctr">
            <a:solidFill>
              <a:schemeClr val="accent2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3624" name="AutoShape 88">
            <a:extLst>
              <a:ext uri="{FF2B5EF4-FFF2-40B4-BE49-F238E27FC236}">
                <a16:creationId xmlns:a16="http://schemas.microsoft.com/office/drawing/2014/main" id="{3481BCAD-8ED5-4496-B9C9-CEC7D7EFB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410200"/>
            <a:ext cx="3779838" cy="72072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For the same </a:t>
            </a:r>
            <a:r>
              <a:rPr lang="en-US" altLang="en-US" sz="2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 i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altLang="en-US" sz="2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833625" name="Freeform 89">
            <a:extLst>
              <a:ext uri="{FF2B5EF4-FFF2-40B4-BE49-F238E27FC236}">
                <a16:creationId xmlns:a16="http://schemas.microsoft.com/office/drawing/2014/main" id="{9126830A-D921-4989-A610-7D1C779D1A19}"/>
              </a:ext>
            </a:extLst>
          </p:cNvPr>
          <p:cNvSpPr>
            <a:spLocks/>
          </p:cNvSpPr>
          <p:nvPr/>
        </p:nvSpPr>
        <p:spPr bwMode="auto">
          <a:xfrm>
            <a:off x="1371600" y="4978400"/>
            <a:ext cx="1968500" cy="334963"/>
          </a:xfrm>
          <a:custGeom>
            <a:avLst/>
            <a:gdLst>
              <a:gd name="T0" fmla="*/ 0 w 1240"/>
              <a:gd name="T1" fmla="*/ 12 h 211"/>
              <a:gd name="T2" fmla="*/ 154 w 1240"/>
              <a:gd name="T3" fmla="*/ 160 h 211"/>
              <a:gd name="T4" fmla="*/ 632 w 1240"/>
              <a:gd name="T5" fmla="*/ 211 h 211"/>
              <a:gd name="T6" fmla="*/ 1066 w 1240"/>
              <a:gd name="T7" fmla="*/ 160 h 211"/>
              <a:gd name="T8" fmla="*/ 1240 w 1240"/>
              <a:gd name="T9" fmla="*/ 0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0" h="211">
                <a:moveTo>
                  <a:pt x="0" y="12"/>
                </a:moveTo>
                <a:cubicBezTo>
                  <a:pt x="25" y="37"/>
                  <a:pt x="49" y="127"/>
                  <a:pt x="154" y="160"/>
                </a:cubicBezTo>
                <a:cubicBezTo>
                  <a:pt x="259" y="193"/>
                  <a:pt x="480" y="211"/>
                  <a:pt x="632" y="211"/>
                </a:cubicBezTo>
                <a:cubicBezTo>
                  <a:pt x="784" y="211"/>
                  <a:pt x="965" y="195"/>
                  <a:pt x="1066" y="160"/>
                </a:cubicBezTo>
                <a:cubicBezTo>
                  <a:pt x="1167" y="125"/>
                  <a:pt x="1204" y="33"/>
                  <a:pt x="1240" y="0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33626" name="Group 90">
            <a:extLst>
              <a:ext uri="{FF2B5EF4-FFF2-40B4-BE49-F238E27FC236}">
                <a16:creationId xmlns:a16="http://schemas.microsoft.com/office/drawing/2014/main" id="{0C2885D6-4FBF-4D5E-82BD-B0E5107D16C9}"/>
              </a:ext>
            </a:extLst>
          </p:cNvPr>
          <p:cNvGraphicFramePr>
            <a:graphicFrameLocks noGrp="1"/>
          </p:cNvGraphicFramePr>
          <p:nvPr/>
        </p:nvGraphicFramePr>
        <p:xfrm>
          <a:off x="5472113" y="1628775"/>
          <a:ext cx="2700337" cy="3352800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2117616396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394477887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86539078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406246956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370005092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4055434616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O/P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642944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755481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454571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65067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60305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148849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463743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557514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786124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079816"/>
                  </a:ext>
                </a:extLst>
              </a:tr>
            </a:tbl>
          </a:graphicData>
        </a:graphic>
      </p:graphicFrame>
      <p:sp>
        <p:nvSpPr>
          <p:cNvPr id="833704" name="Rectangle 168">
            <a:extLst>
              <a:ext uri="{FF2B5EF4-FFF2-40B4-BE49-F238E27FC236}">
                <a16:creationId xmlns:a16="http://schemas.microsoft.com/office/drawing/2014/main" id="{1D950494-09A6-4B57-9F16-59D0D66BD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1089025"/>
            <a:ext cx="96678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800" b="1" i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Moore</a:t>
            </a:r>
          </a:p>
        </p:txBody>
      </p:sp>
      <p:sp>
        <p:nvSpPr>
          <p:cNvPr id="833705" name="AutoShape 169">
            <a:extLst>
              <a:ext uri="{FF2B5EF4-FFF2-40B4-BE49-F238E27FC236}">
                <a16:creationId xmlns:a16="http://schemas.microsoft.com/office/drawing/2014/main" id="{50DAE740-3DAC-4135-980D-DBA6536FF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08613"/>
            <a:ext cx="4500563" cy="72072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For the same </a:t>
            </a:r>
            <a:r>
              <a:rPr lang="en-US" altLang="en-US" sz="2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 i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does not change with the </a:t>
            </a:r>
            <a:r>
              <a:rPr lang="en-US" altLang="en-US" sz="2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833706" name="Freeform 170">
            <a:extLst>
              <a:ext uri="{FF2B5EF4-FFF2-40B4-BE49-F238E27FC236}">
                <a16:creationId xmlns:a16="http://schemas.microsoft.com/office/drawing/2014/main" id="{86639496-6D9B-4DCF-918A-1CD28C5F0027}"/>
              </a:ext>
            </a:extLst>
          </p:cNvPr>
          <p:cNvSpPr>
            <a:spLocks/>
          </p:cNvSpPr>
          <p:nvPr/>
        </p:nvSpPr>
        <p:spPr bwMode="auto">
          <a:xfrm>
            <a:off x="5872163" y="4976813"/>
            <a:ext cx="1968500" cy="334962"/>
          </a:xfrm>
          <a:custGeom>
            <a:avLst/>
            <a:gdLst>
              <a:gd name="T0" fmla="*/ 0 w 1240"/>
              <a:gd name="T1" fmla="*/ 12 h 211"/>
              <a:gd name="T2" fmla="*/ 154 w 1240"/>
              <a:gd name="T3" fmla="*/ 160 h 211"/>
              <a:gd name="T4" fmla="*/ 632 w 1240"/>
              <a:gd name="T5" fmla="*/ 211 h 211"/>
              <a:gd name="T6" fmla="*/ 1066 w 1240"/>
              <a:gd name="T7" fmla="*/ 160 h 211"/>
              <a:gd name="T8" fmla="*/ 1240 w 1240"/>
              <a:gd name="T9" fmla="*/ 0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0" h="211">
                <a:moveTo>
                  <a:pt x="0" y="12"/>
                </a:moveTo>
                <a:cubicBezTo>
                  <a:pt x="25" y="37"/>
                  <a:pt x="49" y="127"/>
                  <a:pt x="154" y="160"/>
                </a:cubicBezTo>
                <a:cubicBezTo>
                  <a:pt x="259" y="193"/>
                  <a:pt x="480" y="211"/>
                  <a:pt x="632" y="211"/>
                </a:cubicBezTo>
                <a:cubicBezTo>
                  <a:pt x="784" y="211"/>
                  <a:pt x="965" y="195"/>
                  <a:pt x="1066" y="160"/>
                </a:cubicBezTo>
                <a:cubicBezTo>
                  <a:pt x="1167" y="125"/>
                  <a:pt x="1204" y="33"/>
                  <a:pt x="1240" y="0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3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3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3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3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3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3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3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3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3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3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3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3617" grpId="0"/>
      <p:bldP spid="833624" grpId="0" animBg="1"/>
      <p:bldP spid="833704" grpId="0"/>
      <p:bldP spid="83370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33E99047-43F2-4437-B637-69973D45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D36F2A6-D823-4E83-A04D-EB73FB2D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D67A-A167-4642-BC81-F336FEBAA6F9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835586" name="Rectangle 2">
            <a:extLst>
              <a:ext uri="{FF2B5EF4-FFF2-40B4-BE49-F238E27FC236}">
                <a16:creationId xmlns:a16="http://schemas.microsoft.com/office/drawing/2014/main" id="{8DA9A9C5-95B3-49EF-B626-7877E3DCA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Moore State Diagram</a:t>
            </a:r>
          </a:p>
        </p:txBody>
      </p:sp>
      <p:sp>
        <p:nvSpPr>
          <p:cNvPr id="835587" name="Oval 3">
            <a:extLst>
              <a:ext uri="{FF2B5EF4-FFF2-40B4-BE49-F238E27FC236}">
                <a16:creationId xmlns:a16="http://schemas.microsoft.com/office/drawing/2014/main" id="{20163BC5-BCA8-4B60-A259-FD589A8939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2163" y="1270000"/>
            <a:ext cx="2700337" cy="719138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835588" name="Oval 4">
            <a:extLst>
              <a:ext uri="{FF2B5EF4-FFF2-40B4-BE49-F238E27FC236}">
                <a16:creationId xmlns:a16="http://schemas.microsoft.com/office/drawing/2014/main" id="{9D248685-9665-43E1-A3A4-1B742A5A24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3100388"/>
            <a:ext cx="1260475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0 0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5589" name="Freeform 5">
            <a:extLst>
              <a:ext uri="{FF2B5EF4-FFF2-40B4-BE49-F238E27FC236}">
                <a16:creationId xmlns:a16="http://schemas.microsoft.com/office/drawing/2014/main" id="{032659EA-7D19-4F3A-8273-B5A1C0228A99}"/>
              </a:ext>
            </a:extLst>
          </p:cNvPr>
          <p:cNvSpPr>
            <a:spLocks/>
          </p:cNvSpPr>
          <p:nvPr/>
        </p:nvSpPr>
        <p:spPr bwMode="auto">
          <a:xfrm rot="-2244927">
            <a:off x="2330450" y="2678113"/>
            <a:ext cx="439738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5590" name="Oval 6">
            <a:extLst>
              <a:ext uri="{FF2B5EF4-FFF2-40B4-BE49-F238E27FC236}">
                <a16:creationId xmlns:a16="http://schemas.microsoft.com/office/drawing/2014/main" id="{3B991F6D-6C09-4D37-8DFB-FA74A9A5AE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91138" y="3100388"/>
            <a:ext cx="1260475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0 1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591" name="Oval 7">
            <a:extLst>
              <a:ext uri="{FF2B5EF4-FFF2-40B4-BE49-F238E27FC236}">
                <a16:creationId xmlns:a16="http://schemas.microsoft.com/office/drawing/2014/main" id="{89F5ABA8-5251-44BC-BFEA-B88CF2931B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2388" y="5080000"/>
            <a:ext cx="1258887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1 1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592" name="Freeform 8">
            <a:extLst>
              <a:ext uri="{FF2B5EF4-FFF2-40B4-BE49-F238E27FC236}">
                <a16:creationId xmlns:a16="http://schemas.microsoft.com/office/drawing/2014/main" id="{8773AA76-A681-4A75-8EF1-46FD5BA0FF09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2319338" y="4271963"/>
            <a:ext cx="1441450" cy="177800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5593" name="Oval 9">
            <a:extLst>
              <a:ext uri="{FF2B5EF4-FFF2-40B4-BE49-F238E27FC236}">
                <a16:creationId xmlns:a16="http://schemas.microsoft.com/office/drawing/2014/main" id="{CD6471C1-76E4-44CF-A8E0-642F37493A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92725" y="5080000"/>
            <a:ext cx="1258888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594" name="Freeform 10">
            <a:extLst>
              <a:ext uri="{FF2B5EF4-FFF2-40B4-BE49-F238E27FC236}">
                <a16:creationId xmlns:a16="http://schemas.microsoft.com/office/drawing/2014/main" id="{C0690E6E-EF55-4CA2-9BED-46DEFFBF7E08}"/>
              </a:ext>
            </a:extLst>
          </p:cNvPr>
          <p:cNvSpPr>
            <a:spLocks/>
          </p:cNvSpPr>
          <p:nvPr/>
        </p:nvSpPr>
        <p:spPr bwMode="auto">
          <a:xfrm rot="5400000">
            <a:off x="5365751" y="4286250"/>
            <a:ext cx="1471612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5595" name="Freeform 11">
            <a:extLst>
              <a:ext uri="{FF2B5EF4-FFF2-40B4-BE49-F238E27FC236}">
                <a16:creationId xmlns:a16="http://schemas.microsoft.com/office/drawing/2014/main" id="{F6870688-8028-4BCA-AA6A-C85D30FF273B}"/>
              </a:ext>
            </a:extLst>
          </p:cNvPr>
          <p:cNvSpPr>
            <a:spLocks/>
          </p:cNvSpPr>
          <p:nvPr/>
        </p:nvSpPr>
        <p:spPr bwMode="auto">
          <a:xfrm rot="10800000">
            <a:off x="3851275" y="5440363"/>
            <a:ext cx="1441450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5596" name="Rectangle 12">
            <a:extLst>
              <a:ext uri="{FF2B5EF4-FFF2-40B4-BE49-F238E27FC236}">
                <a16:creationId xmlns:a16="http://schemas.microsoft.com/office/drawing/2014/main" id="{07A582A9-1A88-42E5-9854-F0177E512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379663"/>
            <a:ext cx="360363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597" name="Rectangle 13">
            <a:extLst>
              <a:ext uri="{FF2B5EF4-FFF2-40B4-BE49-F238E27FC236}">
                <a16:creationId xmlns:a16="http://schemas.microsoft.com/office/drawing/2014/main" id="{83F5D589-92DC-488B-AB95-B458130F1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4179888"/>
            <a:ext cx="35877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598" name="Rectangle 14">
            <a:extLst>
              <a:ext uri="{FF2B5EF4-FFF2-40B4-BE49-F238E27FC236}">
                <a16:creationId xmlns:a16="http://schemas.microsoft.com/office/drawing/2014/main" id="{74DDE20F-D60F-4F34-937E-9A8E5CCF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5619750"/>
            <a:ext cx="358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599" name="Rectangle 15">
            <a:extLst>
              <a:ext uri="{FF2B5EF4-FFF2-40B4-BE49-F238E27FC236}">
                <a16:creationId xmlns:a16="http://schemas.microsoft.com/office/drawing/2014/main" id="{A56ECD02-8B8F-4286-AE10-4BA9FA6AF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4179888"/>
            <a:ext cx="35877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600" name="Freeform 16">
            <a:extLst>
              <a:ext uri="{FF2B5EF4-FFF2-40B4-BE49-F238E27FC236}">
                <a16:creationId xmlns:a16="http://schemas.microsoft.com/office/drawing/2014/main" id="{483C68EC-6D11-4417-B1AC-65C5A6648E3D}"/>
              </a:ext>
            </a:extLst>
          </p:cNvPr>
          <p:cNvSpPr>
            <a:spLocks/>
          </p:cNvSpPr>
          <p:nvPr/>
        </p:nvSpPr>
        <p:spPr bwMode="auto">
          <a:xfrm rot="8007457" flipH="1">
            <a:off x="6453188" y="5359400"/>
            <a:ext cx="439737" cy="601663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5601" name="Rectangle 17">
            <a:extLst>
              <a:ext uri="{FF2B5EF4-FFF2-40B4-BE49-F238E27FC236}">
                <a16:creationId xmlns:a16="http://schemas.microsoft.com/office/drawing/2014/main" id="{FA4013A8-2868-4D59-ACEA-7611F1A0E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980113"/>
            <a:ext cx="3603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602" name="Freeform 18">
            <a:extLst>
              <a:ext uri="{FF2B5EF4-FFF2-40B4-BE49-F238E27FC236}">
                <a16:creationId xmlns:a16="http://schemas.microsoft.com/office/drawing/2014/main" id="{0C46437F-61C7-46C4-9D26-3B7AD936C54E}"/>
              </a:ext>
            </a:extLst>
          </p:cNvPr>
          <p:cNvSpPr>
            <a:spLocks/>
          </p:cNvSpPr>
          <p:nvPr/>
        </p:nvSpPr>
        <p:spPr bwMode="auto">
          <a:xfrm rot="-8007457">
            <a:off x="2251075" y="5359401"/>
            <a:ext cx="439737" cy="6016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5603" name="Rectangle 19">
            <a:extLst>
              <a:ext uri="{FF2B5EF4-FFF2-40B4-BE49-F238E27FC236}">
                <a16:creationId xmlns:a16="http://schemas.microsoft.com/office/drawing/2014/main" id="{2F241A8E-4BF1-478C-AE11-10F088B4B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980113"/>
            <a:ext cx="360363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604" name="Freeform 20">
            <a:extLst>
              <a:ext uri="{FF2B5EF4-FFF2-40B4-BE49-F238E27FC236}">
                <a16:creationId xmlns:a16="http://schemas.microsoft.com/office/drawing/2014/main" id="{FFDF8A5C-B7D7-4361-9C20-432282A28890}"/>
              </a:ext>
            </a:extLst>
          </p:cNvPr>
          <p:cNvSpPr>
            <a:spLocks/>
          </p:cNvSpPr>
          <p:nvPr/>
        </p:nvSpPr>
        <p:spPr bwMode="auto">
          <a:xfrm rot="2356128" flipH="1">
            <a:off x="6372225" y="2708275"/>
            <a:ext cx="439738" cy="601663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5605" name="Rectangle 21">
            <a:extLst>
              <a:ext uri="{FF2B5EF4-FFF2-40B4-BE49-F238E27FC236}">
                <a16:creationId xmlns:a16="http://schemas.microsoft.com/office/drawing/2014/main" id="{5A25A889-8B52-4DA6-8240-D20634B7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379663"/>
            <a:ext cx="3603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606" name="Freeform 22">
            <a:extLst>
              <a:ext uri="{FF2B5EF4-FFF2-40B4-BE49-F238E27FC236}">
                <a16:creationId xmlns:a16="http://schemas.microsoft.com/office/drawing/2014/main" id="{CE1E563E-6E84-4A9C-887E-0EBC2095C606}"/>
              </a:ext>
            </a:extLst>
          </p:cNvPr>
          <p:cNvSpPr>
            <a:spLocks/>
          </p:cNvSpPr>
          <p:nvPr/>
        </p:nvSpPr>
        <p:spPr bwMode="auto">
          <a:xfrm>
            <a:off x="3851275" y="3100388"/>
            <a:ext cx="1439863" cy="17938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35607" name="Rectangle 23">
            <a:extLst>
              <a:ext uri="{FF2B5EF4-FFF2-40B4-BE49-F238E27FC236}">
                <a16:creationId xmlns:a16="http://schemas.microsoft.com/office/drawing/2014/main" id="{AACB9802-D2A6-40A4-B949-15FF08491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740025"/>
            <a:ext cx="358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608" name="Line 24">
            <a:extLst>
              <a:ext uri="{FF2B5EF4-FFF2-40B4-BE49-F238E27FC236}">
                <a16:creationId xmlns:a16="http://schemas.microsoft.com/office/drawing/2014/main" id="{FD8687DA-3897-4968-A1FE-DB8AE454F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3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3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3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3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3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3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3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3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3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83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3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83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83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3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3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3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3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5587" grpId="0" animBg="1"/>
      <p:bldP spid="835588" grpId="0" animBg="1"/>
      <p:bldP spid="835590" grpId="0" animBg="1"/>
      <p:bldP spid="835591" grpId="0" animBg="1"/>
      <p:bldP spid="835593" grpId="0" animBg="1"/>
      <p:bldP spid="835596" grpId="0"/>
      <p:bldP spid="835597" grpId="0"/>
      <p:bldP spid="835598" grpId="0"/>
      <p:bldP spid="835599" grpId="0"/>
      <p:bldP spid="835601" grpId="0"/>
      <p:bldP spid="835603" grpId="0"/>
      <p:bldP spid="835605" grpId="0"/>
      <p:bldP spid="83560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BA10AF5-1E3D-4121-8920-B65595E9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2CC2C20-CBD5-4B71-98EA-CB458EB1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8B775-CCC6-4570-AD44-8B18E1EA5B35}" type="slidenum">
              <a:rPr lang="en-US" altLang="en-US"/>
              <a:pPr/>
              <a:t>51</a:t>
            </a:fld>
            <a:endParaRPr lang="en-US" altLang="en-US"/>
          </a:p>
        </p:txBody>
      </p:sp>
      <p:pic>
        <p:nvPicPr>
          <p:cNvPr id="872450" name="Picture 5">
            <a:extLst>
              <a:ext uri="{FF2B5EF4-FFF2-40B4-BE49-F238E27FC236}">
                <a16:creationId xmlns:a16="http://schemas.microsoft.com/office/drawing/2014/main" id="{8178C52D-6C3B-4DB3-9219-E48C8A648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88" y="1344613"/>
            <a:ext cx="3651250" cy="478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2451" name="Rectangle 3">
            <a:extLst>
              <a:ext uri="{FF2B5EF4-FFF2-40B4-BE49-F238E27FC236}">
                <a16:creationId xmlns:a16="http://schemas.microsoft.com/office/drawing/2014/main" id="{97AF617C-9C79-46B2-82DE-7899FEDDB4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71550" y="214313"/>
            <a:ext cx="7921625" cy="423862"/>
          </a:xfrm>
        </p:spPr>
        <p:txBody>
          <a:bodyPr lIns="0" tIns="0" rIns="0" bIns="0" anchor="ctr"/>
          <a:lstStyle/>
          <a:p>
            <a:r>
              <a:rPr lang="en-US" altLang="zh-TW">
                <a:ea typeface="新細明體" panose="02020500000000000000" pitchFamily="18" charset="-120"/>
              </a:rPr>
              <a:t>State Reduction and Assignment</a:t>
            </a:r>
          </a:p>
        </p:txBody>
      </p:sp>
      <p:sp>
        <p:nvSpPr>
          <p:cNvPr id="872452" name="Rectangle 4">
            <a:extLst>
              <a:ext uri="{FF2B5EF4-FFF2-40B4-BE49-F238E27FC236}">
                <a16:creationId xmlns:a16="http://schemas.microsoft.com/office/drawing/2014/main" id="{2379E507-57CE-490F-B29D-5001110EAFA3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611188" y="1089025"/>
            <a:ext cx="4340225" cy="4505325"/>
          </a:xfrm>
        </p:spPr>
        <p:txBody>
          <a:bodyPr lIns="90488" tIns="44450" rIns="90488" bIns="44450"/>
          <a:lstStyle/>
          <a:p>
            <a:pPr>
              <a:spcBef>
                <a:spcPct val="0"/>
              </a:spcBef>
            </a:pPr>
            <a:r>
              <a:rPr lang="en-US" altLang="zh-TW">
                <a:ea typeface="新細明體" panose="02020500000000000000" pitchFamily="18" charset="-120"/>
              </a:rPr>
              <a:t>State Reduction</a:t>
            </a:r>
            <a:r>
              <a:rPr lang="zh-TW" altLang="en-US">
                <a:ea typeface="新細明體" panose="02020500000000000000" pitchFamily="18" charset="-120"/>
              </a:rPr>
              <a:t> </a:t>
            </a:r>
            <a:r>
              <a:rPr lang="en-US" altLang="zh-TW">
                <a:ea typeface="新細明體" panose="02020500000000000000" pitchFamily="18" charset="-120"/>
              </a:rPr>
              <a:t>Reductions on the number of flip-flops and the number of gates.</a:t>
            </a:r>
          </a:p>
          <a:p>
            <a:pPr lvl="1">
              <a:spcBef>
                <a:spcPts val="600"/>
              </a:spcBef>
            </a:pPr>
            <a:r>
              <a:rPr lang="en-US" altLang="zh-TW">
                <a:ea typeface="新細明體" panose="02020500000000000000" pitchFamily="18" charset="-120"/>
              </a:rPr>
              <a:t>A reduction in the number of states may result in a reduction in the number of flip-flops.</a:t>
            </a:r>
          </a:p>
          <a:p>
            <a:pPr lvl="1">
              <a:spcBef>
                <a:spcPts val="600"/>
              </a:spcBef>
            </a:pPr>
            <a:r>
              <a:rPr lang="en-US" altLang="zh-TW">
                <a:ea typeface="新細明體" panose="02020500000000000000" pitchFamily="18" charset="-120"/>
              </a:rPr>
              <a:t>An example state diagram showing in Fig. 5.25.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72453" name="Text Box 6">
            <a:extLst>
              <a:ext uri="{FF2B5EF4-FFF2-40B4-BE49-F238E27FC236}">
                <a16:creationId xmlns:a16="http://schemas.microsoft.com/office/drawing/2014/main" id="{6CE530F9-A975-4F66-BA46-E584248E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5313" y="6227763"/>
            <a:ext cx="2468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新細明體" panose="02020500000000000000" pitchFamily="18" charset="-120"/>
              </a:rPr>
              <a:t>Fig. 5.25	State diagram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D498231-1A61-4D85-9210-50255F666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4FCE49B-B3F5-4F0D-ADED-83EFE21D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0FBE5-4B76-46B7-BA35-A377B41DF31C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874498" name="標題 5">
            <a:extLst>
              <a:ext uri="{FF2B5EF4-FFF2-40B4-BE49-F238E27FC236}">
                <a16:creationId xmlns:a16="http://schemas.microsoft.com/office/drawing/2014/main" id="{AA963B49-19C7-465A-B95F-D549915A03B4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>
                <a:ea typeface="新細明體" panose="02020500000000000000" pitchFamily="18" charset="-120"/>
              </a:rPr>
              <a:t>State Reduction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74499" name="Rectangle 4">
            <a:extLst>
              <a:ext uri="{FF2B5EF4-FFF2-40B4-BE49-F238E27FC236}">
                <a16:creationId xmlns:a16="http://schemas.microsoft.com/office/drawing/2014/main" id="{780C4CA8-C04F-4026-9A8F-D85DD94F72CF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611188" y="1089025"/>
            <a:ext cx="4327525" cy="5148263"/>
          </a:xfrm>
        </p:spPr>
        <p:txBody>
          <a:bodyPr lIns="90488" tIns="44450" rIns="90488" bIns="44450"/>
          <a:lstStyle/>
          <a:p>
            <a:pPr lvl="1"/>
            <a:endParaRPr lang="en-US" altLang="zh-TW" sz="2800">
              <a:ea typeface="新細明體" panose="02020500000000000000" pitchFamily="18" charset="-120"/>
            </a:endParaRPr>
          </a:p>
          <a:p>
            <a:pPr lvl="1"/>
            <a:endParaRPr lang="en-US" altLang="zh-TW" sz="2800">
              <a:ea typeface="新細明體" panose="02020500000000000000" pitchFamily="18" charset="-120"/>
            </a:endParaRPr>
          </a:p>
          <a:p>
            <a:pPr lvl="1">
              <a:buFont typeface="Times New Roman" panose="02020603050405020304" pitchFamily="18" charset="0"/>
              <a:buNone/>
            </a:pPr>
            <a:endParaRPr lang="en-US" altLang="zh-TW" sz="2800">
              <a:ea typeface="新細明體" panose="02020500000000000000" pitchFamily="18" charset="-120"/>
            </a:endParaRP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Only the input-output sequences are important.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Two circuits are </a:t>
            </a:r>
            <a:r>
              <a:rPr lang="en-US" altLang="zh-TW">
                <a:solidFill>
                  <a:srgbClr val="FF0000"/>
                </a:solidFill>
                <a:ea typeface="新細明體" panose="02020500000000000000" pitchFamily="18" charset="-120"/>
              </a:rPr>
              <a:t>equivalent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Have identical outputs for all input sequences;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The number of states is not important.</a:t>
            </a:r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874500" name="Picture 5">
            <a:extLst>
              <a:ext uri="{FF2B5EF4-FFF2-40B4-BE49-F238E27FC236}">
                <a16:creationId xmlns:a16="http://schemas.microsoft.com/office/drawing/2014/main" id="{11C81E3D-378E-4DF6-92CA-9CB184EAA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25" y="1414463"/>
            <a:ext cx="3597275" cy="471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4501" name="Text Box 6">
            <a:extLst>
              <a:ext uri="{FF2B5EF4-FFF2-40B4-BE49-F238E27FC236}">
                <a16:creationId xmlns:a16="http://schemas.microsoft.com/office/drawing/2014/main" id="{0A8B28CA-6AC2-4DAF-B68B-1D75BDB78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975" y="6199188"/>
            <a:ext cx="2468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新細明體" panose="02020500000000000000" pitchFamily="18" charset="-120"/>
              </a:rPr>
              <a:t>Fig. 5.25	State diagram</a:t>
            </a:r>
          </a:p>
        </p:txBody>
      </p:sp>
      <p:graphicFrame>
        <p:nvGraphicFramePr>
          <p:cNvPr id="874546" name="Group 50">
            <a:extLst>
              <a:ext uri="{FF2B5EF4-FFF2-40B4-BE49-F238E27FC236}">
                <a16:creationId xmlns:a16="http://schemas.microsoft.com/office/drawing/2014/main" id="{78E34DC1-C784-4627-BB51-CB140AB87053}"/>
              </a:ext>
            </a:extLst>
          </p:cNvPr>
          <p:cNvGraphicFramePr>
            <a:graphicFrameLocks noGrp="1"/>
          </p:cNvGraphicFramePr>
          <p:nvPr/>
        </p:nvGraphicFramePr>
        <p:xfrm>
          <a:off x="354013" y="1706563"/>
          <a:ext cx="4768850" cy="1185862"/>
        </p:xfrm>
        <a:graphic>
          <a:graphicData uri="http://schemas.openxmlformats.org/drawingml/2006/table">
            <a:tbl>
              <a:tblPr/>
              <a:tblGrid>
                <a:gridCol w="954087">
                  <a:extLst>
                    <a:ext uri="{9D8B030D-6E8A-4147-A177-3AD203B41FA5}">
                      <a16:colId xmlns:a16="http://schemas.microsoft.com/office/drawing/2014/main" val="2402083837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9393058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270977759"/>
                    </a:ext>
                  </a:extLst>
                </a:gridCol>
                <a:gridCol w="319088">
                  <a:extLst>
                    <a:ext uri="{9D8B030D-6E8A-4147-A177-3AD203B41FA5}">
                      <a16:colId xmlns:a16="http://schemas.microsoft.com/office/drawing/2014/main" val="111576484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32464938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49877116"/>
                    </a:ext>
                  </a:extLst>
                </a:gridCol>
                <a:gridCol w="319087">
                  <a:extLst>
                    <a:ext uri="{9D8B030D-6E8A-4147-A177-3AD203B41FA5}">
                      <a16:colId xmlns:a16="http://schemas.microsoft.com/office/drawing/2014/main" val="20433827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155948907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7121549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79453296"/>
                    </a:ext>
                  </a:extLst>
                </a:gridCol>
                <a:gridCol w="319088">
                  <a:extLst>
                    <a:ext uri="{9D8B030D-6E8A-4147-A177-3AD203B41FA5}">
                      <a16:colId xmlns:a16="http://schemas.microsoft.com/office/drawing/2014/main" val="9371981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288932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298824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State: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523648"/>
                  </a:ext>
                </a:extLst>
              </a:tr>
              <a:tr h="3714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Input: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982218"/>
                  </a:ext>
                </a:extLst>
              </a:tr>
              <a:tr h="3714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Outpu</a:t>
                      </a:r>
                      <a:r>
                        <a:rPr kumimoji="0" lang="tr-TR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tr-TR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6823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6A13B25-74EF-4792-B848-285BDDC3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9289DEE-5CCF-40BE-9B6B-76581C8C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B5FB-94F6-46D8-83E5-2F933855103F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875522" name="標題 3">
            <a:extLst>
              <a:ext uri="{FF2B5EF4-FFF2-40B4-BE49-F238E27FC236}">
                <a16:creationId xmlns:a16="http://schemas.microsoft.com/office/drawing/2014/main" id="{B4F0B801-B843-41A8-B1F1-3E8BB03B19C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75523" name="Rectangle 3">
            <a:extLst>
              <a:ext uri="{FF2B5EF4-FFF2-40B4-BE49-F238E27FC236}">
                <a16:creationId xmlns:a16="http://schemas.microsoft.com/office/drawing/2014/main" id="{439C7F1E-9D63-4E79-BE03-0F2BB1E69AA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/>
          <a:lstStyle/>
          <a:p>
            <a:r>
              <a:rPr lang="en-US" altLang="zh-TW">
                <a:ea typeface="新細明體" panose="02020500000000000000" pitchFamily="18" charset="-120"/>
              </a:rPr>
              <a:t>Equivalent states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Two states are said to be equivalent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For each member of the set of inputs, they give exactly the same output and send the circuit to the same state or to an equivalent state.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One of them can be removed.</a:t>
            </a:r>
          </a:p>
          <a:p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875524" name="Picture 5">
            <a:extLst>
              <a:ext uri="{FF2B5EF4-FFF2-40B4-BE49-F238E27FC236}">
                <a16:creationId xmlns:a16="http://schemas.microsoft.com/office/drawing/2014/main" id="{117E35A2-D1F3-4BFB-846C-9B1BA3F2B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3249613"/>
            <a:ext cx="5391150" cy="324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5525" name="Picture 5">
            <a:extLst>
              <a:ext uri="{FF2B5EF4-FFF2-40B4-BE49-F238E27FC236}">
                <a16:creationId xmlns:a16="http://schemas.microsoft.com/office/drawing/2014/main" id="{B2CBA275-5672-45C7-B816-9F31DB176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663" y="2844800"/>
            <a:ext cx="2776537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9307CA07-D889-47DC-9532-A275B199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1716AA4-278B-402C-9E8B-3EEC8E67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2F595-F257-4854-B1B8-0FF47EE17F74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876546" name="標題 3">
            <a:extLst>
              <a:ext uri="{FF2B5EF4-FFF2-40B4-BE49-F238E27FC236}">
                <a16:creationId xmlns:a16="http://schemas.microsoft.com/office/drawing/2014/main" id="{1782B161-662E-4A1A-914A-FED65DE8B334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76547" name="Rectangle 3">
            <a:extLst>
              <a:ext uri="{FF2B5EF4-FFF2-40B4-BE49-F238E27FC236}">
                <a16:creationId xmlns:a16="http://schemas.microsoft.com/office/drawing/2014/main" id="{B551FE33-B61D-40E4-B71A-4D40B2D3418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/>
          <a:lstStyle/>
          <a:p>
            <a:r>
              <a:rPr lang="en-US" altLang="zh-TW">
                <a:ea typeface="新細明體" panose="02020500000000000000" pitchFamily="18" charset="-120"/>
              </a:rPr>
              <a:t>Reducing the state table</a:t>
            </a:r>
          </a:p>
          <a:p>
            <a:pPr lvl="1"/>
            <a:r>
              <a:rPr lang="en-US" altLang="zh-TW" i="1">
                <a:ea typeface="新細明體" panose="02020500000000000000" pitchFamily="18" charset="-120"/>
              </a:rPr>
              <a:t>e </a:t>
            </a:r>
            <a:r>
              <a:rPr lang="en-US" altLang="zh-TW">
                <a:ea typeface="新細明體" panose="02020500000000000000" pitchFamily="18" charset="-120"/>
              </a:rPr>
              <a:t>= </a:t>
            </a:r>
            <a:r>
              <a:rPr lang="en-US" altLang="zh-TW" i="1">
                <a:ea typeface="新細明體" panose="02020500000000000000" pitchFamily="18" charset="-120"/>
              </a:rPr>
              <a:t>g </a:t>
            </a:r>
            <a:r>
              <a:rPr lang="en-US" altLang="zh-TW">
                <a:ea typeface="新細明體" panose="02020500000000000000" pitchFamily="18" charset="-120"/>
              </a:rPr>
              <a:t>(remove </a:t>
            </a:r>
            <a:r>
              <a:rPr lang="en-US" altLang="zh-TW" i="1">
                <a:ea typeface="新細明體" panose="02020500000000000000" pitchFamily="18" charset="-120"/>
              </a:rPr>
              <a:t>g</a:t>
            </a:r>
            <a:r>
              <a:rPr lang="en-US" altLang="zh-TW">
                <a:ea typeface="新細明體" panose="02020500000000000000" pitchFamily="18" charset="-120"/>
              </a:rPr>
              <a:t>);</a:t>
            </a:r>
          </a:p>
          <a:p>
            <a:pPr lvl="1"/>
            <a:r>
              <a:rPr lang="en-US" altLang="zh-TW" i="1">
                <a:ea typeface="新細明體" panose="02020500000000000000" pitchFamily="18" charset="-120"/>
              </a:rPr>
              <a:t>d </a:t>
            </a:r>
            <a:r>
              <a:rPr lang="en-US" altLang="zh-TW">
                <a:ea typeface="新細明體" panose="02020500000000000000" pitchFamily="18" charset="-120"/>
              </a:rPr>
              <a:t>= </a:t>
            </a:r>
            <a:r>
              <a:rPr lang="en-US" altLang="zh-TW" i="1">
                <a:ea typeface="新細明體" panose="02020500000000000000" pitchFamily="18" charset="-120"/>
              </a:rPr>
              <a:t>f </a:t>
            </a:r>
            <a:r>
              <a:rPr lang="en-US" altLang="zh-TW">
                <a:ea typeface="新細明體" panose="02020500000000000000" pitchFamily="18" charset="-120"/>
              </a:rPr>
              <a:t>(remove </a:t>
            </a:r>
            <a:r>
              <a:rPr lang="en-US" altLang="zh-TW" i="1">
                <a:ea typeface="新細明體" panose="02020500000000000000" pitchFamily="18" charset="-120"/>
              </a:rPr>
              <a:t>f</a:t>
            </a:r>
            <a:r>
              <a:rPr lang="en-US" altLang="zh-TW">
                <a:ea typeface="新細明體" panose="02020500000000000000" pitchFamily="18" charset="-120"/>
              </a:rPr>
              <a:t>);</a:t>
            </a:r>
          </a:p>
        </p:txBody>
      </p:sp>
      <p:pic>
        <p:nvPicPr>
          <p:cNvPr id="876548" name="Picture 6">
            <a:extLst>
              <a:ext uri="{FF2B5EF4-FFF2-40B4-BE49-F238E27FC236}">
                <a16:creationId xmlns:a16="http://schemas.microsoft.com/office/drawing/2014/main" id="{3AA97153-9881-48C5-9443-23C78E1B5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863" y="2738438"/>
            <a:ext cx="6461125" cy="361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6549" name="矩形 4">
            <a:extLst>
              <a:ext uri="{FF2B5EF4-FFF2-40B4-BE49-F238E27FC236}">
                <a16:creationId xmlns:a16="http://schemas.microsoft.com/office/drawing/2014/main" id="{B8A3BA67-6B52-4B94-8E68-5E471A05F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5341938"/>
            <a:ext cx="5892800" cy="304800"/>
          </a:xfrm>
          <a:prstGeom prst="rect">
            <a:avLst/>
          </a:prstGeom>
          <a:noFill/>
          <a:ln w="15875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TW" altLang="en-US" sz="1400" i="1" u="sng">
              <a:solidFill>
                <a:srgbClr val="003366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76550" name="矩形 5">
            <a:extLst>
              <a:ext uri="{FF2B5EF4-FFF2-40B4-BE49-F238E27FC236}">
                <a16:creationId xmlns:a16="http://schemas.microsoft.com/office/drawing/2014/main" id="{2004C4EF-99D2-45B7-A8E6-7D51482B9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5918200"/>
            <a:ext cx="5892800" cy="304800"/>
          </a:xfrm>
          <a:prstGeom prst="rect">
            <a:avLst/>
          </a:prstGeom>
          <a:noFill/>
          <a:ln w="15875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TW" altLang="en-US" sz="1400" i="1" u="sng">
              <a:solidFill>
                <a:srgbClr val="003366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10E6F84-542A-41BD-B874-A44A8526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6782368-470D-4F31-A375-3DB0CEC3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953EA-A8A3-4B71-9D05-E5DD73B8DB6B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877570" name="標題 3">
            <a:extLst>
              <a:ext uri="{FF2B5EF4-FFF2-40B4-BE49-F238E27FC236}">
                <a16:creationId xmlns:a16="http://schemas.microsoft.com/office/drawing/2014/main" id="{4BE2E772-7816-4AC4-8914-7B279F703FE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77571" name="Rectangle 3">
            <a:extLst>
              <a:ext uri="{FF2B5EF4-FFF2-40B4-BE49-F238E27FC236}">
                <a16:creationId xmlns:a16="http://schemas.microsoft.com/office/drawing/2014/main" id="{02305D8B-04B4-4C18-A7E9-08514D932B9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/>
          <a:lstStyle/>
          <a:p>
            <a:pPr lvl="1"/>
            <a:r>
              <a:rPr lang="en-US" altLang="zh-TW">
                <a:ea typeface="新細明體" panose="02020500000000000000" pitchFamily="18" charset="-120"/>
              </a:rPr>
              <a:t>The reduced finite state machine</a:t>
            </a: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</p:txBody>
      </p:sp>
      <p:pic>
        <p:nvPicPr>
          <p:cNvPr id="877572" name="Picture 5">
            <a:extLst>
              <a:ext uri="{FF2B5EF4-FFF2-40B4-BE49-F238E27FC236}">
                <a16:creationId xmlns:a16="http://schemas.microsoft.com/office/drawing/2014/main" id="{2EE5DCF4-9C1D-473C-A0D5-AF05FA9C3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663" y="1938338"/>
            <a:ext cx="6267450" cy="322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77613" name="Group 45">
            <a:extLst>
              <a:ext uri="{FF2B5EF4-FFF2-40B4-BE49-F238E27FC236}">
                <a16:creationId xmlns:a16="http://schemas.microsoft.com/office/drawing/2014/main" id="{E8488EDC-69CF-435A-A1D5-4DF686FED984}"/>
              </a:ext>
            </a:extLst>
          </p:cNvPr>
          <p:cNvGraphicFramePr>
            <a:graphicFrameLocks noGrp="1"/>
          </p:cNvGraphicFramePr>
          <p:nvPr/>
        </p:nvGraphicFramePr>
        <p:xfrm>
          <a:off x="2190750" y="5421313"/>
          <a:ext cx="4768850" cy="1185862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3323022289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17511053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228560787"/>
                    </a:ext>
                  </a:extLst>
                </a:gridCol>
                <a:gridCol w="319087">
                  <a:extLst>
                    <a:ext uri="{9D8B030D-6E8A-4147-A177-3AD203B41FA5}">
                      <a16:colId xmlns:a16="http://schemas.microsoft.com/office/drawing/2014/main" val="3172114967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08680922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253774876"/>
                    </a:ext>
                  </a:extLst>
                </a:gridCol>
                <a:gridCol w="319088">
                  <a:extLst>
                    <a:ext uri="{9D8B030D-6E8A-4147-A177-3AD203B41FA5}">
                      <a16:colId xmlns:a16="http://schemas.microsoft.com/office/drawing/2014/main" val="260671468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694290169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489930739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449301322"/>
                    </a:ext>
                  </a:extLst>
                </a:gridCol>
                <a:gridCol w="319087">
                  <a:extLst>
                    <a:ext uri="{9D8B030D-6E8A-4147-A177-3AD203B41FA5}">
                      <a16:colId xmlns:a16="http://schemas.microsoft.com/office/drawing/2014/main" val="64219828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4038512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67583743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State: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832764"/>
                  </a:ext>
                </a:extLst>
              </a:tr>
              <a:tr h="3714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Input: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894001"/>
                  </a:ext>
                </a:extLst>
              </a:tr>
              <a:tr h="3714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Output:</a:t>
                      </a:r>
                      <a:endParaRPr kumimoji="0" lang="zh-TW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anose="0204060205030503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anose="0204060205030503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4274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9572C7-C02C-4666-9048-AD570E1F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1595AAF-0668-4CED-8C3A-4B266AB3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52091-86DD-4BC6-B556-D1FE6DB80757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878594" name="標題 5">
            <a:extLst>
              <a:ext uri="{FF2B5EF4-FFF2-40B4-BE49-F238E27FC236}">
                <a16:creationId xmlns:a16="http://schemas.microsoft.com/office/drawing/2014/main" id="{8056F99F-B324-4B6B-A9F0-C4BC0F255C6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78595" name="Rectangle 3">
            <a:extLst>
              <a:ext uri="{FF2B5EF4-FFF2-40B4-BE49-F238E27FC236}">
                <a16:creationId xmlns:a16="http://schemas.microsoft.com/office/drawing/2014/main" id="{49D69118-3077-4449-9A7B-FCE6F72FB03F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611188" y="1089025"/>
            <a:ext cx="4210050" cy="3683000"/>
          </a:xfrm>
        </p:spPr>
        <p:txBody>
          <a:bodyPr lIns="90488" tIns="44450" rIns="90488" bIns="44450"/>
          <a:lstStyle/>
          <a:p>
            <a:pPr lvl="1">
              <a:spcBef>
                <a:spcPts val="600"/>
              </a:spcBef>
            </a:pPr>
            <a:r>
              <a:rPr lang="en-US" altLang="zh-TW" sz="2200">
                <a:ea typeface="新細明體" panose="02020500000000000000" pitchFamily="18" charset="-120"/>
              </a:rPr>
              <a:t>The checking of each pair of states for possible equivalence can be done systematically </a:t>
            </a:r>
            <a:r>
              <a:rPr lang="tr-TR" altLang="zh-TW" sz="2200"/>
              <a:t> using </a:t>
            </a:r>
            <a:r>
              <a:rPr lang="tr-TR" altLang="zh-TW" sz="2200">
                <a:solidFill>
                  <a:schemeClr val="accent1"/>
                </a:solidFill>
              </a:rPr>
              <a:t>Implication Table.</a:t>
            </a:r>
            <a:endParaRPr lang="en-US" altLang="zh-TW" sz="2200">
              <a:ea typeface="新細明體" panose="02020500000000000000" pitchFamily="18" charset="-120"/>
            </a:endParaRPr>
          </a:p>
          <a:p>
            <a:pPr lvl="1">
              <a:spcBef>
                <a:spcPts val="600"/>
              </a:spcBef>
            </a:pPr>
            <a:r>
              <a:rPr lang="en-US" altLang="zh-TW" sz="2200">
                <a:ea typeface="新細明體" panose="02020500000000000000" pitchFamily="18" charset="-120"/>
              </a:rPr>
              <a:t>The unused states are treated as don't-care condition </a:t>
            </a:r>
            <a:r>
              <a:rPr lang="en-US" altLang="zh-TW" sz="2200">
                <a:latin typeface="Symbol" panose="05050102010706020507" pitchFamily="18" charset="2"/>
                <a:ea typeface="新細明體" panose="02020500000000000000" pitchFamily="18" charset="-120"/>
              </a:rPr>
              <a:t>Þ</a:t>
            </a:r>
            <a:r>
              <a:rPr lang="en-US" altLang="zh-TW" sz="2200">
                <a:ea typeface="新細明體" panose="02020500000000000000" pitchFamily="18" charset="-120"/>
              </a:rPr>
              <a:t> fewer combinational gates.</a:t>
            </a:r>
          </a:p>
          <a:p>
            <a:endParaRPr lang="zh-TW" altLang="en-US" sz="2200">
              <a:ea typeface="新細明體" panose="02020500000000000000" pitchFamily="18" charset="-120"/>
            </a:endParaRPr>
          </a:p>
        </p:txBody>
      </p:sp>
      <p:pic>
        <p:nvPicPr>
          <p:cNvPr id="878596" name="Picture 5">
            <a:extLst>
              <a:ext uri="{FF2B5EF4-FFF2-40B4-BE49-F238E27FC236}">
                <a16:creationId xmlns:a16="http://schemas.microsoft.com/office/drawing/2014/main" id="{42E1C794-62FD-4646-B893-6F6A41E39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08138"/>
            <a:ext cx="3716338" cy="409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8597" name="Text Box 6">
            <a:extLst>
              <a:ext uri="{FF2B5EF4-FFF2-40B4-BE49-F238E27FC236}">
                <a16:creationId xmlns:a16="http://schemas.microsoft.com/office/drawing/2014/main" id="{E3D1A18E-292F-4F1A-8C72-A7E7F2E5B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0" y="5870575"/>
            <a:ext cx="3621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新細明體" panose="02020500000000000000" pitchFamily="18" charset="-120"/>
              </a:rPr>
              <a:t>Fig. 5.26   Reduced State diagram</a:t>
            </a:r>
          </a:p>
        </p:txBody>
      </p:sp>
      <p:pic>
        <p:nvPicPr>
          <p:cNvPr id="878598" name="Picture 5">
            <a:extLst>
              <a:ext uri="{FF2B5EF4-FFF2-40B4-BE49-F238E27FC236}">
                <a16:creationId xmlns:a16="http://schemas.microsoft.com/office/drawing/2014/main" id="{FB68B0E0-EE76-495B-AFCA-30A60AAF3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4329113"/>
            <a:ext cx="4257675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1D1E-A664-443B-A890-399FC969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89F56-03B0-4230-97DA-2911C01D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DDC0-D477-447F-BC06-45A443227EA9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894978" name="Rectangle 2">
            <a:extLst>
              <a:ext uri="{FF2B5EF4-FFF2-40B4-BE49-F238E27FC236}">
                <a16:creationId xmlns:a16="http://schemas.microsoft.com/office/drawing/2014/main" id="{51BA434E-CDF5-4FD0-A391-B785E544B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Implication Table</a:t>
            </a:r>
            <a:endParaRPr lang="en-US" altLang="en-US"/>
          </a:p>
        </p:txBody>
      </p:sp>
      <p:sp>
        <p:nvSpPr>
          <p:cNvPr id="894979" name="Rectangle 3">
            <a:extLst>
              <a:ext uri="{FF2B5EF4-FFF2-40B4-BE49-F238E27FC236}">
                <a16:creationId xmlns:a16="http://schemas.microsoft.com/office/drawing/2014/main" id="{C91B022D-4E45-4832-BDCD-3E3AEE017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6105525"/>
          </a:xfrm>
        </p:spPr>
        <p:txBody>
          <a:bodyPr/>
          <a:lstStyle/>
          <a:p>
            <a:r>
              <a:rPr lang="en-US" altLang="en-US" sz="2500" b="0"/>
              <a:t>The state-reduction procedure for completely</a:t>
            </a:r>
            <a:r>
              <a:rPr lang="tr-TR" altLang="en-US" sz="2500" b="0"/>
              <a:t> </a:t>
            </a:r>
            <a:r>
              <a:rPr lang="en-US" altLang="en-US" sz="2500" b="0"/>
              <a:t>specified state tables is based on the algorithm</a:t>
            </a:r>
            <a:r>
              <a:rPr lang="tr-TR" altLang="en-US" sz="2500" b="0"/>
              <a:t> </a:t>
            </a:r>
            <a:r>
              <a:rPr lang="en-US" altLang="en-US" sz="2500" b="0"/>
              <a:t>that two states in a state table can be combined</a:t>
            </a:r>
            <a:r>
              <a:rPr lang="tr-TR" altLang="en-US" sz="2500" b="0"/>
              <a:t> </a:t>
            </a:r>
            <a:r>
              <a:rPr lang="en-US" altLang="en-US" sz="2500" b="0"/>
              <a:t>into one if they can be shown to be equivalent.</a:t>
            </a:r>
            <a:r>
              <a:rPr lang="tr-TR" altLang="en-US" sz="2500" b="0"/>
              <a:t> </a:t>
            </a:r>
            <a:r>
              <a:rPr lang="en-US" altLang="en-US" sz="2500" b="0"/>
              <a:t>There are occasions when a pair of states do not</a:t>
            </a:r>
            <a:r>
              <a:rPr lang="tr-TR" altLang="en-US" sz="2500" b="0"/>
              <a:t> </a:t>
            </a:r>
            <a:r>
              <a:rPr lang="en-US" altLang="en-US" sz="2500" b="0"/>
              <a:t>have the same next states, but, nonetheless, go to</a:t>
            </a:r>
            <a:r>
              <a:rPr lang="tr-TR" altLang="en-US" sz="2500" b="0"/>
              <a:t> </a:t>
            </a:r>
            <a:r>
              <a:rPr lang="en-US" altLang="en-US" sz="2500" b="0"/>
              <a:t>equivalent next states. Consider the following</a:t>
            </a:r>
            <a:r>
              <a:rPr lang="tr-TR" altLang="en-US" sz="2500" b="0"/>
              <a:t> </a:t>
            </a:r>
            <a:r>
              <a:rPr lang="en-US" altLang="en-US" sz="2500" b="0"/>
              <a:t>state table:</a:t>
            </a:r>
            <a:endParaRPr lang="tr-TR" altLang="en-US" sz="2500" b="0"/>
          </a:p>
          <a:p>
            <a:endParaRPr lang="tr-TR" altLang="en-US" sz="2500" b="0"/>
          </a:p>
          <a:p>
            <a:endParaRPr lang="tr-TR" altLang="en-US" sz="2400" b="0"/>
          </a:p>
          <a:p>
            <a:endParaRPr lang="tr-TR" altLang="en-US" sz="2400" b="0"/>
          </a:p>
          <a:p>
            <a:r>
              <a:rPr lang="en-US" altLang="en-US" sz="2400" b="0"/>
              <a:t>(</a:t>
            </a:r>
            <a:r>
              <a:rPr lang="en-US" altLang="en-US" sz="2400" b="0" i="1"/>
              <a:t>a</a:t>
            </a:r>
            <a:r>
              <a:rPr lang="en-US" altLang="en-US" sz="2400" b="0"/>
              <a:t>, </a:t>
            </a:r>
            <a:r>
              <a:rPr lang="en-US" altLang="en-US" sz="2400" b="0" i="1"/>
              <a:t>b</a:t>
            </a:r>
            <a:r>
              <a:rPr lang="en-US" altLang="en-US" sz="2400" b="0"/>
              <a:t>) </a:t>
            </a:r>
            <a:r>
              <a:rPr lang="en-US" altLang="en-US" sz="2400" b="0" i="1"/>
              <a:t>imply </a:t>
            </a:r>
            <a:r>
              <a:rPr lang="en-US" altLang="en-US" sz="2400" b="0"/>
              <a:t>(</a:t>
            </a:r>
            <a:r>
              <a:rPr lang="en-US" altLang="en-US" sz="2400" b="0" i="1"/>
              <a:t>c</a:t>
            </a:r>
            <a:r>
              <a:rPr lang="en-US" altLang="en-US" sz="2400" b="0"/>
              <a:t>, </a:t>
            </a:r>
            <a:r>
              <a:rPr lang="en-US" altLang="en-US" sz="2400" b="0" i="1"/>
              <a:t>d</a:t>
            </a:r>
            <a:r>
              <a:rPr lang="en-US" altLang="en-US" sz="2400" b="0"/>
              <a:t>) and (</a:t>
            </a:r>
            <a:r>
              <a:rPr lang="en-US" altLang="en-US" sz="2400" b="0" i="1"/>
              <a:t>c</a:t>
            </a:r>
            <a:r>
              <a:rPr lang="en-US" altLang="en-US" sz="2400" b="0"/>
              <a:t>, </a:t>
            </a:r>
            <a:r>
              <a:rPr lang="en-US" altLang="en-US" sz="2400" b="0" i="1"/>
              <a:t>d</a:t>
            </a:r>
            <a:r>
              <a:rPr lang="en-US" altLang="en-US" sz="2400" b="0"/>
              <a:t>) </a:t>
            </a:r>
            <a:r>
              <a:rPr lang="en-US" altLang="en-US" sz="2400" b="0" i="1"/>
              <a:t>imply </a:t>
            </a:r>
            <a:r>
              <a:rPr lang="en-US" altLang="en-US" sz="2400" b="0"/>
              <a:t>(</a:t>
            </a:r>
            <a:r>
              <a:rPr lang="en-US" altLang="en-US" sz="2400" b="0" i="1"/>
              <a:t>a</a:t>
            </a:r>
            <a:r>
              <a:rPr lang="en-US" altLang="en-US" sz="2400" b="0"/>
              <a:t>, </a:t>
            </a:r>
            <a:r>
              <a:rPr lang="en-US" altLang="en-US" sz="2400" b="0" i="1"/>
              <a:t>b</a:t>
            </a:r>
            <a:r>
              <a:rPr lang="en-US" altLang="en-US" sz="2400" b="0"/>
              <a:t>). Both pairs</a:t>
            </a:r>
            <a:r>
              <a:rPr lang="tr-TR" altLang="en-US" sz="2400" b="0"/>
              <a:t> </a:t>
            </a:r>
            <a:r>
              <a:rPr lang="en-US" altLang="en-US" sz="2400" b="0"/>
              <a:t>of states are equivalent; i.e., </a:t>
            </a:r>
            <a:r>
              <a:rPr lang="en-US" altLang="en-US" sz="2400" b="0" i="1"/>
              <a:t>a </a:t>
            </a:r>
            <a:r>
              <a:rPr lang="en-US" altLang="en-US" sz="2400" b="0"/>
              <a:t>and </a:t>
            </a:r>
            <a:r>
              <a:rPr lang="en-US" altLang="en-US" sz="2400" b="0" i="1"/>
              <a:t>b </a:t>
            </a:r>
            <a:r>
              <a:rPr lang="en-US" altLang="en-US" sz="2400" b="0"/>
              <a:t>are</a:t>
            </a:r>
            <a:r>
              <a:rPr lang="tr-TR" altLang="en-US" sz="2400" b="0"/>
              <a:t> </a:t>
            </a:r>
            <a:r>
              <a:rPr lang="en-US" altLang="en-US" sz="2400" b="0"/>
              <a:t>equivalent as</a:t>
            </a:r>
            <a:r>
              <a:rPr lang="tr-TR" altLang="en-US" sz="2400" b="0"/>
              <a:t> </a:t>
            </a:r>
            <a:r>
              <a:rPr lang="en-US" altLang="en-US" sz="2400" b="0"/>
              <a:t>well as </a:t>
            </a:r>
            <a:r>
              <a:rPr lang="en-US" altLang="en-US" sz="2400" b="0" i="1"/>
              <a:t>c </a:t>
            </a:r>
            <a:r>
              <a:rPr lang="en-US" altLang="en-US" sz="2400" b="0"/>
              <a:t>and </a:t>
            </a:r>
            <a:r>
              <a:rPr lang="en-US" altLang="en-US" sz="2400" b="0" i="1"/>
              <a:t>d</a:t>
            </a:r>
            <a:r>
              <a:rPr lang="en-US" altLang="en-US" sz="2400" b="0"/>
              <a:t>.</a:t>
            </a:r>
          </a:p>
          <a:p>
            <a:endParaRPr lang="en-US" altLang="en-US" sz="2400" b="0"/>
          </a:p>
          <a:p>
            <a:endParaRPr lang="en-US" altLang="en-US"/>
          </a:p>
        </p:txBody>
      </p:sp>
      <p:pic>
        <p:nvPicPr>
          <p:cNvPr id="894980" name="Picture 4">
            <a:extLst>
              <a:ext uri="{FF2B5EF4-FFF2-40B4-BE49-F238E27FC236}">
                <a16:creationId xmlns:a16="http://schemas.microsoft.com/office/drawing/2014/main" id="{AB9FC1A6-413C-44CB-910C-4FCBD1F21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3392488"/>
            <a:ext cx="4860925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6017E-C58C-4211-8343-BE0FD56A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17A2A-7301-40AB-BACB-9A98C20C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9B88-EC90-4493-A184-11829A83528E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897026" name="Rectangle 2">
            <a:extLst>
              <a:ext uri="{FF2B5EF4-FFF2-40B4-BE49-F238E27FC236}">
                <a16:creationId xmlns:a16="http://schemas.microsoft.com/office/drawing/2014/main" id="{87B677B4-3503-4BF1-BA82-FFFB8936D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Implication Table</a:t>
            </a:r>
            <a:endParaRPr lang="en-US" altLang="en-US"/>
          </a:p>
        </p:txBody>
      </p:sp>
      <p:sp>
        <p:nvSpPr>
          <p:cNvPr id="897027" name="Rectangle 3">
            <a:extLst>
              <a:ext uri="{FF2B5EF4-FFF2-40B4-BE49-F238E27FC236}">
                <a16:creationId xmlns:a16="http://schemas.microsoft.com/office/drawing/2014/main" id="{71C158FA-14D0-454F-882E-94D184C63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3681413"/>
          </a:xfrm>
        </p:spPr>
        <p:txBody>
          <a:bodyPr/>
          <a:lstStyle/>
          <a:p>
            <a:r>
              <a:rPr lang="en-US" altLang="en-US" b="0"/>
              <a:t>The checking of each pair of states for possible</a:t>
            </a:r>
            <a:r>
              <a:rPr lang="tr-TR" altLang="en-US" b="0"/>
              <a:t> </a:t>
            </a:r>
            <a:r>
              <a:rPr lang="en-US" altLang="en-US" b="0"/>
              <a:t>equivalence in a table with a large number of</a:t>
            </a:r>
            <a:r>
              <a:rPr lang="tr-TR" altLang="en-US" b="0"/>
              <a:t> </a:t>
            </a:r>
            <a:r>
              <a:rPr lang="en-US" altLang="en-US" b="0"/>
              <a:t>states can be done systematically by means of an</a:t>
            </a:r>
            <a:r>
              <a:rPr lang="tr-TR" altLang="en-US" b="0"/>
              <a:t> </a:t>
            </a:r>
            <a:r>
              <a:rPr lang="en-US" altLang="en-US" b="0" i="1"/>
              <a:t>implication table</a:t>
            </a:r>
            <a:r>
              <a:rPr lang="en-US" altLang="en-US" b="0"/>
              <a:t>. This a chart that consists of</a:t>
            </a:r>
            <a:r>
              <a:rPr lang="tr-TR" altLang="en-US" b="0"/>
              <a:t> </a:t>
            </a:r>
            <a:r>
              <a:rPr lang="en-US" altLang="en-US" b="0"/>
              <a:t>squares, one for every possible pair of states, that</a:t>
            </a:r>
            <a:r>
              <a:rPr lang="tr-TR" altLang="en-US" b="0"/>
              <a:t> </a:t>
            </a:r>
            <a:r>
              <a:rPr lang="en-US" altLang="en-US" b="0"/>
              <a:t>provide spaces for listing any possible implied</a:t>
            </a:r>
            <a:r>
              <a:rPr lang="tr-TR" altLang="en-US" b="0"/>
              <a:t> </a:t>
            </a:r>
            <a:r>
              <a:rPr lang="en-US" altLang="en-US" b="0"/>
              <a:t>states. Consider the following state table:</a:t>
            </a:r>
          </a:p>
          <a:p>
            <a:endParaRPr lang="en-US" altLang="en-US"/>
          </a:p>
        </p:txBody>
      </p:sp>
      <p:pic>
        <p:nvPicPr>
          <p:cNvPr id="897029" name="Picture 5">
            <a:extLst>
              <a:ext uri="{FF2B5EF4-FFF2-40B4-BE49-F238E27FC236}">
                <a16:creationId xmlns:a16="http://schemas.microsoft.com/office/drawing/2014/main" id="{7F0743D6-75D2-4FEE-AB12-934572943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4113213"/>
            <a:ext cx="4321175" cy="224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C3BEA-36DB-472C-BC49-251555E89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1F0AF-696D-4276-848F-AA9FD54DA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7C5E-664A-4831-AF4D-88B5CCEB4766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899074" name="Rectangle 2">
            <a:extLst>
              <a:ext uri="{FF2B5EF4-FFF2-40B4-BE49-F238E27FC236}">
                <a16:creationId xmlns:a16="http://schemas.microsoft.com/office/drawing/2014/main" id="{007A090B-7ED3-4EB0-9DB2-4CB7A896C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Implication Table</a:t>
            </a:r>
            <a:endParaRPr lang="en-US" altLang="en-US"/>
          </a:p>
        </p:txBody>
      </p:sp>
      <p:sp>
        <p:nvSpPr>
          <p:cNvPr id="899075" name="Rectangle 3">
            <a:extLst>
              <a:ext uri="{FF2B5EF4-FFF2-40B4-BE49-F238E27FC236}">
                <a16:creationId xmlns:a16="http://schemas.microsoft.com/office/drawing/2014/main" id="{810E8898-CDA2-4B2D-871F-FAFA189BD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477838"/>
          </a:xfrm>
        </p:spPr>
        <p:txBody>
          <a:bodyPr/>
          <a:lstStyle/>
          <a:p>
            <a:r>
              <a:rPr lang="en-US" altLang="en-US" b="0"/>
              <a:t>The implication table is:</a:t>
            </a:r>
            <a:endParaRPr lang="en-US" altLang="en-US"/>
          </a:p>
        </p:txBody>
      </p:sp>
      <p:pic>
        <p:nvPicPr>
          <p:cNvPr id="899077" name="Picture 5">
            <a:extLst>
              <a:ext uri="{FF2B5EF4-FFF2-40B4-BE49-F238E27FC236}">
                <a16:creationId xmlns:a16="http://schemas.microsoft.com/office/drawing/2014/main" id="{40D8762E-A866-4C20-852A-32CF97EE6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097088"/>
            <a:ext cx="4032250" cy="376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B749AC6-3E65-472B-A636-E5CD76C3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CA0A07-3681-46D1-A627-CBBF7423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FCA1D-A544-4836-BA9B-06FB7C38AD77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901122" name="Rectangle 2">
            <a:extLst>
              <a:ext uri="{FF2B5EF4-FFF2-40B4-BE49-F238E27FC236}">
                <a16:creationId xmlns:a16="http://schemas.microsoft.com/office/drawing/2014/main" id="{3102F342-E326-45BF-BDD2-8B755AF8C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Implication Table</a:t>
            </a:r>
            <a:endParaRPr lang="en-US" altLang="en-US"/>
          </a:p>
        </p:txBody>
      </p:sp>
      <p:sp>
        <p:nvSpPr>
          <p:cNvPr id="901123" name="Rectangle 3">
            <a:extLst>
              <a:ext uri="{FF2B5EF4-FFF2-40B4-BE49-F238E27FC236}">
                <a16:creationId xmlns:a16="http://schemas.microsoft.com/office/drawing/2014/main" id="{8D8A1958-AB08-44F3-BD7A-2490EAB68C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836613"/>
            <a:ext cx="8280400" cy="5583237"/>
          </a:xfrm>
        </p:spPr>
        <p:txBody>
          <a:bodyPr/>
          <a:lstStyle/>
          <a:p>
            <a:pPr marL="457200" indent="-457200">
              <a:lnSpc>
                <a:spcPct val="80000"/>
              </a:lnSpc>
            </a:pPr>
            <a:r>
              <a:rPr lang="en-US" altLang="en-US" sz="2400" b="0"/>
              <a:t>On the left side along the vertical are listed all the</a:t>
            </a:r>
            <a:r>
              <a:rPr lang="tr-TR" altLang="en-US" sz="2400" b="0"/>
              <a:t> </a:t>
            </a:r>
            <a:r>
              <a:rPr lang="en-US" altLang="en-US" sz="2400" b="0"/>
              <a:t>states defined in the state table except the last,</a:t>
            </a:r>
            <a:r>
              <a:rPr lang="tr-TR" altLang="en-US" sz="2400" b="0"/>
              <a:t> </a:t>
            </a:r>
            <a:r>
              <a:rPr lang="en-US" altLang="en-US" sz="2400" b="0"/>
              <a:t>and across the bottom horizontally are listed all the</a:t>
            </a:r>
            <a:r>
              <a:rPr lang="tr-TR" altLang="en-US" sz="2400" b="0"/>
              <a:t> </a:t>
            </a:r>
            <a:r>
              <a:rPr lang="en-US" altLang="en-US" sz="2400" b="0"/>
              <a:t>states except the last.</a:t>
            </a:r>
          </a:p>
          <a:p>
            <a:pPr marL="457200" indent="-457200">
              <a:lnSpc>
                <a:spcPct val="80000"/>
              </a:lnSpc>
            </a:pPr>
            <a:r>
              <a:rPr lang="en-US" altLang="en-US" sz="2400" b="0"/>
              <a:t>The states that are not equivalent are marked with</a:t>
            </a:r>
            <a:r>
              <a:rPr lang="tr-TR" altLang="en-US" sz="2400" b="0"/>
              <a:t> </a:t>
            </a:r>
            <a:r>
              <a:rPr lang="en-US" altLang="en-US" sz="2400" b="0"/>
              <a:t>a ‘x’ in the corresponding square, whereas their</a:t>
            </a:r>
            <a:r>
              <a:rPr lang="tr-TR" altLang="en-US" sz="2400" b="0"/>
              <a:t> </a:t>
            </a:r>
            <a:r>
              <a:rPr lang="en-US" altLang="en-US" sz="2400" b="0"/>
              <a:t>equivalence is recorded with a ‘√’.</a:t>
            </a:r>
          </a:p>
          <a:p>
            <a:pPr marL="457200" indent="-457200">
              <a:lnSpc>
                <a:spcPct val="80000"/>
              </a:lnSpc>
            </a:pPr>
            <a:r>
              <a:rPr lang="en-US" altLang="en-US" sz="2400" b="0"/>
              <a:t>Some of the squares have entries of implied states</a:t>
            </a:r>
            <a:r>
              <a:rPr lang="tr-TR" altLang="en-US" sz="2400" b="0"/>
              <a:t> </a:t>
            </a:r>
            <a:r>
              <a:rPr lang="en-US" altLang="en-US" sz="2400" b="0"/>
              <a:t>that must be further investigated to determine</a:t>
            </a:r>
            <a:r>
              <a:rPr lang="tr-TR" altLang="en-US" sz="2400" b="0"/>
              <a:t> </a:t>
            </a:r>
            <a:r>
              <a:rPr lang="en-US" altLang="en-US" sz="2400" b="0"/>
              <a:t>whether they are equivalent or not.</a:t>
            </a:r>
            <a:r>
              <a:rPr lang="tr-TR" altLang="en-US" sz="2400" b="0"/>
              <a:t> </a:t>
            </a:r>
            <a:endParaRPr lang="en-US" altLang="en-US" sz="2400" b="0"/>
          </a:p>
          <a:p>
            <a:pPr marL="457200" indent="-457200">
              <a:lnSpc>
                <a:spcPct val="80000"/>
              </a:lnSpc>
            </a:pPr>
            <a:r>
              <a:rPr lang="en-US" altLang="en-US" sz="2400" b="0"/>
              <a:t>The </a:t>
            </a:r>
            <a:r>
              <a:rPr lang="en-US" altLang="en-US" sz="2400" b="0" i="1"/>
              <a:t>step-by-step </a:t>
            </a:r>
            <a:r>
              <a:rPr lang="en-US" altLang="en-US" sz="2400" b="0"/>
              <a:t>procedure of filling in the squares</a:t>
            </a:r>
            <a:r>
              <a:rPr lang="tr-TR" altLang="en-US" sz="2400" b="0"/>
              <a:t> </a:t>
            </a:r>
            <a:r>
              <a:rPr lang="en-US" altLang="en-US" sz="2400" b="0"/>
              <a:t>is as follows:</a:t>
            </a:r>
          </a:p>
          <a:p>
            <a:pPr marL="912813" lvl="1" indent="-381000">
              <a:lnSpc>
                <a:spcPct val="80000"/>
              </a:lnSpc>
              <a:buFont typeface="Times New Roman" panose="02020603050405020304" pitchFamily="18" charset="0"/>
              <a:buAutoNum type="arabicPeriod"/>
            </a:pPr>
            <a:r>
              <a:rPr lang="en-US" altLang="en-US" sz="2000" b="0"/>
              <a:t>Place a cross in any square corresponding to a</a:t>
            </a:r>
            <a:r>
              <a:rPr lang="tr-TR" altLang="en-US" sz="2000" b="0"/>
              <a:t> </a:t>
            </a:r>
            <a:r>
              <a:rPr lang="en-US" altLang="en-US" sz="2000" b="0"/>
              <a:t>pair of states whose outputs are not equal for</a:t>
            </a:r>
            <a:r>
              <a:rPr lang="tr-TR" altLang="en-US" sz="2000" b="0"/>
              <a:t> </a:t>
            </a:r>
            <a:r>
              <a:rPr lang="en-US" altLang="en-US" sz="2000" b="0"/>
              <a:t>every input.</a:t>
            </a:r>
          </a:p>
          <a:p>
            <a:pPr marL="912813" lvl="1" indent="-381000">
              <a:lnSpc>
                <a:spcPct val="80000"/>
              </a:lnSpc>
              <a:buFont typeface="Times New Roman" panose="02020603050405020304" pitchFamily="18" charset="0"/>
              <a:buAutoNum type="arabicPeriod"/>
            </a:pPr>
            <a:r>
              <a:rPr lang="en-US" altLang="en-US" sz="2000" b="0"/>
              <a:t>Enter in the remaining squares the pairs of</a:t>
            </a:r>
            <a:r>
              <a:rPr lang="tr-TR" altLang="en-US" sz="2000" b="0"/>
              <a:t> </a:t>
            </a:r>
            <a:r>
              <a:rPr lang="en-US" altLang="en-US" sz="2000" b="0"/>
              <a:t>states that are implied by the pair of states</a:t>
            </a:r>
            <a:r>
              <a:rPr lang="tr-TR" altLang="en-US" sz="2000" b="0"/>
              <a:t> </a:t>
            </a:r>
            <a:r>
              <a:rPr lang="en-US" altLang="en-US" sz="2000" b="0"/>
              <a:t>representing the squares. We do that by</a:t>
            </a:r>
            <a:r>
              <a:rPr lang="tr-TR" altLang="en-US" sz="2000" b="0"/>
              <a:t> </a:t>
            </a:r>
            <a:r>
              <a:rPr lang="en-US" altLang="en-US" sz="2000" b="0"/>
              <a:t>starting from the top square in the left column</a:t>
            </a:r>
            <a:r>
              <a:rPr lang="tr-TR" altLang="en-US" sz="2000" b="0"/>
              <a:t> </a:t>
            </a:r>
            <a:r>
              <a:rPr lang="en-US" altLang="en-US" sz="2000" b="0"/>
              <a:t>and going down and then proceeding with the</a:t>
            </a:r>
            <a:r>
              <a:rPr lang="tr-TR" altLang="en-US" sz="2000" b="0"/>
              <a:t> </a:t>
            </a:r>
            <a:r>
              <a:rPr lang="en-US" altLang="en-US" sz="2000" b="0"/>
              <a:t>next column to the right.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80ACF-9E50-4664-8DA5-6C4C4965C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C568F0-8E84-4543-BC44-1C033B18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5123-4376-43D1-8270-601D76C03475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B47754C1-8868-437A-8B2D-E64FAFC5F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Implication Table</a:t>
            </a:r>
            <a:endParaRPr lang="en-US" altLang="en-US"/>
          </a:p>
        </p:txBody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177B376C-DDB6-4924-8B8C-06EAC5F45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836613"/>
            <a:ext cx="8280400" cy="5627687"/>
          </a:xfrm>
        </p:spPr>
        <p:txBody>
          <a:bodyPr/>
          <a:lstStyle/>
          <a:p>
            <a:pPr marL="636588" lvl="1" indent="-104775">
              <a:buFont typeface="Times New Roman" panose="02020603050405020304" pitchFamily="18" charset="0"/>
              <a:buNone/>
            </a:pPr>
            <a:r>
              <a:rPr lang="tr-TR" altLang="en-US" sz="2000" b="0"/>
              <a:t>3.	</a:t>
            </a:r>
            <a:r>
              <a:rPr lang="en-US" altLang="en-US" sz="2000" b="0"/>
              <a:t>Make successive passes through the table to</a:t>
            </a:r>
            <a:r>
              <a:rPr lang="tr-TR" altLang="en-US" sz="2000" b="0"/>
              <a:t> </a:t>
            </a:r>
            <a:r>
              <a:rPr lang="en-US" altLang="en-US" sz="2000" b="0"/>
              <a:t>determine whether any</a:t>
            </a:r>
            <a:r>
              <a:rPr lang="tr-TR" altLang="en-US" sz="2000" b="0"/>
              <a:t> </a:t>
            </a:r>
            <a:r>
              <a:rPr lang="en-US" altLang="en-US" sz="2000" b="0"/>
              <a:t>additional squares</a:t>
            </a:r>
            <a:r>
              <a:rPr lang="tr-TR" altLang="en-US" sz="2000" b="0"/>
              <a:t> </a:t>
            </a:r>
            <a:r>
              <a:rPr lang="en-US" altLang="en-US" sz="2000" b="0"/>
              <a:t>should be marked with a ‘x’. A square in the</a:t>
            </a:r>
            <a:r>
              <a:rPr lang="tr-TR" altLang="en-US" sz="2000" b="0"/>
              <a:t> </a:t>
            </a:r>
            <a:r>
              <a:rPr lang="en-US" altLang="en-US" sz="2000" b="0"/>
              <a:t>table is crossed out if it contains at least one</a:t>
            </a:r>
            <a:r>
              <a:rPr lang="tr-TR" altLang="en-US" sz="2000" b="0"/>
              <a:t> </a:t>
            </a:r>
            <a:r>
              <a:rPr lang="en-US" altLang="en-US" sz="2000" b="0"/>
              <a:t>implied pair that is not equivalent.</a:t>
            </a:r>
          </a:p>
          <a:p>
            <a:pPr marL="636588" lvl="1" indent="-104775">
              <a:buFont typeface="Times New Roman" panose="02020603050405020304" pitchFamily="18" charset="0"/>
              <a:buNone/>
            </a:pPr>
            <a:r>
              <a:rPr lang="en-US" altLang="en-US" sz="2000" b="0"/>
              <a:t>4. </a:t>
            </a:r>
            <a:r>
              <a:rPr lang="tr-TR" altLang="en-US" sz="2000" b="0"/>
              <a:t>	</a:t>
            </a:r>
            <a:r>
              <a:rPr lang="en-US" altLang="en-US" sz="2000" b="0"/>
              <a:t>Finally, all the squares that have no crosses</a:t>
            </a:r>
            <a:r>
              <a:rPr lang="tr-TR" altLang="en-US" sz="2000" b="0"/>
              <a:t> </a:t>
            </a:r>
            <a:r>
              <a:rPr lang="en-US" altLang="en-US" sz="2000" b="0"/>
              <a:t>are recorded with check marks. The equivalent</a:t>
            </a:r>
            <a:r>
              <a:rPr lang="tr-TR" altLang="en-US" sz="2000" b="0"/>
              <a:t> </a:t>
            </a:r>
            <a:r>
              <a:rPr lang="en-US" altLang="en-US" sz="2000" b="0"/>
              <a:t>states are: (</a:t>
            </a:r>
            <a:r>
              <a:rPr lang="en-US" altLang="en-US" sz="2000" b="0" i="1"/>
              <a:t>a</a:t>
            </a:r>
            <a:r>
              <a:rPr lang="en-US" altLang="en-US" sz="2000" b="0"/>
              <a:t>, </a:t>
            </a:r>
            <a:r>
              <a:rPr lang="en-US" altLang="en-US" sz="2000" b="0" i="1"/>
              <a:t>b</a:t>
            </a:r>
            <a:r>
              <a:rPr lang="en-US" altLang="en-US" sz="2000" b="0"/>
              <a:t>), (</a:t>
            </a:r>
            <a:r>
              <a:rPr lang="en-US" altLang="en-US" sz="2000" b="0" i="1"/>
              <a:t>d</a:t>
            </a:r>
            <a:r>
              <a:rPr lang="en-US" altLang="en-US" sz="2000" b="0"/>
              <a:t>, </a:t>
            </a:r>
            <a:r>
              <a:rPr lang="en-US" altLang="en-US" sz="2000" b="0" i="1"/>
              <a:t>e</a:t>
            </a:r>
            <a:r>
              <a:rPr lang="en-US" altLang="en-US" sz="2000" b="0"/>
              <a:t>), (</a:t>
            </a:r>
            <a:r>
              <a:rPr lang="en-US" altLang="en-US" sz="2000" b="0" i="1"/>
              <a:t>d</a:t>
            </a:r>
            <a:r>
              <a:rPr lang="en-US" altLang="en-US" sz="2000" b="0"/>
              <a:t>, </a:t>
            </a:r>
            <a:r>
              <a:rPr lang="en-US" altLang="en-US" sz="2000" b="0" i="1"/>
              <a:t>g</a:t>
            </a:r>
            <a:r>
              <a:rPr lang="en-US" altLang="en-US" sz="2000" b="0"/>
              <a:t>), (</a:t>
            </a:r>
            <a:r>
              <a:rPr lang="en-US" altLang="en-US" sz="2000" b="0" i="1"/>
              <a:t>e</a:t>
            </a:r>
            <a:r>
              <a:rPr lang="en-US" altLang="en-US" sz="2000" b="0"/>
              <a:t>, </a:t>
            </a:r>
            <a:r>
              <a:rPr lang="en-US" altLang="en-US" sz="2000" b="0" i="1"/>
              <a:t>g</a:t>
            </a:r>
            <a:r>
              <a:rPr lang="en-US" altLang="en-US" sz="2000" b="0"/>
              <a:t>).</a:t>
            </a:r>
            <a:endParaRPr lang="tr-TR" altLang="en-US" sz="2000" b="0"/>
          </a:p>
          <a:p>
            <a:pPr marL="636588" lvl="1" indent="-104775">
              <a:buFont typeface="Times New Roman" panose="02020603050405020304" pitchFamily="18" charset="0"/>
              <a:buNone/>
            </a:pPr>
            <a:r>
              <a:rPr lang="en-US" altLang="en-US" sz="2000" b="0"/>
              <a:t>We now combine pairs of states into larger groups</a:t>
            </a:r>
            <a:r>
              <a:rPr lang="tr-TR" altLang="en-US" sz="2000" b="0"/>
              <a:t> </a:t>
            </a:r>
            <a:r>
              <a:rPr lang="en-US" altLang="en-US" sz="2000" b="0"/>
              <a:t>of equivalent states. The last three pairs can be</a:t>
            </a:r>
            <a:r>
              <a:rPr lang="tr-TR" altLang="en-US" sz="2000" b="0"/>
              <a:t> </a:t>
            </a:r>
            <a:r>
              <a:rPr lang="en-US" altLang="en-US" sz="2000" b="0"/>
              <a:t>combined into a set of three equivalent states (</a:t>
            </a:r>
            <a:r>
              <a:rPr lang="en-US" altLang="en-US" sz="2000" b="0" i="1"/>
              <a:t>d</a:t>
            </a:r>
            <a:r>
              <a:rPr lang="en-US" altLang="en-US" sz="2000" b="0"/>
              <a:t>, </a:t>
            </a:r>
            <a:r>
              <a:rPr lang="en-US" altLang="en-US" sz="2000" b="0" i="1"/>
              <a:t>e</a:t>
            </a:r>
            <a:r>
              <a:rPr lang="en-US" altLang="en-US" sz="2000" b="0"/>
              <a:t>,</a:t>
            </a:r>
            <a:r>
              <a:rPr lang="en-US" altLang="en-US" sz="2000" b="0" i="1"/>
              <a:t>g</a:t>
            </a:r>
            <a:r>
              <a:rPr lang="en-US" altLang="en-US" sz="2000" b="0"/>
              <a:t>) because each one of the states in the group is</a:t>
            </a:r>
            <a:r>
              <a:rPr lang="tr-TR" altLang="en-US" sz="2000" b="0"/>
              <a:t> </a:t>
            </a:r>
            <a:r>
              <a:rPr lang="en-US" altLang="en-US" sz="2000" b="0"/>
              <a:t>equivalent to the other two. The final partition of</a:t>
            </a:r>
            <a:r>
              <a:rPr lang="tr-TR" altLang="en-US" sz="2000" b="0"/>
              <a:t> </a:t>
            </a:r>
            <a:r>
              <a:rPr lang="en-US" altLang="en-US" sz="2000" b="0"/>
              <a:t>these states consists of the equivalent states found</a:t>
            </a:r>
            <a:r>
              <a:rPr lang="tr-TR" altLang="en-US" sz="2000" b="0"/>
              <a:t> </a:t>
            </a:r>
            <a:r>
              <a:rPr lang="en-US" altLang="en-US" sz="2000" b="0"/>
              <a:t>from the implication table, together with all the</a:t>
            </a:r>
            <a:r>
              <a:rPr lang="tr-TR" altLang="en-US" sz="2000" b="0"/>
              <a:t> </a:t>
            </a:r>
            <a:r>
              <a:rPr lang="en-US" altLang="en-US" sz="2000" b="0"/>
              <a:t>remaining states in the state table that are not</a:t>
            </a:r>
            <a:r>
              <a:rPr lang="tr-TR" altLang="en-US" sz="2000" b="0"/>
              <a:t> </a:t>
            </a:r>
            <a:r>
              <a:rPr lang="en-US" altLang="en-US" sz="2000" b="0"/>
              <a:t>equivalent to any other state:</a:t>
            </a:r>
          </a:p>
          <a:p>
            <a:pPr marL="636588" lvl="1" indent="-104775" algn="ctr">
              <a:buFont typeface="Times New Roman" panose="02020603050405020304" pitchFamily="18" charset="0"/>
              <a:buNone/>
            </a:pPr>
            <a:r>
              <a:rPr lang="en-US" altLang="en-US" sz="2000" b="0"/>
              <a:t>(</a:t>
            </a:r>
            <a:r>
              <a:rPr lang="en-US" altLang="en-US" sz="2000" b="0" i="1"/>
              <a:t>a</a:t>
            </a:r>
            <a:r>
              <a:rPr lang="en-US" altLang="en-US" sz="2000" b="0"/>
              <a:t>, </a:t>
            </a:r>
            <a:r>
              <a:rPr lang="en-US" altLang="en-US" sz="2000" b="0" i="1"/>
              <a:t>b</a:t>
            </a:r>
            <a:r>
              <a:rPr lang="en-US" altLang="en-US" sz="2000" b="0"/>
              <a:t>) (</a:t>
            </a:r>
            <a:r>
              <a:rPr lang="en-US" altLang="en-US" sz="2000" b="0" i="1"/>
              <a:t>c</a:t>
            </a:r>
            <a:r>
              <a:rPr lang="en-US" altLang="en-US" sz="2000" b="0"/>
              <a:t>) (</a:t>
            </a:r>
            <a:r>
              <a:rPr lang="en-US" altLang="en-US" sz="2000" b="0" i="1"/>
              <a:t>d</a:t>
            </a:r>
            <a:r>
              <a:rPr lang="en-US" altLang="en-US" sz="2000" b="0"/>
              <a:t>, </a:t>
            </a:r>
            <a:r>
              <a:rPr lang="en-US" altLang="en-US" sz="2000" b="0" i="1"/>
              <a:t>e</a:t>
            </a:r>
            <a:r>
              <a:rPr lang="en-US" altLang="en-US" sz="2000" b="0"/>
              <a:t>, </a:t>
            </a:r>
            <a:r>
              <a:rPr lang="en-US" altLang="en-US" sz="2000" b="0" i="1"/>
              <a:t>g</a:t>
            </a:r>
            <a:r>
              <a:rPr lang="en-US" altLang="en-US" sz="2000" b="0"/>
              <a:t>) (</a:t>
            </a:r>
            <a:r>
              <a:rPr lang="en-US" altLang="en-US" sz="2000" b="0" i="1"/>
              <a:t>f</a:t>
            </a:r>
            <a:r>
              <a:rPr lang="en-US" altLang="en-US" sz="2000" b="0"/>
              <a:t>)</a:t>
            </a:r>
          </a:p>
          <a:p>
            <a:pPr marL="636588" lvl="1" indent="-104775">
              <a:buFont typeface="Times New Roman" panose="02020603050405020304" pitchFamily="18" charset="0"/>
              <a:buNone/>
            </a:pPr>
            <a:r>
              <a:rPr lang="en-US" altLang="en-US" sz="2000" b="0"/>
              <a:t>The reduced state table is:</a:t>
            </a:r>
          </a:p>
          <a:p>
            <a:pPr marL="636588" lvl="1" indent="-104775">
              <a:buFont typeface="Times New Roman" panose="02020603050405020304" pitchFamily="18" charset="0"/>
              <a:buNone/>
            </a:pPr>
            <a:endParaRPr lang="en-US" altLang="en-US" sz="2000" b="0"/>
          </a:p>
          <a:p>
            <a:pPr marL="457200" indent="-457200"/>
            <a:endParaRPr lang="en-US" altLang="en-US" sz="2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075C5-89B3-4A9D-8ED4-F34CB258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A3E1C-35F3-453E-9082-5A36693C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497B8-A795-424E-8E00-BB5EDCC8E226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905218" name="Rectangle 2">
            <a:extLst>
              <a:ext uri="{FF2B5EF4-FFF2-40B4-BE49-F238E27FC236}">
                <a16:creationId xmlns:a16="http://schemas.microsoft.com/office/drawing/2014/main" id="{A841F4F1-3123-49BB-BF64-69A473E59E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/>
              <a:t>Implication Table</a:t>
            </a:r>
            <a:endParaRPr lang="en-US" altLang="en-US"/>
          </a:p>
        </p:txBody>
      </p:sp>
      <p:sp>
        <p:nvSpPr>
          <p:cNvPr id="905219" name="Rectangle 3">
            <a:extLst>
              <a:ext uri="{FF2B5EF4-FFF2-40B4-BE49-F238E27FC236}">
                <a16:creationId xmlns:a16="http://schemas.microsoft.com/office/drawing/2014/main" id="{242C235C-DB9A-4B16-A38B-7C1C0CCB8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836613"/>
            <a:ext cx="8280400" cy="1057275"/>
          </a:xfrm>
        </p:spPr>
        <p:txBody>
          <a:bodyPr/>
          <a:lstStyle/>
          <a:p>
            <a:pPr marL="636588" lvl="1" indent="-104775">
              <a:buFont typeface="Times New Roman" panose="02020603050405020304" pitchFamily="18" charset="0"/>
              <a:buNone/>
            </a:pPr>
            <a:endParaRPr lang="en-US" altLang="en-US" b="0"/>
          </a:p>
          <a:p>
            <a:pPr marL="457200" indent="-457200"/>
            <a:endParaRPr lang="en-US" altLang="en-US"/>
          </a:p>
        </p:txBody>
      </p:sp>
      <p:pic>
        <p:nvPicPr>
          <p:cNvPr id="905220" name="Picture 4">
            <a:extLst>
              <a:ext uri="{FF2B5EF4-FFF2-40B4-BE49-F238E27FC236}">
                <a16:creationId xmlns:a16="http://schemas.microsoft.com/office/drawing/2014/main" id="{9C3A51B7-EA62-452E-A20B-85AEF3BDD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30000" contrast="-24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1520825"/>
            <a:ext cx="5400675" cy="223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524B72A-05A6-429C-9EF4-3CD8E7F8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87905B-0AB3-4E4A-9D64-258C6527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00495-0901-4B93-A4B3-909D92B2CEBE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879618" name="Rectangle 2">
            <a:extLst>
              <a:ext uri="{FF2B5EF4-FFF2-40B4-BE49-F238E27FC236}">
                <a16:creationId xmlns:a16="http://schemas.microsoft.com/office/drawing/2014/main" id="{32C27BD0-1898-4FFF-BAD7-A955B40C65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>
                <a:ea typeface="新細明體" panose="02020500000000000000" pitchFamily="18" charset="-120"/>
              </a:rPr>
              <a:t>State Assignment</a:t>
            </a:r>
          </a:p>
        </p:txBody>
      </p:sp>
      <p:sp>
        <p:nvSpPr>
          <p:cNvPr id="879619" name="Rectangle 3">
            <a:extLst>
              <a:ext uri="{FF2B5EF4-FFF2-40B4-BE49-F238E27FC236}">
                <a16:creationId xmlns:a16="http://schemas.microsoft.com/office/drawing/2014/main" id="{766E1AE6-6B35-4992-A1B5-932A99D89E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089025"/>
            <a:ext cx="8280400" cy="2711450"/>
          </a:xfrm>
        </p:spPr>
        <p:txBody>
          <a:bodyPr lIns="90488" tIns="44450" rIns="90488" bIns="44450"/>
          <a:lstStyle/>
          <a:p>
            <a:r>
              <a:rPr lang="en-US" altLang="zh-TW">
                <a:ea typeface="新細明體" panose="02020500000000000000" pitchFamily="18" charset="-120"/>
              </a:rPr>
              <a:t>State Assignment </a:t>
            </a:r>
            <a:endParaRPr lang="tr-TR" altLang="zh-TW"/>
          </a:p>
          <a:p>
            <a:r>
              <a:rPr lang="en-US" altLang="zh-TW">
                <a:ea typeface="新細明體" panose="02020500000000000000" pitchFamily="18" charset="-120"/>
              </a:rPr>
              <a:t>To minimize the cost of the combinational circuits.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Three possible binary state assignments. (</a:t>
            </a:r>
            <a:r>
              <a:rPr lang="en-US" altLang="zh-TW" i="1">
                <a:ea typeface="新細明體" panose="02020500000000000000" pitchFamily="18" charset="-120"/>
              </a:rPr>
              <a:t>m</a:t>
            </a:r>
            <a:r>
              <a:rPr lang="en-US" altLang="zh-TW">
                <a:ea typeface="新細明體" panose="02020500000000000000" pitchFamily="18" charset="-120"/>
              </a:rPr>
              <a:t> states need </a:t>
            </a:r>
            <a:r>
              <a:rPr lang="en-US" altLang="zh-TW" i="1">
                <a:ea typeface="新細明體" panose="02020500000000000000" pitchFamily="18" charset="-120"/>
              </a:rPr>
              <a:t>n</a:t>
            </a:r>
            <a:r>
              <a:rPr lang="en-US" altLang="zh-TW">
                <a:ea typeface="新細明體" panose="02020500000000000000" pitchFamily="18" charset="-120"/>
              </a:rPr>
              <a:t>-bits, where 2</a:t>
            </a:r>
            <a:r>
              <a:rPr lang="en-US" altLang="zh-TW" i="1" baseline="30000">
                <a:ea typeface="新細明體" panose="02020500000000000000" pitchFamily="18" charset="-120"/>
              </a:rPr>
              <a:t>n</a:t>
            </a:r>
            <a:r>
              <a:rPr lang="en-US" altLang="zh-TW">
                <a:ea typeface="新細明體" panose="02020500000000000000" pitchFamily="18" charset="-120"/>
              </a:rPr>
              <a:t> &gt; </a:t>
            </a:r>
            <a:r>
              <a:rPr lang="en-US" altLang="zh-TW" i="1">
                <a:ea typeface="新細明體" panose="02020500000000000000" pitchFamily="18" charset="-120"/>
              </a:rPr>
              <a:t>m</a:t>
            </a:r>
            <a:r>
              <a:rPr lang="en-US" altLang="zh-TW">
                <a:ea typeface="新細明體" panose="02020500000000000000" pitchFamily="18" charset="-120"/>
              </a:rPr>
              <a:t>)</a:t>
            </a:r>
          </a:p>
          <a:p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879620" name="Picture 5">
            <a:extLst>
              <a:ext uri="{FF2B5EF4-FFF2-40B4-BE49-F238E27FC236}">
                <a16:creationId xmlns:a16="http://schemas.microsoft.com/office/drawing/2014/main" id="{30505926-160E-4D66-88BA-9D7AA1528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8" y="3033713"/>
            <a:ext cx="7215187" cy="311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C4EEAAE-3748-451A-B669-D6DD3984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7121FD-EADC-41BE-8651-FDCA2B72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68F9-4C91-4675-ACCC-3BAACE6C83B8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880642" name="Rectangle 2">
            <a:extLst>
              <a:ext uri="{FF2B5EF4-FFF2-40B4-BE49-F238E27FC236}">
                <a16:creationId xmlns:a16="http://schemas.microsoft.com/office/drawing/2014/main" id="{5A05EFF7-86F2-4383-8FC6-D9FE7DB719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80643" name="Rectangle 3">
            <a:extLst>
              <a:ext uri="{FF2B5EF4-FFF2-40B4-BE49-F238E27FC236}">
                <a16:creationId xmlns:a16="http://schemas.microsoft.com/office/drawing/2014/main" id="{987BB3AF-29DC-4156-8187-04CD9044CE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 lIns="90488" tIns="44450" rIns="90488" bIns="44450"/>
          <a:lstStyle/>
          <a:p>
            <a:pPr lvl="1"/>
            <a:r>
              <a:rPr lang="en-US" altLang="zh-TW">
                <a:ea typeface="新細明體" panose="02020500000000000000" pitchFamily="18" charset="-120"/>
              </a:rPr>
              <a:t>Any binary number assignment is satisfactory as long as each state is assigned a unique number.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Use binary assignment 1.</a:t>
            </a:r>
          </a:p>
          <a:p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880644" name="Picture 5">
            <a:extLst>
              <a:ext uri="{FF2B5EF4-FFF2-40B4-BE49-F238E27FC236}">
                <a16:creationId xmlns:a16="http://schemas.microsoft.com/office/drawing/2014/main" id="{2040EA15-4040-4762-8237-601A636D8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838" y="2801938"/>
            <a:ext cx="696595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7421114-6818-4ED0-AFEA-808637D7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34FFC75-D8EB-4127-B79C-CE7586CC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9784-8EED-4054-B08D-D2D8562270A6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881666" name="Rectangle 2">
            <a:extLst>
              <a:ext uri="{FF2B5EF4-FFF2-40B4-BE49-F238E27FC236}">
                <a16:creationId xmlns:a16="http://schemas.microsoft.com/office/drawing/2014/main" id="{63BD9559-1F13-44FC-A5AA-B1D8645AFB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71550" y="214313"/>
            <a:ext cx="7921625" cy="423862"/>
          </a:xfrm>
        </p:spPr>
        <p:txBody>
          <a:bodyPr lIns="0" tIns="0" rIns="0" bIns="0" anchor="ctr"/>
          <a:lstStyle/>
          <a:p>
            <a:r>
              <a:rPr lang="en-US" altLang="zh-TW">
                <a:ea typeface="新細明體" panose="02020500000000000000" pitchFamily="18" charset="-120"/>
              </a:rPr>
              <a:t>	Design Procedure 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D23F4CE-FD38-4E49-A503-1D309616210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/>
          <a:lstStyle/>
          <a:p>
            <a:r>
              <a:rPr lang="en-US" altLang="zh-TW">
                <a:ea typeface="新細明體" panose="02020500000000000000" pitchFamily="18" charset="-120"/>
              </a:rPr>
              <a:t>Design Procedure for sequential circuit</a:t>
            </a:r>
          </a:p>
          <a:p>
            <a:pPr lvl="1" algn="just"/>
            <a:r>
              <a:rPr lang="en-US" altLang="zh-TW">
                <a:ea typeface="新細明體" panose="02020500000000000000" pitchFamily="18" charset="-120"/>
              </a:rPr>
              <a:t>The word description of the circuit behavior to get a state diagram; </a:t>
            </a:r>
            <a:endParaRPr lang="tr-TR" altLang="zh-TW"/>
          </a:p>
          <a:p>
            <a:pPr lvl="1" algn="just"/>
            <a:r>
              <a:rPr lang="en-US" altLang="zh-TW">
                <a:ea typeface="新細明體" panose="02020500000000000000" pitchFamily="18" charset="-120"/>
              </a:rPr>
              <a:t>State reduction if necessary; </a:t>
            </a:r>
            <a:endParaRPr lang="tr-TR" altLang="zh-TW"/>
          </a:p>
          <a:p>
            <a:pPr lvl="1" algn="just"/>
            <a:r>
              <a:rPr lang="en-US" altLang="zh-TW">
                <a:ea typeface="新細明體" panose="02020500000000000000" pitchFamily="18" charset="-120"/>
              </a:rPr>
              <a:t>Assign binary values to the states; 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Obtain the binary-coded state table; 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Choose the type of flip-flops; 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Derive the simplified flip-flop input equations and output equations; 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Draw the logic diagram; 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ooter Placeholder 4">
            <a:extLst>
              <a:ext uri="{FF2B5EF4-FFF2-40B4-BE49-F238E27FC236}">
                <a16:creationId xmlns:a16="http://schemas.microsoft.com/office/drawing/2014/main" id="{53617D66-D5E8-41F9-AE07-D1EDC3DD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81" name="Slide Number Placeholder 5">
            <a:extLst>
              <a:ext uri="{FF2B5EF4-FFF2-40B4-BE49-F238E27FC236}">
                <a16:creationId xmlns:a16="http://schemas.microsoft.com/office/drawing/2014/main" id="{3E9C60FA-7B6C-442D-B17B-CF3CEDFA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EEBD-351E-4682-BFD5-D00C2E826166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841730" name="Rectangle 2">
            <a:extLst>
              <a:ext uri="{FF2B5EF4-FFF2-40B4-BE49-F238E27FC236}">
                <a16:creationId xmlns:a16="http://schemas.microsoft.com/office/drawing/2014/main" id="{79E7A116-B96E-4EA9-BD2C-9ACE249B3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</a:t>
            </a:r>
          </a:p>
        </p:txBody>
      </p:sp>
      <p:sp>
        <p:nvSpPr>
          <p:cNvPr id="841731" name="Rectangle 3">
            <a:extLst>
              <a:ext uri="{FF2B5EF4-FFF2-40B4-BE49-F238E27FC236}">
                <a16:creationId xmlns:a16="http://schemas.microsoft.com/office/drawing/2014/main" id="{8C811C73-E443-4CF8-983C-DEEC59DD9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pSp>
        <p:nvGrpSpPr>
          <p:cNvPr id="841732" name="Group 4">
            <a:extLst>
              <a:ext uri="{FF2B5EF4-FFF2-40B4-BE49-F238E27FC236}">
                <a16:creationId xmlns:a16="http://schemas.microsoft.com/office/drawing/2014/main" id="{DEB92828-F982-4C83-9CAA-8E6728E1F161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1733" name="AutoShape 5">
              <a:extLst>
                <a:ext uri="{FF2B5EF4-FFF2-40B4-BE49-F238E27FC236}">
                  <a16:creationId xmlns:a16="http://schemas.microsoft.com/office/drawing/2014/main" id="{1BA64E09-1F67-4E79-B797-5DF6B3180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34" name="Line 6">
              <a:extLst>
                <a:ext uri="{FF2B5EF4-FFF2-40B4-BE49-F238E27FC236}">
                  <a16:creationId xmlns:a16="http://schemas.microsoft.com/office/drawing/2014/main" id="{D8435877-1D2A-4A04-B759-02AC0CE92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35" name="Line 7">
              <a:extLst>
                <a:ext uri="{FF2B5EF4-FFF2-40B4-BE49-F238E27FC236}">
                  <a16:creationId xmlns:a16="http://schemas.microsoft.com/office/drawing/2014/main" id="{BF5BD528-08FC-4C0D-96A9-239CA0520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36" name="Line 8">
              <a:extLst>
                <a:ext uri="{FF2B5EF4-FFF2-40B4-BE49-F238E27FC236}">
                  <a16:creationId xmlns:a16="http://schemas.microsoft.com/office/drawing/2014/main" id="{F2541C7A-2062-437E-97BA-F515C2DBD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41737" name="Group 9">
            <a:extLst>
              <a:ext uri="{FF2B5EF4-FFF2-40B4-BE49-F238E27FC236}">
                <a16:creationId xmlns:a16="http://schemas.microsoft.com/office/drawing/2014/main" id="{A7AFF0BA-EAB3-411B-ACF8-73F55E6F1E2E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1738" name="Line 10">
              <a:extLst>
                <a:ext uri="{FF2B5EF4-FFF2-40B4-BE49-F238E27FC236}">
                  <a16:creationId xmlns:a16="http://schemas.microsoft.com/office/drawing/2014/main" id="{B078803C-2CE3-46C1-8452-026FB2AB5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39" name="Line 11">
              <a:extLst>
                <a:ext uri="{FF2B5EF4-FFF2-40B4-BE49-F238E27FC236}">
                  <a16:creationId xmlns:a16="http://schemas.microsoft.com/office/drawing/2014/main" id="{1A85FC41-668B-4DCF-A3B0-29AB8B1853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0" name="Line 12">
              <a:extLst>
                <a:ext uri="{FF2B5EF4-FFF2-40B4-BE49-F238E27FC236}">
                  <a16:creationId xmlns:a16="http://schemas.microsoft.com/office/drawing/2014/main" id="{8FF2EB72-D9F4-4119-B7A1-1E2BD1B38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1" name="Line 13">
              <a:extLst>
                <a:ext uri="{FF2B5EF4-FFF2-40B4-BE49-F238E27FC236}">
                  <a16:creationId xmlns:a16="http://schemas.microsoft.com/office/drawing/2014/main" id="{ECE93882-FB4C-48F2-9790-C65F286524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2" name="Line 14">
              <a:extLst>
                <a:ext uri="{FF2B5EF4-FFF2-40B4-BE49-F238E27FC236}">
                  <a16:creationId xmlns:a16="http://schemas.microsoft.com/office/drawing/2014/main" id="{1B28D697-4CD6-4B10-B55C-749C49774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3" name="Line 15">
              <a:extLst>
                <a:ext uri="{FF2B5EF4-FFF2-40B4-BE49-F238E27FC236}">
                  <a16:creationId xmlns:a16="http://schemas.microsoft.com/office/drawing/2014/main" id="{02A72A20-5840-4B9E-B880-96DA310D6F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4" name="Line 16">
              <a:extLst>
                <a:ext uri="{FF2B5EF4-FFF2-40B4-BE49-F238E27FC236}">
                  <a16:creationId xmlns:a16="http://schemas.microsoft.com/office/drawing/2014/main" id="{A39115DC-AFF8-4C44-BDBF-5AE8C6D60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5" name="Line 17">
              <a:extLst>
                <a:ext uri="{FF2B5EF4-FFF2-40B4-BE49-F238E27FC236}">
                  <a16:creationId xmlns:a16="http://schemas.microsoft.com/office/drawing/2014/main" id="{D4796486-F898-4467-B4B1-F7A3AA6AB0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6" name="Line 18">
              <a:extLst>
                <a:ext uri="{FF2B5EF4-FFF2-40B4-BE49-F238E27FC236}">
                  <a16:creationId xmlns:a16="http://schemas.microsoft.com/office/drawing/2014/main" id="{12AE1670-5AB0-4569-8D4C-E115FD187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7" name="Line 19">
              <a:extLst>
                <a:ext uri="{FF2B5EF4-FFF2-40B4-BE49-F238E27FC236}">
                  <a16:creationId xmlns:a16="http://schemas.microsoft.com/office/drawing/2014/main" id="{CD99EECF-F957-47AA-8B58-0EE174CAC4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8" name="Line 20">
              <a:extLst>
                <a:ext uri="{FF2B5EF4-FFF2-40B4-BE49-F238E27FC236}">
                  <a16:creationId xmlns:a16="http://schemas.microsoft.com/office/drawing/2014/main" id="{8BECE91F-46E9-4F91-9BEB-15A6B077F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49" name="Line 21">
              <a:extLst>
                <a:ext uri="{FF2B5EF4-FFF2-40B4-BE49-F238E27FC236}">
                  <a16:creationId xmlns:a16="http://schemas.microsoft.com/office/drawing/2014/main" id="{55F3C9AD-7604-4AA3-A22D-76E666BF6C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0" name="Line 22">
              <a:extLst>
                <a:ext uri="{FF2B5EF4-FFF2-40B4-BE49-F238E27FC236}">
                  <a16:creationId xmlns:a16="http://schemas.microsoft.com/office/drawing/2014/main" id="{ACF1AD70-3B3D-47B9-B006-082B96982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1" name="Line 23">
              <a:extLst>
                <a:ext uri="{FF2B5EF4-FFF2-40B4-BE49-F238E27FC236}">
                  <a16:creationId xmlns:a16="http://schemas.microsoft.com/office/drawing/2014/main" id="{78BD27C6-A325-41D3-ACA4-2518AA0008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2" name="Line 24">
              <a:extLst>
                <a:ext uri="{FF2B5EF4-FFF2-40B4-BE49-F238E27FC236}">
                  <a16:creationId xmlns:a16="http://schemas.microsoft.com/office/drawing/2014/main" id="{7436537E-F668-46B7-B6AF-585A2AE40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3" name="Line 25">
              <a:extLst>
                <a:ext uri="{FF2B5EF4-FFF2-40B4-BE49-F238E27FC236}">
                  <a16:creationId xmlns:a16="http://schemas.microsoft.com/office/drawing/2014/main" id="{C5476FC4-DD71-44BA-860D-41CD13DFA3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4" name="Line 26">
              <a:extLst>
                <a:ext uri="{FF2B5EF4-FFF2-40B4-BE49-F238E27FC236}">
                  <a16:creationId xmlns:a16="http://schemas.microsoft.com/office/drawing/2014/main" id="{C4E6115C-0C28-48D5-BE1D-4BD4BDB23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5" name="Line 27">
              <a:extLst>
                <a:ext uri="{FF2B5EF4-FFF2-40B4-BE49-F238E27FC236}">
                  <a16:creationId xmlns:a16="http://schemas.microsoft.com/office/drawing/2014/main" id="{E768E394-FC8A-4744-BDFA-E3A71DC03E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6" name="Line 28">
              <a:extLst>
                <a:ext uri="{FF2B5EF4-FFF2-40B4-BE49-F238E27FC236}">
                  <a16:creationId xmlns:a16="http://schemas.microsoft.com/office/drawing/2014/main" id="{CAF30151-F4EC-4E75-8F76-DF90EC921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7" name="Line 29">
              <a:extLst>
                <a:ext uri="{FF2B5EF4-FFF2-40B4-BE49-F238E27FC236}">
                  <a16:creationId xmlns:a16="http://schemas.microsoft.com/office/drawing/2014/main" id="{69206B69-9E6A-46A1-99A5-E14D5A74BD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8" name="Line 30">
              <a:extLst>
                <a:ext uri="{FF2B5EF4-FFF2-40B4-BE49-F238E27FC236}">
                  <a16:creationId xmlns:a16="http://schemas.microsoft.com/office/drawing/2014/main" id="{8CE8A223-38F6-4720-9AD4-3D885F324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59" name="Line 31">
              <a:extLst>
                <a:ext uri="{FF2B5EF4-FFF2-40B4-BE49-F238E27FC236}">
                  <a16:creationId xmlns:a16="http://schemas.microsoft.com/office/drawing/2014/main" id="{308A8A35-A949-4570-B2B6-04C3A2A36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60" name="Line 32">
              <a:extLst>
                <a:ext uri="{FF2B5EF4-FFF2-40B4-BE49-F238E27FC236}">
                  <a16:creationId xmlns:a16="http://schemas.microsoft.com/office/drawing/2014/main" id="{AEC1B3FC-AC9C-4996-930F-2D5A28625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61" name="Line 33">
              <a:extLst>
                <a:ext uri="{FF2B5EF4-FFF2-40B4-BE49-F238E27FC236}">
                  <a16:creationId xmlns:a16="http://schemas.microsoft.com/office/drawing/2014/main" id="{0A83B254-72EB-4D3F-A128-0C5D2D906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62" name="Line 34">
              <a:extLst>
                <a:ext uri="{FF2B5EF4-FFF2-40B4-BE49-F238E27FC236}">
                  <a16:creationId xmlns:a16="http://schemas.microsoft.com/office/drawing/2014/main" id="{D4E7FA32-1A1C-44F1-B7DD-40DB776C35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63" name="Line 35">
              <a:extLst>
                <a:ext uri="{FF2B5EF4-FFF2-40B4-BE49-F238E27FC236}">
                  <a16:creationId xmlns:a16="http://schemas.microsoft.com/office/drawing/2014/main" id="{5D48F3FA-46B2-4196-B143-6B815D4F4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64" name="Line 36">
              <a:extLst>
                <a:ext uri="{FF2B5EF4-FFF2-40B4-BE49-F238E27FC236}">
                  <a16:creationId xmlns:a16="http://schemas.microsoft.com/office/drawing/2014/main" id="{C4C8174F-8973-428E-A950-3E9BAFD482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65" name="Line 37">
              <a:extLst>
                <a:ext uri="{FF2B5EF4-FFF2-40B4-BE49-F238E27FC236}">
                  <a16:creationId xmlns:a16="http://schemas.microsoft.com/office/drawing/2014/main" id="{EF20C4C6-E543-4EF0-ADB8-CA71FA0B57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66" name="Line 38">
              <a:extLst>
                <a:ext uri="{FF2B5EF4-FFF2-40B4-BE49-F238E27FC236}">
                  <a16:creationId xmlns:a16="http://schemas.microsoft.com/office/drawing/2014/main" id="{DE56C3C7-87D8-4098-9BD6-CAAD12C776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1767" name="Line 39">
              <a:extLst>
                <a:ext uri="{FF2B5EF4-FFF2-40B4-BE49-F238E27FC236}">
                  <a16:creationId xmlns:a16="http://schemas.microsoft.com/office/drawing/2014/main" id="{30128A07-8240-4CB7-858F-A2BAF5804B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41768" name="Oval 40">
            <a:extLst>
              <a:ext uri="{FF2B5EF4-FFF2-40B4-BE49-F238E27FC236}">
                <a16:creationId xmlns:a16="http://schemas.microsoft.com/office/drawing/2014/main" id="{9A3D70AB-AEC2-4D1D-BE3A-48A0FB065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0688" y="2995613"/>
            <a:ext cx="1260475" cy="59690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41769" name="Freeform 41">
            <a:extLst>
              <a:ext uri="{FF2B5EF4-FFF2-40B4-BE49-F238E27FC236}">
                <a16:creationId xmlns:a16="http://schemas.microsoft.com/office/drawing/2014/main" id="{7C56F4A3-DF32-40D6-9EE6-C176BA84C999}"/>
              </a:ext>
            </a:extLst>
          </p:cNvPr>
          <p:cNvSpPr>
            <a:spLocks/>
          </p:cNvSpPr>
          <p:nvPr/>
        </p:nvSpPr>
        <p:spPr bwMode="auto">
          <a:xfrm rot="-2244927">
            <a:off x="1430338" y="2528888"/>
            <a:ext cx="439737" cy="665162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1770" name="Oval 42">
            <a:extLst>
              <a:ext uri="{FF2B5EF4-FFF2-40B4-BE49-F238E27FC236}">
                <a16:creationId xmlns:a16="http://schemas.microsoft.com/office/drawing/2014/main" id="{42569832-A154-4BC1-A94C-1284BDA83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91025" y="2995613"/>
            <a:ext cx="1260475" cy="59690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41771" name="Oval 43">
            <a:extLst>
              <a:ext uri="{FF2B5EF4-FFF2-40B4-BE49-F238E27FC236}">
                <a16:creationId xmlns:a16="http://schemas.microsoft.com/office/drawing/2014/main" id="{F3722C7E-9086-4A16-8BA6-E7FBA042CC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275" y="5229225"/>
            <a:ext cx="1258888" cy="595313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41772" name="Freeform 44">
            <a:extLst>
              <a:ext uri="{FF2B5EF4-FFF2-40B4-BE49-F238E27FC236}">
                <a16:creationId xmlns:a16="http://schemas.microsoft.com/office/drawing/2014/main" id="{9728636C-6D79-42FA-9B4B-B8D49536493A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1343819" y="4299744"/>
            <a:ext cx="1592262" cy="177800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1773" name="Oval 45">
            <a:extLst>
              <a:ext uri="{FF2B5EF4-FFF2-40B4-BE49-F238E27FC236}">
                <a16:creationId xmlns:a16="http://schemas.microsoft.com/office/drawing/2014/main" id="{496C18FB-0A2F-4D23-BAFC-1FC22FDD1A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92613" y="5229225"/>
            <a:ext cx="1258887" cy="595313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41774" name="Freeform 46">
            <a:extLst>
              <a:ext uri="{FF2B5EF4-FFF2-40B4-BE49-F238E27FC236}">
                <a16:creationId xmlns:a16="http://schemas.microsoft.com/office/drawing/2014/main" id="{C6899F1E-11F8-4BA5-9637-CDFEDFA60D19}"/>
              </a:ext>
            </a:extLst>
          </p:cNvPr>
          <p:cNvSpPr>
            <a:spLocks/>
          </p:cNvSpPr>
          <p:nvPr/>
        </p:nvSpPr>
        <p:spPr bwMode="auto">
          <a:xfrm rot="5400000">
            <a:off x="4388644" y="4315619"/>
            <a:ext cx="1625600" cy="179388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1775" name="Freeform 47">
            <a:extLst>
              <a:ext uri="{FF2B5EF4-FFF2-40B4-BE49-F238E27FC236}">
                <a16:creationId xmlns:a16="http://schemas.microsoft.com/office/drawing/2014/main" id="{837CB4C0-1710-4039-8101-D86D22A96616}"/>
              </a:ext>
            </a:extLst>
          </p:cNvPr>
          <p:cNvSpPr>
            <a:spLocks/>
          </p:cNvSpPr>
          <p:nvPr/>
        </p:nvSpPr>
        <p:spPr bwMode="auto">
          <a:xfrm rot="10800000">
            <a:off x="2951163" y="5580063"/>
            <a:ext cx="1441450" cy="19843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1776" name="Rectangle 48">
            <a:extLst>
              <a:ext uri="{FF2B5EF4-FFF2-40B4-BE49-F238E27FC236}">
                <a16:creationId xmlns:a16="http://schemas.microsoft.com/office/drawing/2014/main" id="{CCE59A6F-8986-4E67-A073-7BA2717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595563"/>
            <a:ext cx="360363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777" name="Rectangle 49">
            <a:extLst>
              <a:ext uri="{FF2B5EF4-FFF2-40B4-BE49-F238E27FC236}">
                <a16:creationId xmlns:a16="http://schemas.microsoft.com/office/drawing/2014/main" id="{5D5B9143-9808-43F4-8ACF-A135006A4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187825"/>
            <a:ext cx="358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778" name="Rectangle 50">
            <a:extLst>
              <a:ext uri="{FF2B5EF4-FFF2-40B4-BE49-F238E27FC236}">
                <a16:creationId xmlns:a16="http://schemas.microsoft.com/office/drawing/2014/main" id="{7E6192F2-CCDF-416D-9A37-304D672F9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780088"/>
            <a:ext cx="35877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779" name="Rectangle 51">
            <a:extLst>
              <a:ext uri="{FF2B5EF4-FFF2-40B4-BE49-F238E27FC236}">
                <a16:creationId xmlns:a16="http://schemas.microsoft.com/office/drawing/2014/main" id="{8FE18DDD-2CAB-480C-8A7B-F6EAC3B7A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87825"/>
            <a:ext cx="358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780" name="Rectangle 52">
            <a:extLst>
              <a:ext uri="{FF2B5EF4-FFF2-40B4-BE49-F238E27FC236}">
                <a16:creationId xmlns:a16="http://schemas.microsoft.com/office/drawing/2014/main" id="{C5366AD6-1AC5-42E3-8818-058C6FBAC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4352925"/>
            <a:ext cx="360363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781" name="Freeform 53">
            <a:extLst>
              <a:ext uri="{FF2B5EF4-FFF2-40B4-BE49-F238E27FC236}">
                <a16:creationId xmlns:a16="http://schemas.microsoft.com/office/drawing/2014/main" id="{6DF0F630-CB01-46BC-8BCD-8E977DCBCE7D}"/>
              </a:ext>
            </a:extLst>
          </p:cNvPr>
          <p:cNvSpPr>
            <a:spLocks/>
          </p:cNvSpPr>
          <p:nvPr/>
        </p:nvSpPr>
        <p:spPr bwMode="auto">
          <a:xfrm rot="-8007457">
            <a:off x="1327944" y="5522119"/>
            <a:ext cx="485775" cy="601663"/>
          </a:xfrm>
          <a:custGeom>
            <a:avLst/>
            <a:gdLst>
              <a:gd name="T0" fmla="*/ 30 w 277"/>
              <a:gd name="T1" fmla="*/ 369 h 379"/>
              <a:gd name="T2" fmla="*/ 2 w 277"/>
              <a:gd name="T3" fmla="*/ 124 h 379"/>
              <a:gd name="T4" fmla="*/ 44 w 277"/>
              <a:gd name="T5" fmla="*/ 38 h 379"/>
              <a:gd name="T6" fmla="*/ 142 w 277"/>
              <a:gd name="T7" fmla="*/ 0 h 379"/>
              <a:gd name="T8" fmla="*/ 236 w 277"/>
              <a:gd name="T9" fmla="*/ 36 h 379"/>
              <a:gd name="T10" fmla="*/ 274 w 277"/>
              <a:gd name="T11" fmla="*/ 126 h 379"/>
              <a:gd name="T12" fmla="*/ 255 w 277"/>
              <a:gd name="T13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1782" name="Rectangle 54">
            <a:extLst>
              <a:ext uri="{FF2B5EF4-FFF2-40B4-BE49-F238E27FC236}">
                <a16:creationId xmlns:a16="http://schemas.microsoft.com/office/drawing/2014/main" id="{1B13DB79-E421-4295-8895-1E1B1EE97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778500"/>
            <a:ext cx="360363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783" name="Line 55">
            <a:extLst>
              <a:ext uri="{FF2B5EF4-FFF2-40B4-BE49-F238E27FC236}">
                <a16:creationId xmlns:a16="http://schemas.microsoft.com/office/drawing/2014/main" id="{0B57789F-2D7F-4363-A988-478F1950C2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22575" y="3470275"/>
            <a:ext cx="1711325" cy="1790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1784" name="Freeform 56">
            <a:extLst>
              <a:ext uri="{FF2B5EF4-FFF2-40B4-BE49-F238E27FC236}">
                <a16:creationId xmlns:a16="http://schemas.microsoft.com/office/drawing/2014/main" id="{FB6A9E14-FE27-4D88-91CF-47B036B85F85}"/>
              </a:ext>
            </a:extLst>
          </p:cNvPr>
          <p:cNvSpPr>
            <a:spLocks/>
          </p:cNvSpPr>
          <p:nvPr/>
        </p:nvSpPr>
        <p:spPr bwMode="auto">
          <a:xfrm flipH="1" flipV="1">
            <a:off x="2951163" y="3359150"/>
            <a:ext cx="1439862" cy="196850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1785" name="Rectangle 57">
            <a:extLst>
              <a:ext uri="{FF2B5EF4-FFF2-40B4-BE49-F238E27FC236}">
                <a16:creationId xmlns:a16="http://schemas.microsoft.com/office/drawing/2014/main" id="{B9DD9A45-DBAB-4FB7-982D-1DBE0962C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556000"/>
            <a:ext cx="358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786" name="Rectangle 58">
            <a:extLst>
              <a:ext uri="{FF2B5EF4-FFF2-40B4-BE49-F238E27FC236}">
                <a16:creationId xmlns:a16="http://schemas.microsoft.com/office/drawing/2014/main" id="{155A3954-EE0C-404E-9A21-7B26DF2F7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563813"/>
            <a:ext cx="360362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400" b="1">
              <a:solidFill>
                <a:srgbClr val="99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787" name="Freeform 59">
            <a:extLst>
              <a:ext uri="{FF2B5EF4-FFF2-40B4-BE49-F238E27FC236}">
                <a16:creationId xmlns:a16="http://schemas.microsoft.com/office/drawing/2014/main" id="{FFD42467-8FD8-4D1D-972E-0808FA7C36F3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2951163" y="2960688"/>
            <a:ext cx="1439862" cy="198437"/>
          </a:xfrm>
          <a:custGeom>
            <a:avLst/>
            <a:gdLst>
              <a:gd name="T0" fmla="*/ 0 w 907"/>
              <a:gd name="T1" fmla="*/ 113 h 113"/>
              <a:gd name="T2" fmla="*/ 454 w 907"/>
              <a:gd name="T3" fmla="*/ 0 h 113"/>
              <a:gd name="T4" fmla="*/ 907 w 907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41788" name="Group 60">
            <a:extLst>
              <a:ext uri="{FF2B5EF4-FFF2-40B4-BE49-F238E27FC236}">
                <a16:creationId xmlns:a16="http://schemas.microsoft.com/office/drawing/2014/main" id="{CF7F3BFA-7656-4026-8AEA-1A6C48558394}"/>
              </a:ext>
            </a:extLst>
          </p:cNvPr>
          <p:cNvGraphicFramePr>
            <a:graphicFrameLocks noGrp="1"/>
          </p:cNvGraphicFramePr>
          <p:nvPr/>
        </p:nvGraphicFramePr>
        <p:xfrm>
          <a:off x="6732588" y="3429000"/>
          <a:ext cx="1787525" cy="2392363"/>
        </p:xfrm>
        <a:graphic>
          <a:graphicData uri="http://schemas.openxmlformats.org/drawingml/2006/table">
            <a:tbl>
              <a:tblPr/>
              <a:tblGrid>
                <a:gridCol w="893762">
                  <a:extLst>
                    <a:ext uri="{9D8B030D-6E8A-4147-A177-3AD203B41FA5}">
                      <a16:colId xmlns:a16="http://schemas.microsoft.com/office/drawing/2014/main" val="76783954"/>
                    </a:ext>
                  </a:extLst>
                </a:gridCol>
                <a:gridCol w="893763">
                  <a:extLst>
                    <a:ext uri="{9D8B030D-6E8A-4147-A177-3AD203B41FA5}">
                      <a16:colId xmlns:a16="http://schemas.microsoft.com/office/drawing/2014/main" val="1543088978"/>
                    </a:ext>
                  </a:extLst>
                </a:gridCol>
              </a:tblGrid>
              <a:tr h="4778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B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967521"/>
                  </a:ext>
                </a:extLst>
              </a:tr>
              <a:tr h="4794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245214"/>
                  </a:ext>
                </a:extLst>
              </a:tr>
              <a:tr h="4778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883448"/>
                  </a:ext>
                </a:extLst>
              </a:tr>
              <a:tr h="4794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52764"/>
                  </a:ext>
                </a:extLst>
              </a:tr>
              <a:tr h="4778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92943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4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4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4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4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4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4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4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84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84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4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4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84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84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84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84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84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84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4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4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4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4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768" grpId="0" animBg="1"/>
      <p:bldP spid="841770" grpId="0" animBg="1"/>
      <p:bldP spid="841771" grpId="0" animBg="1"/>
      <p:bldP spid="841773" grpId="0" animBg="1"/>
      <p:bldP spid="841776" grpId="0"/>
      <p:bldP spid="841777" grpId="0"/>
      <p:bldP spid="841778" grpId="0"/>
      <p:bldP spid="841779" grpId="0"/>
      <p:bldP spid="841780" grpId="0"/>
      <p:bldP spid="841782" grpId="0"/>
      <p:bldP spid="841785" grpId="0"/>
      <p:bldP spid="84178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Footer Placeholder 4">
            <a:extLst>
              <a:ext uri="{FF2B5EF4-FFF2-40B4-BE49-F238E27FC236}">
                <a16:creationId xmlns:a16="http://schemas.microsoft.com/office/drawing/2014/main" id="{E968FA75-141E-4ADF-96C1-E3D261AA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42" name="Slide Number Placeholder 5">
            <a:extLst>
              <a:ext uri="{FF2B5EF4-FFF2-40B4-BE49-F238E27FC236}">
                <a16:creationId xmlns:a16="http://schemas.microsoft.com/office/drawing/2014/main" id="{6EA78519-F163-45D4-A30C-9446D483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4FAC1-21F1-427C-904A-24941724FC7A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843778" name="Rectangle 2">
            <a:extLst>
              <a:ext uri="{FF2B5EF4-FFF2-40B4-BE49-F238E27FC236}">
                <a16:creationId xmlns:a16="http://schemas.microsoft.com/office/drawing/2014/main" id="{6E422575-FA39-4789-939B-64550712F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</a:t>
            </a:r>
          </a:p>
        </p:txBody>
      </p:sp>
      <p:sp>
        <p:nvSpPr>
          <p:cNvPr id="843779" name="Rectangle 3">
            <a:extLst>
              <a:ext uri="{FF2B5EF4-FFF2-40B4-BE49-F238E27FC236}">
                <a16:creationId xmlns:a16="http://schemas.microsoft.com/office/drawing/2014/main" id="{3E273B3E-469F-484C-AF25-504D22EA3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aphicFrame>
        <p:nvGraphicFramePr>
          <p:cNvPr id="843780" name="Group 4">
            <a:extLst>
              <a:ext uri="{FF2B5EF4-FFF2-40B4-BE49-F238E27FC236}">
                <a16:creationId xmlns:a16="http://schemas.microsoft.com/office/drawing/2014/main" id="{205AB8F2-2277-4082-B741-B2615F84CE26}"/>
              </a:ext>
            </a:extLst>
          </p:cNvPr>
          <p:cNvGraphicFramePr>
            <a:graphicFrameLocks noGrp="1"/>
          </p:cNvGraphicFramePr>
          <p:nvPr/>
        </p:nvGraphicFramePr>
        <p:xfrm>
          <a:off x="614363" y="2349500"/>
          <a:ext cx="3957637" cy="4005263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16242996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358692998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122998446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76728453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58732826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4034565527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57167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486479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596854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898860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43971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821286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411503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472067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457247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005160"/>
                  </a:ext>
                </a:extLst>
              </a:tr>
            </a:tbl>
          </a:graphicData>
        </a:graphic>
      </p:graphicFrame>
      <p:sp>
        <p:nvSpPr>
          <p:cNvPr id="843858" name="Rectangle 82">
            <a:extLst>
              <a:ext uri="{FF2B5EF4-FFF2-40B4-BE49-F238E27FC236}">
                <a16:creationId xmlns:a16="http://schemas.microsoft.com/office/drawing/2014/main" id="{50A139EF-014B-48BC-B7D7-559C7B14E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7713" y="3387725"/>
            <a:ext cx="809625" cy="636588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3859" name="Rectangle 83">
            <a:extLst>
              <a:ext uri="{FF2B5EF4-FFF2-40B4-BE49-F238E27FC236}">
                <a16:creationId xmlns:a16="http://schemas.microsoft.com/office/drawing/2014/main" id="{3665A373-CA8D-4C61-AF18-F4435B7A3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336925"/>
            <a:ext cx="14478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843860" name="Group 84">
            <a:extLst>
              <a:ext uri="{FF2B5EF4-FFF2-40B4-BE49-F238E27FC236}">
                <a16:creationId xmlns:a16="http://schemas.microsoft.com/office/drawing/2014/main" id="{A4499C49-B72F-46E6-A3A9-92387A38B082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3861" name="AutoShape 85">
              <a:extLst>
                <a:ext uri="{FF2B5EF4-FFF2-40B4-BE49-F238E27FC236}">
                  <a16:creationId xmlns:a16="http://schemas.microsoft.com/office/drawing/2014/main" id="{E0EBFC41-78C8-44DD-9150-87669FD14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62" name="Line 86">
              <a:extLst>
                <a:ext uri="{FF2B5EF4-FFF2-40B4-BE49-F238E27FC236}">
                  <a16:creationId xmlns:a16="http://schemas.microsoft.com/office/drawing/2014/main" id="{A6753F84-D855-4409-85F8-5B6AADB5E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63" name="Line 87">
              <a:extLst>
                <a:ext uri="{FF2B5EF4-FFF2-40B4-BE49-F238E27FC236}">
                  <a16:creationId xmlns:a16="http://schemas.microsoft.com/office/drawing/2014/main" id="{B10B5DA2-C8C4-47AE-AC18-42D236C90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64" name="Line 88">
              <a:extLst>
                <a:ext uri="{FF2B5EF4-FFF2-40B4-BE49-F238E27FC236}">
                  <a16:creationId xmlns:a16="http://schemas.microsoft.com/office/drawing/2014/main" id="{F935B90E-A70A-45E0-AB57-68AF26594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43865" name="Group 89">
            <a:extLst>
              <a:ext uri="{FF2B5EF4-FFF2-40B4-BE49-F238E27FC236}">
                <a16:creationId xmlns:a16="http://schemas.microsoft.com/office/drawing/2014/main" id="{22E6AE4F-65D4-45E2-80A4-32EC286410BD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3866" name="Line 90">
              <a:extLst>
                <a:ext uri="{FF2B5EF4-FFF2-40B4-BE49-F238E27FC236}">
                  <a16:creationId xmlns:a16="http://schemas.microsoft.com/office/drawing/2014/main" id="{CCE3D3AC-3C48-41CB-A4AD-4A111D794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67" name="Line 91">
              <a:extLst>
                <a:ext uri="{FF2B5EF4-FFF2-40B4-BE49-F238E27FC236}">
                  <a16:creationId xmlns:a16="http://schemas.microsoft.com/office/drawing/2014/main" id="{95C3F5C5-6C45-45B3-B869-7E423FBE52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68" name="Line 92">
              <a:extLst>
                <a:ext uri="{FF2B5EF4-FFF2-40B4-BE49-F238E27FC236}">
                  <a16:creationId xmlns:a16="http://schemas.microsoft.com/office/drawing/2014/main" id="{9F0230B7-C7AB-4924-A627-5F04E1568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69" name="Line 93">
              <a:extLst>
                <a:ext uri="{FF2B5EF4-FFF2-40B4-BE49-F238E27FC236}">
                  <a16:creationId xmlns:a16="http://schemas.microsoft.com/office/drawing/2014/main" id="{12913E50-8A03-4E25-83EF-23228E7537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0" name="Line 94">
              <a:extLst>
                <a:ext uri="{FF2B5EF4-FFF2-40B4-BE49-F238E27FC236}">
                  <a16:creationId xmlns:a16="http://schemas.microsoft.com/office/drawing/2014/main" id="{4A37C084-7C63-4E3D-B8E5-DA2BDBD09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1" name="Line 95">
              <a:extLst>
                <a:ext uri="{FF2B5EF4-FFF2-40B4-BE49-F238E27FC236}">
                  <a16:creationId xmlns:a16="http://schemas.microsoft.com/office/drawing/2014/main" id="{C70BD9F9-5335-4A94-B715-182D18AFEA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2" name="Line 96">
              <a:extLst>
                <a:ext uri="{FF2B5EF4-FFF2-40B4-BE49-F238E27FC236}">
                  <a16:creationId xmlns:a16="http://schemas.microsoft.com/office/drawing/2014/main" id="{889D4814-EAF1-46FA-A6E1-3D945E17E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3" name="Line 97">
              <a:extLst>
                <a:ext uri="{FF2B5EF4-FFF2-40B4-BE49-F238E27FC236}">
                  <a16:creationId xmlns:a16="http://schemas.microsoft.com/office/drawing/2014/main" id="{2EE50854-F7F7-42AF-BD67-0C99EB039A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4" name="Line 98">
              <a:extLst>
                <a:ext uri="{FF2B5EF4-FFF2-40B4-BE49-F238E27FC236}">
                  <a16:creationId xmlns:a16="http://schemas.microsoft.com/office/drawing/2014/main" id="{23903140-E796-4CBF-BF8C-B8DBC7E5F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5" name="Line 99">
              <a:extLst>
                <a:ext uri="{FF2B5EF4-FFF2-40B4-BE49-F238E27FC236}">
                  <a16:creationId xmlns:a16="http://schemas.microsoft.com/office/drawing/2014/main" id="{979E682E-2F0C-4F84-AB74-C4B80EFB4E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6" name="Line 100">
              <a:extLst>
                <a:ext uri="{FF2B5EF4-FFF2-40B4-BE49-F238E27FC236}">
                  <a16:creationId xmlns:a16="http://schemas.microsoft.com/office/drawing/2014/main" id="{EF0253DD-16E7-4B96-AB78-31061E986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7" name="Line 101">
              <a:extLst>
                <a:ext uri="{FF2B5EF4-FFF2-40B4-BE49-F238E27FC236}">
                  <a16:creationId xmlns:a16="http://schemas.microsoft.com/office/drawing/2014/main" id="{8E247B7F-BC31-40A2-BE92-FF723B0EC5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8" name="Line 102">
              <a:extLst>
                <a:ext uri="{FF2B5EF4-FFF2-40B4-BE49-F238E27FC236}">
                  <a16:creationId xmlns:a16="http://schemas.microsoft.com/office/drawing/2014/main" id="{8DB62DB0-F0B3-4B7F-8BF1-AD5CC71FD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79" name="Line 103">
              <a:extLst>
                <a:ext uri="{FF2B5EF4-FFF2-40B4-BE49-F238E27FC236}">
                  <a16:creationId xmlns:a16="http://schemas.microsoft.com/office/drawing/2014/main" id="{31120A9C-8B20-498A-B548-11FDBB74D5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0" name="Line 104">
              <a:extLst>
                <a:ext uri="{FF2B5EF4-FFF2-40B4-BE49-F238E27FC236}">
                  <a16:creationId xmlns:a16="http://schemas.microsoft.com/office/drawing/2014/main" id="{86FF8AA1-1BB5-447F-900D-7358D1AF7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1" name="Line 105">
              <a:extLst>
                <a:ext uri="{FF2B5EF4-FFF2-40B4-BE49-F238E27FC236}">
                  <a16:creationId xmlns:a16="http://schemas.microsoft.com/office/drawing/2014/main" id="{A10BC606-FA48-41C0-9ED4-AE2666E916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2" name="Line 106">
              <a:extLst>
                <a:ext uri="{FF2B5EF4-FFF2-40B4-BE49-F238E27FC236}">
                  <a16:creationId xmlns:a16="http://schemas.microsoft.com/office/drawing/2014/main" id="{144FC8B8-37B2-4AE6-9E8C-B7743D8C3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3" name="Line 107">
              <a:extLst>
                <a:ext uri="{FF2B5EF4-FFF2-40B4-BE49-F238E27FC236}">
                  <a16:creationId xmlns:a16="http://schemas.microsoft.com/office/drawing/2014/main" id="{4F65BE70-701F-4FFF-9BB0-EF16F3D72B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4" name="Line 108">
              <a:extLst>
                <a:ext uri="{FF2B5EF4-FFF2-40B4-BE49-F238E27FC236}">
                  <a16:creationId xmlns:a16="http://schemas.microsoft.com/office/drawing/2014/main" id="{42074FF5-BF55-4AB9-BC73-076B702A0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5" name="Line 109">
              <a:extLst>
                <a:ext uri="{FF2B5EF4-FFF2-40B4-BE49-F238E27FC236}">
                  <a16:creationId xmlns:a16="http://schemas.microsoft.com/office/drawing/2014/main" id="{C68FF437-C9BD-4E1A-B9B1-8A4DDC959B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6" name="Line 110">
              <a:extLst>
                <a:ext uri="{FF2B5EF4-FFF2-40B4-BE49-F238E27FC236}">
                  <a16:creationId xmlns:a16="http://schemas.microsoft.com/office/drawing/2014/main" id="{9ECBDE40-93F9-419F-904C-D2C165726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7" name="Line 111">
              <a:extLst>
                <a:ext uri="{FF2B5EF4-FFF2-40B4-BE49-F238E27FC236}">
                  <a16:creationId xmlns:a16="http://schemas.microsoft.com/office/drawing/2014/main" id="{C6E2E8C0-0A08-4ABC-AC5E-A0B469674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8" name="Line 112">
              <a:extLst>
                <a:ext uri="{FF2B5EF4-FFF2-40B4-BE49-F238E27FC236}">
                  <a16:creationId xmlns:a16="http://schemas.microsoft.com/office/drawing/2014/main" id="{CF7256BA-2DEF-4483-B2AB-2F828F29D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89" name="Line 113">
              <a:extLst>
                <a:ext uri="{FF2B5EF4-FFF2-40B4-BE49-F238E27FC236}">
                  <a16:creationId xmlns:a16="http://schemas.microsoft.com/office/drawing/2014/main" id="{3AB652B1-C2AF-4CE0-9082-35E32DB0B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90" name="Line 114">
              <a:extLst>
                <a:ext uri="{FF2B5EF4-FFF2-40B4-BE49-F238E27FC236}">
                  <a16:creationId xmlns:a16="http://schemas.microsoft.com/office/drawing/2014/main" id="{1E80BDBA-7871-49B7-8D20-57A19456D2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91" name="Line 115">
              <a:extLst>
                <a:ext uri="{FF2B5EF4-FFF2-40B4-BE49-F238E27FC236}">
                  <a16:creationId xmlns:a16="http://schemas.microsoft.com/office/drawing/2014/main" id="{700ECC2E-EC5F-41C4-9567-79EE459BC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92" name="Line 116">
              <a:extLst>
                <a:ext uri="{FF2B5EF4-FFF2-40B4-BE49-F238E27FC236}">
                  <a16:creationId xmlns:a16="http://schemas.microsoft.com/office/drawing/2014/main" id="{68A6010E-CDF9-4D6B-8D35-66B876CAD3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93" name="Line 117">
              <a:extLst>
                <a:ext uri="{FF2B5EF4-FFF2-40B4-BE49-F238E27FC236}">
                  <a16:creationId xmlns:a16="http://schemas.microsoft.com/office/drawing/2014/main" id="{750BCA27-A9EF-48A0-B0E5-6384206425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94" name="Line 118">
              <a:extLst>
                <a:ext uri="{FF2B5EF4-FFF2-40B4-BE49-F238E27FC236}">
                  <a16:creationId xmlns:a16="http://schemas.microsoft.com/office/drawing/2014/main" id="{3D346A06-86A8-49C4-8548-C417490FDD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95" name="Line 119">
              <a:extLst>
                <a:ext uri="{FF2B5EF4-FFF2-40B4-BE49-F238E27FC236}">
                  <a16:creationId xmlns:a16="http://schemas.microsoft.com/office/drawing/2014/main" id="{9FCBF4A0-46CC-4CE4-BF26-28C249FE17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43896" name="Group 120">
            <a:extLst>
              <a:ext uri="{FF2B5EF4-FFF2-40B4-BE49-F238E27FC236}">
                <a16:creationId xmlns:a16="http://schemas.microsoft.com/office/drawing/2014/main" id="{1FF7ACEF-CB03-4A15-9516-1FD2779ADE71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2889250"/>
            <a:ext cx="3959225" cy="3273425"/>
            <a:chOff x="612" y="1593"/>
            <a:chExt cx="2948" cy="2277"/>
          </a:xfrm>
        </p:grpSpPr>
        <p:sp>
          <p:nvSpPr>
            <p:cNvPr id="843897" name="Oval 121">
              <a:extLst>
                <a:ext uri="{FF2B5EF4-FFF2-40B4-BE49-F238E27FC236}">
                  <a16:creationId xmlns:a16="http://schemas.microsoft.com/office/drawing/2014/main" id="{F7955EB8-A6E2-4770-A868-B498DE837A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65" y="1887"/>
              <a:ext cx="794" cy="376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2400" b="1" baseline="-2500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>
                  <a:solidFill>
                    <a:srgbClr val="99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43898" name="Freeform 122">
              <a:extLst>
                <a:ext uri="{FF2B5EF4-FFF2-40B4-BE49-F238E27FC236}">
                  <a16:creationId xmlns:a16="http://schemas.microsoft.com/office/drawing/2014/main" id="{4A9E35A3-AC0E-4A30-B201-3CCB56AF39EF}"/>
                </a:ext>
              </a:extLst>
            </p:cNvPr>
            <p:cNvSpPr>
              <a:spLocks/>
            </p:cNvSpPr>
            <p:nvPr/>
          </p:nvSpPr>
          <p:spPr bwMode="auto">
            <a:xfrm rot="-2244927">
              <a:off x="901" y="1593"/>
              <a:ext cx="277" cy="419"/>
            </a:xfrm>
            <a:custGeom>
              <a:avLst/>
              <a:gdLst>
                <a:gd name="T0" fmla="*/ 30 w 277"/>
                <a:gd name="T1" fmla="*/ 369 h 379"/>
                <a:gd name="T2" fmla="*/ 2 w 277"/>
                <a:gd name="T3" fmla="*/ 124 h 379"/>
                <a:gd name="T4" fmla="*/ 44 w 277"/>
                <a:gd name="T5" fmla="*/ 38 h 379"/>
                <a:gd name="T6" fmla="*/ 142 w 277"/>
                <a:gd name="T7" fmla="*/ 0 h 379"/>
                <a:gd name="T8" fmla="*/ 236 w 277"/>
                <a:gd name="T9" fmla="*/ 36 h 379"/>
                <a:gd name="T10" fmla="*/ 274 w 277"/>
                <a:gd name="T11" fmla="*/ 126 h 379"/>
                <a:gd name="T12" fmla="*/ 255 w 277"/>
                <a:gd name="T13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7" h="379">
                  <a:moveTo>
                    <a:pt x="30" y="369"/>
                  </a:moveTo>
                  <a:cubicBezTo>
                    <a:pt x="25" y="328"/>
                    <a:pt x="0" y="179"/>
                    <a:pt x="2" y="124"/>
                  </a:cubicBezTo>
                  <a:cubicBezTo>
                    <a:pt x="4" y="69"/>
                    <a:pt x="21" y="59"/>
                    <a:pt x="44" y="38"/>
                  </a:cubicBezTo>
                  <a:cubicBezTo>
                    <a:pt x="67" y="17"/>
                    <a:pt x="110" y="0"/>
                    <a:pt x="142" y="0"/>
                  </a:cubicBezTo>
                  <a:cubicBezTo>
                    <a:pt x="174" y="0"/>
                    <a:pt x="214" y="15"/>
                    <a:pt x="236" y="36"/>
                  </a:cubicBezTo>
                  <a:cubicBezTo>
                    <a:pt x="258" y="57"/>
                    <a:pt x="271" y="69"/>
                    <a:pt x="274" y="126"/>
                  </a:cubicBezTo>
                  <a:cubicBezTo>
                    <a:pt x="277" y="183"/>
                    <a:pt x="259" y="326"/>
                    <a:pt x="255" y="379"/>
                  </a:cubicBezTo>
                </a:path>
              </a:pathLst>
            </a:custGeom>
            <a:noFill/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899" name="Oval 123">
              <a:extLst>
                <a:ext uri="{FF2B5EF4-FFF2-40B4-BE49-F238E27FC236}">
                  <a16:creationId xmlns:a16="http://schemas.microsoft.com/office/drawing/2014/main" id="{01B19EE6-82F1-45DD-B338-FEE359B446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6" y="1887"/>
              <a:ext cx="794" cy="376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2400" b="1" baseline="-2500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en-US" altLang="en-US" sz="2400" b="1">
                  <a:solidFill>
                    <a:srgbClr val="99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43900" name="Oval 124">
              <a:extLst>
                <a:ext uri="{FF2B5EF4-FFF2-40B4-BE49-F238E27FC236}">
                  <a16:creationId xmlns:a16="http://schemas.microsoft.com/office/drawing/2014/main" id="{1346E346-B771-43F5-93ED-4BE1A71CEE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66" y="3294"/>
              <a:ext cx="793" cy="375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2400" b="1" baseline="-2500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en-US" altLang="en-US" sz="2400" b="1">
                  <a:solidFill>
                    <a:srgbClr val="99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3901" name="Freeform 125">
              <a:extLst>
                <a:ext uri="{FF2B5EF4-FFF2-40B4-BE49-F238E27FC236}">
                  <a16:creationId xmlns:a16="http://schemas.microsoft.com/office/drawing/2014/main" id="{27146D00-7426-4762-B9AE-F4EB75B112AC}"/>
                </a:ext>
              </a:extLst>
            </p:cNvPr>
            <p:cNvSpPr>
              <a:spLocks/>
            </p:cNvSpPr>
            <p:nvPr/>
          </p:nvSpPr>
          <p:spPr bwMode="auto">
            <a:xfrm rot="5400000" flipH="1" flipV="1">
              <a:off x="846" y="2709"/>
              <a:ext cx="1003" cy="112"/>
            </a:xfrm>
            <a:custGeom>
              <a:avLst/>
              <a:gdLst>
                <a:gd name="T0" fmla="*/ 0 w 907"/>
                <a:gd name="T1" fmla="*/ 113 h 113"/>
                <a:gd name="T2" fmla="*/ 454 w 907"/>
                <a:gd name="T3" fmla="*/ 0 h 113"/>
                <a:gd name="T4" fmla="*/ 907 w 907"/>
                <a:gd name="T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902" name="Oval 126">
              <a:extLst>
                <a:ext uri="{FF2B5EF4-FFF2-40B4-BE49-F238E27FC236}">
                  <a16:creationId xmlns:a16="http://schemas.microsoft.com/office/drawing/2014/main" id="{FAD8FD94-072A-4750-BBA4-A7D605651C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7" y="3294"/>
              <a:ext cx="793" cy="375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2400" b="1" baseline="-2500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en-US" altLang="en-US" sz="2400" b="1">
                  <a:solidFill>
                    <a:srgbClr val="99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43903" name="Freeform 127">
              <a:extLst>
                <a:ext uri="{FF2B5EF4-FFF2-40B4-BE49-F238E27FC236}">
                  <a16:creationId xmlns:a16="http://schemas.microsoft.com/office/drawing/2014/main" id="{27CA5193-5E75-4F13-B2E4-D673DEDC234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765" y="2718"/>
              <a:ext cx="1024" cy="113"/>
            </a:xfrm>
            <a:custGeom>
              <a:avLst/>
              <a:gdLst>
                <a:gd name="T0" fmla="*/ 0 w 907"/>
                <a:gd name="T1" fmla="*/ 113 h 113"/>
                <a:gd name="T2" fmla="*/ 454 w 907"/>
                <a:gd name="T3" fmla="*/ 0 h 113"/>
                <a:gd name="T4" fmla="*/ 907 w 907"/>
                <a:gd name="T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904" name="Freeform 128">
              <a:extLst>
                <a:ext uri="{FF2B5EF4-FFF2-40B4-BE49-F238E27FC236}">
                  <a16:creationId xmlns:a16="http://schemas.microsoft.com/office/drawing/2014/main" id="{3EA754E7-A86B-4EF6-974B-9E177337640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859" y="3515"/>
              <a:ext cx="908" cy="125"/>
            </a:xfrm>
            <a:custGeom>
              <a:avLst/>
              <a:gdLst>
                <a:gd name="T0" fmla="*/ 0 w 907"/>
                <a:gd name="T1" fmla="*/ 113 h 113"/>
                <a:gd name="T2" fmla="*/ 454 w 907"/>
                <a:gd name="T3" fmla="*/ 0 h 113"/>
                <a:gd name="T4" fmla="*/ 907 w 907"/>
                <a:gd name="T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905" name="Rectangle 129">
              <a:extLst>
                <a:ext uri="{FF2B5EF4-FFF2-40B4-BE49-F238E27FC236}">
                  <a16:creationId xmlns:a16="http://schemas.microsoft.com/office/drawing/2014/main" id="{79BB746B-9348-4CD3-9A24-0DD94A665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635"/>
              <a:ext cx="22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906" name="Rectangle 130">
              <a:extLst>
                <a:ext uri="{FF2B5EF4-FFF2-40B4-BE49-F238E27FC236}">
                  <a16:creationId xmlns:a16="http://schemas.microsoft.com/office/drawing/2014/main" id="{19B3F9ED-8F3C-45B5-9616-DF812B401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2638"/>
              <a:ext cx="226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907" name="Rectangle 131">
              <a:extLst>
                <a:ext uri="{FF2B5EF4-FFF2-40B4-BE49-F238E27FC236}">
                  <a16:creationId xmlns:a16="http://schemas.microsoft.com/office/drawing/2014/main" id="{35700B6B-343D-49AF-AA0F-BCD8DC267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3642"/>
              <a:ext cx="22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908" name="Rectangle 132">
              <a:extLst>
                <a:ext uri="{FF2B5EF4-FFF2-40B4-BE49-F238E27FC236}">
                  <a16:creationId xmlns:a16="http://schemas.microsoft.com/office/drawing/2014/main" id="{0F572C68-4049-4882-A96C-DF3701895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638"/>
              <a:ext cx="226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909" name="Rectangle 133">
              <a:extLst>
                <a:ext uri="{FF2B5EF4-FFF2-40B4-BE49-F238E27FC236}">
                  <a16:creationId xmlns:a16="http://schemas.microsoft.com/office/drawing/2014/main" id="{EE93BA34-3326-48BF-8A02-0A7F5160B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" y="2741"/>
              <a:ext cx="22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910" name="Freeform 134">
              <a:extLst>
                <a:ext uri="{FF2B5EF4-FFF2-40B4-BE49-F238E27FC236}">
                  <a16:creationId xmlns:a16="http://schemas.microsoft.com/office/drawing/2014/main" id="{D3E1BDB6-234A-4FF4-9916-A90A130CF291}"/>
                </a:ext>
              </a:extLst>
            </p:cNvPr>
            <p:cNvSpPr>
              <a:spLocks/>
            </p:cNvSpPr>
            <p:nvPr/>
          </p:nvSpPr>
          <p:spPr bwMode="auto">
            <a:xfrm rot="-8007457">
              <a:off x="837" y="3478"/>
              <a:ext cx="306" cy="379"/>
            </a:xfrm>
            <a:custGeom>
              <a:avLst/>
              <a:gdLst>
                <a:gd name="T0" fmla="*/ 30 w 277"/>
                <a:gd name="T1" fmla="*/ 369 h 379"/>
                <a:gd name="T2" fmla="*/ 2 w 277"/>
                <a:gd name="T3" fmla="*/ 124 h 379"/>
                <a:gd name="T4" fmla="*/ 44 w 277"/>
                <a:gd name="T5" fmla="*/ 38 h 379"/>
                <a:gd name="T6" fmla="*/ 142 w 277"/>
                <a:gd name="T7" fmla="*/ 0 h 379"/>
                <a:gd name="T8" fmla="*/ 236 w 277"/>
                <a:gd name="T9" fmla="*/ 36 h 379"/>
                <a:gd name="T10" fmla="*/ 274 w 277"/>
                <a:gd name="T11" fmla="*/ 126 h 379"/>
                <a:gd name="T12" fmla="*/ 255 w 277"/>
                <a:gd name="T13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7" h="379">
                  <a:moveTo>
                    <a:pt x="30" y="369"/>
                  </a:moveTo>
                  <a:cubicBezTo>
                    <a:pt x="25" y="328"/>
                    <a:pt x="0" y="179"/>
                    <a:pt x="2" y="124"/>
                  </a:cubicBezTo>
                  <a:cubicBezTo>
                    <a:pt x="4" y="69"/>
                    <a:pt x="21" y="59"/>
                    <a:pt x="44" y="38"/>
                  </a:cubicBezTo>
                  <a:cubicBezTo>
                    <a:pt x="67" y="17"/>
                    <a:pt x="110" y="0"/>
                    <a:pt x="142" y="0"/>
                  </a:cubicBezTo>
                  <a:cubicBezTo>
                    <a:pt x="174" y="0"/>
                    <a:pt x="214" y="15"/>
                    <a:pt x="236" y="36"/>
                  </a:cubicBezTo>
                  <a:cubicBezTo>
                    <a:pt x="258" y="57"/>
                    <a:pt x="271" y="69"/>
                    <a:pt x="274" y="126"/>
                  </a:cubicBezTo>
                  <a:cubicBezTo>
                    <a:pt x="277" y="183"/>
                    <a:pt x="259" y="326"/>
                    <a:pt x="255" y="379"/>
                  </a:cubicBez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911" name="Rectangle 135">
              <a:extLst>
                <a:ext uri="{FF2B5EF4-FFF2-40B4-BE49-F238E27FC236}">
                  <a16:creationId xmlns:a16="http://schemas.microsoft.com/office/drawing/2014/main" id="{B4A2170A-D376-42EA-93BD-63E608BD0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3640"/>
              <a:ext cx="22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912" name="Line 136">
              <a:extLst>
                <a:ext uri="{FF2B5EF4-FFF2-40B4-BE49-F238E27FC236}">
                  <a16:creationId xmlns:a16="http://schemas.microsoft.com/office/drawing/2014/main" id="{B3783B59-050A-438A-9027-0F92B53E77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78" y="2186"/>
              <a:ext cx="1078" cy="11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913" name="Freeform 137">
              <a:extLst>
                <a:ext uri="{FF2B5EF4-FFF2-40B4-BE49-F238E27FC236}">
                  <a16:creationId xmlns:a16="http://schemas.microsoft.com/office/drawing/2014/main" id="{584348C1-EC14-4374-A2F0-E0AC18AC47F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859" y="2116"/>
              <a:ext cx="907" cy="124"/>
            </a:xfrm>
            <a:custGeom>
              <a:avLst/>
              <a:gdLst>
                <a:gd name="T0" fmla="*/ 0 w 907"/>
                <a:gd name="T1" fmla="*/ 113 h 113"/>
                <a:gd name="T2" fmla="*/ 454 w 907"/>
                <a:gd name="T3" fmla="*/ 0 h 113"/>
                <a:gd name="T4" fmla="*/ 907 w 907"/>
                <a:gd name="T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3914" name="Rectangle 138">
              <a:extLst>
                <a:ext uri="{FF2B5EF4-FFF2-40B4-BE49-F238E27FC236}">
                  <a16:creationId xmlns:a16="http://schemas.microsoft.com/office/drawing/2014/main" id="{A474F001-BB2A-49BF-A24B-626F4B635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2240"/>
              <a:ext cx="22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915" name="Rectangle 139">
              <a:extLst>
                <a:ext uri="{FF2B5EF4-FFF2-40B4-BE49-F238E27FC236}">
                  <a16:creationId xmlns:a16="http://schemas.microsoft.com/office/drawing/2014/main" id="{AB8580A8-55A9-4445-9416-3E8E0A2B2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1615"/>
              <a:ext cx="22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916" name="Freeform 140">
              <a:extLst>
                <a:ext uri="{FF2B5EF4-FFF2-40B4-BE49-F238E27FC236}">
                  <a16:creationId xmlns:a16="http://schemas.microsoft.com/office/drawing/2014/main" id="{2D80B197-2B96-4BE8-BFD5-36C689AF1EFD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1859" y="1865"/>
              <a:ext cx="907" cy="125"/>
            </a:xfrm>
            <a:custGeom>
              <a:avLst/>
              <a:gdLst>
                <a:gd name="T0" fmla="*/ 0 w 907"/>
                <a:gd name="T1" fmla="*/ 113 h 113"/>
                <a:gd name="T2" fmla="*/ 454 w 907"/>
                <a:gd name="T3" fmla="*/ 0 h 113"/>
                <a:gd name="T4" fmla="*/ 907 w 907"/>
                <a:gd name="T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4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4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96296E-6 L -0.00017 0.1094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43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4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0949 L -0.00017 0.21991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843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4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4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21991 L -0.00017 0.3303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843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4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4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ooter Placeholder 4">
            <a:extLst>
              <a:ext uri="{FF2B5EF4-FFF2-40B4-BE49-F238E27FC236}">
                <a16:creationId xmlns:a16="http://schemas.microsoft.com/office/drawing/2014/main" id="{719DEB80-C7A4-426D-A507-381E2327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22" name="Slide Number Placeholder 5">
            <a:extLst>
              <a:ext uri="{FF2B5EF4-FFF2-40B4-BE49-F238E27FC236}">
                <a16:creationId xmlns:a16="http://schemas.microsoft.com/office/drawing/2014/main" id="{1FEB6DCA-D6C5-4BA6-8EC9-B4236B4E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72D4-3DF2-428D-BF75-EA4045F2660E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845826" name="Rectangle 2">
            <a:extLst>
              <a:ext uri="{FF2B5EF4-FFF2-40B4-BE49-F238E27FC236}">
                <a16:creationId xmlns:a16="http://schemas.microsoft.com/office/drawing/2014/main" id="{019DFFCE-2162-4C0A-846C-DBFB2D9DE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</a:t>
            </a:r>
          </a:p>
        </p:txBody>
      </p:sp>
      <p:sp>
        <p:nvSpPr>
          <p:cNvPr id="845827" name="Rectangle 3">
            <a:extLst>
              <a:ext uri="{FF2B5EF4-FFF2-40B4-BE49-F238E27FC236}">
                <a16:creationId xmlns:a16="http://schemas.microsoft.com/office/drawing/2014/main" id="{2609132F-D250-468D-919F-5243F1018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aphicFrame>
        <p:nvGraphicFramePr>
          <p:cNvPr id="845828" name="Group 4">
            <a:extLst>
              <a:ext uri="{FF2B5EF4-FFF2-40B4-BE49-F238E27FC236}">
                <a16:creationId xmlns:a16="http://schemas.microsoft.com/office/drawing/2014/main" id="{7BBDEA54-70CF-4DD7-8901-BC3D7F61AA02}"/>
              </a:ext>
            </a:extLst>
          </p:cNvPr>
          <p:cNvGraphicFramePr>
            <a:graphicFrameLocks noGrp="1"/>
          </p:cNvGraphicFramePr>
          <p:nvPr/>
        </p:nvGraphicFramePr>
        <p:xfrm>
          <a:off x="614363" y="2349500"/>
          <a:ext cx="3957637" cy="4005263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51425957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935745460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1130067096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776513966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74279166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721699588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44272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316119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255200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048422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552735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980550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93135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933020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88738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137727"/>
                  </a:ext>
                </a:extLst>
              </a:tr>
            </a:tbl>
          </a:graphicData>
        </a:graphic>
      </p:graphicFrame>
      <p:sp>
        <p:nvSpPr>
          <p:cNvPr id="845906" name="Rectangle 82">
            <a:extLst>
              <a:ext uri="{FF2B5EF4-FFF2-40B4-BE49-F238E27FC236}">
                <a16:creationId xmlns:a16="http://schemas.microsoft.com/office/drawing/2014/main" id="{20BB8943-1610-42D8-8806-545410E28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336925"/>
            <a:ext cx="14478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1     1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845907" name="Group 83">
            <a:extLst>
              <a:ext uri="{FF2B5EF4-FFF2-40B4-BE49-F238E27FC236}">
                <a16:creationId xmlns:a16="http://schemas.microsoft.com/office/drawing/2014/main" id="{20E8A0DD-F399-473B-8E3C-931E591C230A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5908" name="AutoShape 84">
              <a:extLst>
                <a:ext uri="{FF2B5EF4-FFF2-40B4-BE49-F238E27FC236}">
                  <a16:creationId xmlns:a16="http://schemas.microsoft.com/office/drawing/2014/main" id="{3261FCFB-D27D-4820-9451-22B2EA969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09" name="Line 85">
              <a:extLst>
                <a:ext uri="{FF2B5EF4-FFF2-40B4-BE49-F238E27FC236}">
                  <a16:creationId xmlns:a16="http://schemas.microsoft.com/office/drawing/2014/main" id="{985F46A6-CF29-4C52-9000-6247FCD19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10" name="Line 86">
              <a:extLst>
                <a:ext uri="{FF2B5EF4-FFF2-40B4-BE49-F238E27FC236}">
                  <a16:creationId xmlns:a16="http://schemas.microsoft.com/office/drawing/2014/main" id="{8670FA28-5300-4E66-92EA-ED84F3BB5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11" name="Line 87">
              <a:extLst>
                <a:ext uri="{FF2B5EF4-FFF2-40B4-BE49-F238E27FC236}">
                  <a16:creationId xmlns:a16="http://schemas.microsoft.com/office/drawing/2014/main" id="{F134B797-5F47-466B-B024-341EF1AAC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45912" name="Group 88">
            <a:extLst>
              <a:ext uri="{FF2B5EF4-FFF2-40B4-BE49-F238E27FC236}">
                <a16:creationId xmlns:a16="http://schemas.microsoft.com/office/drawing/2014/main" id="{C75DBF9E-0EE5-45AB-89EC-1C53DE91B044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5913" name="Line 89">
              <a:extLst>
                <a:ext uri="{FF2B5EF4-FFF2-40B4-BE49-F238E27FC236}">
                  <a16:creationId xmlns:a16="http://schemas.microsoft.com/office/drawing/2014/main" id="{710B878D-E7B7-450F-A06F-BCBB3F07B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14" name="Line 90">
              <a:extLst>
                <a:ext uri="{FF2B5EF4-FFF2-40B4-BE49-F238E27FC236}">
                  <a16:creationId xmlns:a16="http://schemas.microsoft.com/office/drawing/2014/main" id="{1874FE3C-24CB-4020-A7D2-0A86C87670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15" name="Line 91">
              <a:extLst>
                <a:ext uri="{FF2B5EF4-FFF2-40B4-BE49-F238E27FC236}">
                  <a16:creationId xmlns:a16="http://schemas.microsoft.com/office/drawing/2014/main" id="{001C6B9F-E0B9-44D4-8602-389A418DB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16" name="Line 92">
              <a:extLst>
                <a:ext uri="{FF2B5EF4-FFF2-40B4-BE49-F238E27FC236}">
                  <a16:creationId xmlns:a16="http://schemas.microsoft.com/office/drawing/2014/main" id="{966E09F4-D3ED-44D0-BA0B-6F46B86A6A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17" name="Line 93">
              <a:extLst>
                <a:ext uri="{FF2B5EF4-FFF2-40B4-BE49-F238E27FC236}">
                  <a16:creationId xmlns:a16="http://schemas.microsoft.com/office/drawing/2014/main" id="{0F58DD7D-6E0C-42F0-B069-81B7747F3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18" name="Line 94">
              <a:extLst>
                <a:ext uri="{FF2B5EF4-FFF2-40B4-BE49-F238E27FC236}">
                  <a16:creationId xmlns:a16="http://schemas.microsoft.com/office/drawing/2014/main" id="{A0A000C1-CE56-4304-BE06-97BCEFA506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19" name="Line 95">
              <a:extLst>
                <a:ext uri="{FF2B5EF4-FFF2-40B4-BE49-F238E27FC236}">
                  <a16:creationId xmlns:a16="http://schemas.microsoft.com/office/drawing/2014/main" id="{805E54D3-94DD-42D2-BCA0-F0A615889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0" name="Line 96">
              <a:extLst>
                <a:ext uri="{FF2B5EF4-FFF2-40B4-BE49-F238E27FC236}">
                  <a16:creationId xmlns:a16="http://schemas.microsoft.com/office/drawing/2014/main" id="{9E160FEB-83D9-4307-9A05-54C26F598E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1" name="Line 97">
              <a:extLst>
                <a:ext uri="{FF2B5EF4-FFF2-40B4-BE49-F238E27FC236}">
                  <a16:creationId xmlns:a16="http://schemas.microsoft.com/office/drawing/2014/main" id="{5ECC4611-9CBA-4762-AAA6-5B80DEBE3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2" name="Line 98">
              <a:extLst>
                <a:ext uri="{FF2B5EF4-FFF2-40B4-BE49-F238E27FC236}">
                  <a16:creationId xmlns:a16="http://schemas.microsoft.com/office/drawing/2014/main" id="{CF50F2D9-9DC0-44D4-A88A-6221404D9A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3" name="Line 99">
              <a:extLst>
                <a:ext uri="{FF2B5EF4-FFF2-40B4-BE49-F238E27FC236}">
                  <a16:creationId xmlns:a16="http://schemas.microsoft.com/office/drawing/2014/main" id="{ECF50C67-D572-472B-973E-8F4F7240A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4" name="Line 100">
              <a:extLst>
                <a:ext uri="{FF2B5EF4-FFF2-40B4-BE49-F238E27FC236}">
                  <a16:creationId xmlns:a16="http://schemas.microsoft.com/office/drawing/2014/main" id="{C2E8BE2A-75C5-411D-9D09-0D9C832633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5" name="Line 101">
              <a:extLst>
                <a:ext uri="{FF2B5EF4-FFF2-40B4-BE49-F238E27FC236}">
                  <a16:creationId xmlns:a16="http://schemas.microsoft.com/office/drawing/2014/main" id="{D66E2713-2BF2-46FE-A08C-1C80717A0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6" name="Line 102">
              <a:extLst>
                <a:ext uri="{FF2B5EF4-FFF2-40B4-BE49-F238E27FC236}">
                  <a16:creationId xmlns:a16="http://schemas.microsoft.com/office/drawing/2014/main" id="{97F8B005-8E6F-4C2B-A6F8-FB9B48A9A1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7" name="Line 103">
              <a:extLst>
                <a:ext uri="{FF2B5EF4-FFF2-40B4-BE49-F238E27FC236}">
                  <a16:creationId xmlns:a16="http://schemas.microsoft.com/office/drawing/2014/main" id="{9D638359-1DB7-45BA-B6A5-7218881CB6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8" name="Line 104">
              <a:extLst>
                <a:ext uri="{FF2B5EF4-FFF2-40B4-BE49-F238E27FC236}">
                  <a16:creationId xmlns:a16="http://schemas.microsoft.com/office/drawing/2014/main" id="{55C2D84F-8746-4579-AE98-08F487E1F3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29" name="Line 105">
              <a:extLst>
                <a:ext uri="{FF2B5EF4-FFF2-40B4-BE49-F238E27FC236}">
                  <a16:creationId xmlns:a16="http://schemas.microsoft.com/office/drawing/2014/main" id="{29FBD59C-C0CC-4C01-93B4-C64744484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0" name="Line 106">
              <a:extLst>
                <a:ext uri="{FF2B5EF4-FFF2-40B4-BE49-F238E27FC236}">
                  <a16:creationId xmlns:a16="http://schemas.microsoft.com/office/drawing/2014/main" id="{3A82DD7F-6F89-4813-BD8D-E86F5533E6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1" name="Line 107">
              <a:extLst>
                <a:ext uri="{FF2B5EF4-FFF2-40B4-BE49-F238E27FC236}">
                  <a16:creationId xmlns:a16="http://schemas.microsoft.com/office/drawing/2014/main" id="{80FF59D6-DD16-4AC4-B038-968214702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2" name="Line 108">
              <a:extLst>
                <a:ext uri="{FF2B5EF4-FFF2-40B4-BE49-F238E27FC236}">
                  <a16:creationId xmlns:a16="http://schemas.microsoft.com/office/drawing/2014/main" id="{6BD6B4EE-0261-4394-AC04-8184FB50F7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3" name="Line 109">
              <a:extLst>
                <a:ext uri="{FF2B5EF4-FFF2-40B4-BE49-F238E27FC236}">
                  <a16:creationId xmlns:a16="http://schemas.microsoft.com/office/drawing/2014/main" id="{A9D70699-2A87-4927-80BC-F6469F10F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4" name="Line 110">
              <a:extLst>
                <a:ext uri="{FF2B5EF4-FFF2-40B4-BE49-F238E27FC236}">
                  <a16:creationId xmlns:a16="http://schemas.microsoft.com/office/drawing/2014/main" id="{7AF56C53-3B93-49FA-A41D-66CAFA59B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5" name="Line 111">
              <a:extLst>
                <a:ext uri="{FF2B5EF4-FFF2-40B4-BE49-F238E27FC236}">
                  <a16:creationId xmlns:a16="http://schemas.microsoft.com/office/drawing/2014/main" id="{96B009C2-86B4-40DD-92A5-6C20BFC70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6" name="Line 112">
              <a:extLst>
                <a:ext uri="{FF2B5EF4-FFF2-40B4-BE49-F238E27FC236}">
                  <a16:creationId xmlns:a16="http://schemas.microsoft.com/office/drawing/2014/main" id="{767A3535-F41D-4A4D-A38D-9FBF0FA00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7" name="Line 113">
              <a:extLst>
                <a:ext uri="{FF2B5EF4-FFF2-40B4-BE49-F238E27FC236}">
                  <a16:creationId xmlns:a16="http://schemas.microsoft.com/office/drawing/2014/main" id="{93C6A21C-AE28-44C1-92AD-185BDE2517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8" name="Line 114">
              <a:extLst>
                <a:ext uri="{FF2B5EF4-FFF2-40B4-BE49-F238E27FC236}">
                  <a16:creationId xmlns:a16="http://schemas.microsoft.com/office/drawing/2014/main" id="{4C0A6D1B-289D-4CFC-8509-6F5EAE953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39" name="Line 115">
              <a:extLst>
                <a:ext uri="{FF2B5EF4-FFF2-40B4-BE49-F238E27FC236}">
                  <a16:creationId xmlns:a16="http://schemas.microsoft.com/office/drawing/2014/main" id="{C80AD2E4-13D9-4F3B-9942-87128B73AE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40" name="Line 116">
              <a:extLst>
                <a:ext uri="{FF2B5EF4-FFF2-40B4-BE49-F238E27FC236}">
                  <a16:creationId xmlns:a16="http://schemas.microsoft.com/office/drawing/2014/main" id="{AA201F6C-A453-4121-9A0C-6603900F2C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41" name="Line 117">
              <a:extLst>
                <a:ext uri="{FF2B5EF4-FFF2-40B4-BE49-F238E27FC236}">
                  <a16:creationId xmlns:a16="http://schemas.microsoft.com/office/drawing/2014/main" id="{67F1467A-94DB-4D81-BFC8-D688BE066B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5942" name="Line 118">
              <a:extLst>
                <a:ext uri="{FF2B5EF4-FFF2-40B4-BE49-F238E27FC236}">
                  <a16:creationId xmlns:a16="http://schemas.microsoft.com/office/drawing/2014/main" id="{84E7481B-89FC-4E87-B575-09F715EECA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45944" name="Rectangle 120">
            <a:extLst>
              <a:ext uri="{FF2B5EF4-FFF2-40B4-BE49-F238E27FC236}">
                <a16:creationId xmlns:a16="http://schemas.microsoft.com/office/drawing/2014/main" id="{736C09DB-7BAF-41A7-9F2E-3CB66303A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608388"/>
            <a:ext cx="3600450" cy="277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= ∑ (3, 5, 7)</a:t>
            </a:r>
          </a:p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= ∑ (1, 5, 7)</a:t>
            </a:r>
          </a:p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∑ (6, 7)</a:t>
            </a:r>
          </a:p>
        </p:txBody>
      </p:sp>
      <p:sp>
        <p:nvSpPr>
          <p:cNvPr id="845945" name="AutoShape 121">
            <a:extLst>
              <a:ext uri="{FF2B5EF4-FFF2-40B4-BE49-F238E27FC236}">
                <a16:creationId xmlns:a16="http://schemas.microsoft.com/office/drawing/2014/main" id="{5ACFDDC4-F565-4BEC-B403-4E589F1C7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88925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 using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endParaRPr lang="en-US" alt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5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5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459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459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459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594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Footer Placeholder 4">
            <a:extLst>
              <a:ext uri="{FF2B5EF4-FFF2-40B4-BE49-F238E27FC236}">
                <a16:creationId xmlns:a16="http://schemas.microsoft.com/office/drawing/2014/main" id="{73035AEC-C040-452A-809D-3433F3C57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95" name="Slide Number Placeholder 5">
            <a:extLst>
              <a:ext uri="{FF2B5EF4-FFF2-40B4-BE49-F238E27FC236}">
                <a16:creationId xmlns:a16="http://schemas.microsoft.com/office/drawing/2014/main" id="{3907C38D-12BF-4264-8A24-ACE57AD4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C639-9DB6-48C9-A91A-56E0F82B0578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847874" name="Rectangle 2">
            <a:extLst>
              <a:ext uri="{FF2B5EF4-FFF2-40B4-BE49-F238E27FC236}">
                <a16:creationId xmlns:a16="http://schemas.microsoft.com/office/drawing/2014/main" id="{25F5B5D5-0885-44FD-806A-9EE708156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 with </a:t>
            </a:r>
            <a:r>
              <a:rPr lang="en-US" altLang="en-US" i="1"/>
              <a:t>D</a:t>
            </a:r>
            <a:r>
              <a:rPr lang="en-US" altLang="en-US"/>
              <a:t> F.F.</a:t>
            </a:r>
          </a:p>
        </p:txBody>
      </p:sp>
      <p:sp>
        <p:nvSpPr>
          <p:cNvPr id="847875" name="Rectangle 3">
            <a:extLst>
              <a:ext uri="{FF2B5EF4-FFF2-40B4-BE49-F238E27FC236}">
                <a16:creationId xmlns:a16="http://schemas.microsoft.com/office/drawing/2014/main" id="{D8913704-8C6D-423A-9D0C-2910BBC9D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pSp>
        <p:nvGrpSpPr>
          <p:cNvPr id="847876" name="Group 4">
            <a:extLst>
              <a:ext uri="{FF2B5EF4-FFF2-40B4-BE49-F238E27FC236}">
                <a16:creationId xmlns:a16="http://schemas.microsoft.com/office/drawing/2014/main" id="{D0D9884E-A5D1-40B2-816A-62889FF49E7F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7877" name="AutoShape 5">
              <a:extLst>
                <a:ext uri="{FF2B5EF4-FFF2-40B4-BE49-F238E27FC236}">
                  <a16:creationId xmlns:a16="http://schemas.microsoft.com/office/drawing/2014/main" id="{57292DBF-DB65-4F5D-8EC9-2BCF25EE4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78" name="Line 6">
              <a:extLst>
                <a:ext uri="{FF2B5EF4-FFF2-40B4-BE49-F238E27FC236}">
                  <a16:creationId xmlns:a16="http://schemas.microsoft.com/office/drawing/2014/main" id="{B7D5E9B9-7D33-44CA-9645-DA8EBB93F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79" name="Line 7">
              <a:extLst>
                <a:ext uri="{FF2B5EF4-FFF2-40B4-BE49-F238E27FC236}">
                  <a16:creationId xmlns:a16="http://schemas.microsoft.com/office/drawing/2014/main" id="{3C752110-6555-420E-962A-7E523D745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80" name="Line 8">
              <a:extLst>
                <a:ext uri="{FF2B5EF4-FFF2-40B4-BE49-F238E27FC236}">
                  <a16:creationId xmlns:a16="http://schemas.microsoft.com/office/drawing/2014/main" id="{C5B122E2-D1DF-4560-A6FE-946EF3625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47881" name="Group 9">
            <a:extLst>
              <a:ext uri="{FF2B5EF4-FFF2-40B4-BE49-F238E27FC236}">
                <a16:creationId xmlns:a16="http://schemas.microsoft.com/office/drawing/2014/main" id="{1232D1BC-BEBF-4A58-B3D9-E84B53D2207C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7882" name="Line 10">
              <a:extLst>
                <a:ext uri="{FF2B5EF4-FFF2-40B4-BE49-F238E27FC236}">
                  <a16:creationId xmlns:a16="http://schemas.microsoft.com/office/drawing/2014/main" id="{9A65FFEC-CC1F-4DF8-8376-3233F942D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83" name="Line 11">
              <a:extLst>
                <a:ext uri="{FF2B5EF4-FFF2-40B4-BE49-F238E27FC236}">
                  <a16:creationId xmlns:a16="http://schemas.microsoft.com/office/drawing/2014/main" id="{7EB8443B-F1DB-4F2E-B4F7-A910807F66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84" name="Line 12">
              <a:extLst>
                <a:ext uri="{FF2B5EF4-FFF2-40B4-BE49-F238E27FC236}">
                  <a16:creationId xmlns:a16="http://schemas.microsoft.com/office/drawing/2014/main" id="{A2501AD2-527E-452D-901F-832EA5CA8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85" name="Line 13">
              <a:extLst>
                <a:ext uri="{FF2B5EF4-FFF2-40B4-BE49-F238E27FC236}">
                  <a16:creationId xmlns:a16="http://schemas.microsoft.com/office/drawing/2014/main" id="{8E5343DB-A370-4CD0-8096-FBD09783DA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86" name="Line 14">
              <a:extLst>
                <a:ext uri="{FF2B5EF4-FFF2-40B4-BE49-F238E27FC236}">
                  <a16:creationId xmlns:a16="http://schemas.microsoft.com/office/drawing/2014/main" id="{FB640F23-0797-4A71-A408-ADB022BBC1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87" name="Line 15">
              <a:extLst>
                <a:ext uri="{FF2B5EF4-FFF2-40B4-BE49-F238E27FC236}">
                  <a16:creationId xmlns:a16="http://schemas.microsoft.com/office/drawing/2014/main" id="{A8619685-0D16-40FE-AD48-B9986960AE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88" name="Line 16">
              <a:extLst>
                <a:ext uri="{FF2B5EF4-FFF2-40B4-BE49-F238E27FC236}">
                  <a16:creationId xmlns:a16="http://schemas.microsoft.com/office/drawing/2014/main" id="{220B93F7-2833-486B-9F99-EDF160BF1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89" name="Line 17">
              <a:extLst>
                <a:ext uri="{FF2B5EF4-FFF2-40B4-BE49-F238E27FC236}">
                  <a16:creationId xmlns:a16="http://schemas.microsoft.com/office/drawing/2014/main" id="{B947EC27-6717-40E9-BFCB-725715C6C6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0" name="Line 18">
              <a:extLst>
                <a:ext uri="{FF2B5EF4-FFF2-40B4-BE49-F238E27FC236}">
                  <a16:creationId xmlns:a16="http://schemas.microsoft.com/office/drawing/2014/main" id="{564F5C46-7BB1-425B-9294-F0C6260D8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1" name="Line 19">
              <a:extLst>
                <a:ext uri="{FF2B5EF4-FFF2-40B4-BE49-F238E27FC236}">
                  <a16:creationId xmlns:a16="http://schemas.microsoft.com/office/drawing/2014/main" id="{369561BC-C460-48CA-9F57-3422D2C4AC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2" name="Line 20">
              <a:extLst>
                <a:ext uri="{FF2B5EF4-FFF2-40B4-BE49-F238E27FC236}">
                  <a16:creationId xmlns:a16="http://schemas.microsoft.com/office/drawing/2014/main" id="{CBF405C0-595D-4031-9A61-E50AD25E4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3" name="Line 21">
              <a:extLst>
                <a:ext uri="{FF2B5EF4-FFF2-40B4-BE49-F238E27FC236}">
                  <a16:creationId xmlns:a16="http://schemas.microsoft.com/office/drawing/2014/main" id="{81D62833-5F82-417F-96B2-0D9117206C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4" name="Line 22">
              <a:extLst>
                <a:ext uri="{FF2B5EF4-FFF2-40B4-BE49-F238E27FC236}">
                  <a16:creationId xmlns:a16="http://schemas.microsoft.com/office/drawing/2014/main" id="{860D61BC-4060-4BC3-9E10-F72D869C2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5" name="Line 23">
              <a:extLst>
                <a:ext uri="{FF2B5EF4-FFF2-40B4-BE49-F238E27FC236}">
                  <a16:creationId xmlns:a16="http://schemas.microsoft.com/office/drawing/2014/main" id="{3CD49FEB-C3E7-4FCC-A0EC-017387822D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6" name="Line 24">
              <a:extLst>
                <a:ext uri="{FF2B5EF4-FFF2-40B4-BE49-F238E27FC236}">
                  <a16:creationId xmlns:a16="http://schemas.microsoft.com/office/drawing/2014/main" id="{6B57713A-7287-4029-B34D-FE5B55AAA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7" name="Line 25">
              <a:extLst>
                <a:ext uri="{FF2B5EF4-FFF2-40B4-BE49-F238E27FC236}">
                  <a16:creationId xmlns:a16="http://schemas.microsoft.com/office/drawing/2014/main" id="{27B16D0F-49E4-493B-A14D-5A2ACB0AAA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8" name="Line 26">
              <a:extLst>
                <a:ext uri="{FF2B5EF4-FFF2-40B4-BE49-F238E27FC236}">
                  <a16:creationId xmlns:a16="http://schemas.microsoft.com/office/drawing/2014/main" id="{0E19F215-E2CD-4568-A3C6-3FC48B4EA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899" name="Line 27">
              <a:extLst>
                <a:ext uri="{FF2B5EF4-FFF2-40B4-BE49-F238E27FC236}">
                  <a16:creationId xmlns:a16="http://schemas.microsoft.com/office/drawing/2014/main" id="{C1D6D73B-0E44-4439-AFA6-06E2243CD4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0" name="Line 28">
              <a:extLst>
                <a:ext uri="{FF2B5EF4-FFF2-40B4-BE49-F238E27FC236}">
                  <a16:creationId xmlns:a16="http://schemas.microsoft.com/office/drawing/2014/main" id="{6DD0DE9C-B811-4095-AD5C-F0C4CA711F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1" name="Line 29">
              <a:extLst>
                <a:ext uri="{FF2B5EF4-FFF2-40B4-BE49-F238E27FC236}">
                  <a16:creationId xmlns:a16="http://schemas.microsoft.com/office/drawing/2014/main" id="{9F6AC1BD-159C-470E-A3AA-40F8AAD74F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2" name="Line 30">
              <a:extLst>
                <a:ext uri="{FF2B5EF4-FFF2-40B4-BE49-F238E27FC236}">
                  <a16:creationId xmlns:a16="http://schemas.microsoft.com/office/drawing/2014/main" id="{C0CA9A56-CD1C-41AE-8FBC-6F6884519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3" name="Line 31">
              <a:extLst>
                <a:ext uri="{FF2B5EF4-FFF2-40B4-BE49-F238E27FC236}">
                  <a16:creationId xmlns:a16="http://schemas.microsoft.com/office/drawing/2014/main" id="{6F86F808-1FA3-4E80-976F-A5431B02F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4" name="Line 32">
              <a:extLst>
                <a:ext uri="{FF2B5EF4-FFF2-40B4-BE49-F238E27FC236}">
                  <a16:creationId xmlns:a16="http://schemas.microsoft.com/office/drawing/2014/main" id="{B613D883-BF27-4206-B775-D331B4048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5" name="Line 33">
              <a:extLst>
                <a:ext uri="{FF2B5EF4-FFF2-40B4-BE49-F238E27FC236}">
                  <a16:creationId xmlns:a16="http://schemas.microsoft.com/office/drawing/2014/main" id="{1F04B3D7-85C5-4B1E-9C9B-42E3E0ECE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6" name="Line 34">
              <a:extLst>
                <a:ext uri="{FF2B5EF4-FFF2-40B4-BE49-F238E27FC236}">
                  <a16:creationId xmlns:a16="http://schemas.microsoft.com/office/drawing/2014/main" id="{4286162D-08C0-4FBC-8D47-243D305AC8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7" name="Line 35">
              <a:extLst>
                <a:ext uri="{FF2B5EF4-FFF2-40B4-BE49-F238E27FC236}">
                  <a16:creationId xmlns:a16="http://schemas.microsoft.com/office/drawing/2014/main" id="{0A02247F-AEDA-4B49-83FA-79CCEBFFA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8" name="Line 36">
              <a:extLst>
                <a:ext uri="{FF2B5EF4-FFF2-40B4-BE49-F238E27FC236}">
                  <a16:creationId xmlns:a16="http://schemas.microsoft.com/office/drawing/2014/main" id="{67587A7D-B28F-49E3-9BC8-796AE43E85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09" name="Line 37">
              <a:extLst>
                <a:ext uri="{FF2B5EF4-FFF2-40B4-BE49-F238E27FC236}">
                  <a16:creationId xmlns:a16="http://schemas.microsoft.com/office/drawing/2014/main" id="{953ECD85-56DF-4B7E-98ED-9CC8CF378A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10" name="Line 38">
              <a:extLst>
                <a:ext uri="{FF2B5EF4-FFF2-40B4-BE49-F238E27FC236}">
                  <a16:creationId xmlns:a16="http://schemas.microsoft.com/office/drawing/2014/main" id="{EEEB7644-6323-4C58-92C7-9F336B3F1B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7911" name="Line 39">
              <a:extLst>
                <a:ext uri="{FF2B5EF4-FFF2-40B4-BE49-F238E27FC236}">
                  <a16:creationId xmlns:a16="http://schemas.microsoft.com/office/drawing/2014/main" id="{DBB54289-569B-49EC-9E85-E2E196F33E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47913" name="Rectangle 41">
            <a:extLst>
              <a:ext uri="{FF2B5EF4-FFF2-40B4-BE49-F238E27FC236}">
                <a16:creationId xmlns:a16="http://schemas.microsoft.com/office/drawing/2014/main" id="{B172D835-1197-4451-BDAD-F05C7D89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068638"/>
            <a:ext cx="4681537" cy="337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∑ (3, 5, 7)</a:t>
            </a:r>
          </a:p>
          <a:p>
            <a:pPr algn="l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=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x</a:t>
            </a:r>
          </a:p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∑ (1, 5, 7)</a:t>
            </a:r>
          </a:p>
          <a:p>
            <a:pPr algn="l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=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 x</a:t>
            </a:r>
            <a:endParaRPr lang="en-US" alt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∑ (6, 7)</a:t>
            </a:r>
          </a:p>
          <a:p>
            <a:pPr algn="l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=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</a:t>
            </a:r>
          </a:p>
        </p:txBody>
      </p:sp>
      <p:sp>
        <p:nvSpPr>
          <p:cNvPr id="847914" name="AutoShape 42">
            <a:extLst>
              <a:ext uri="{FF2B5EF4-FFF2-40B4-BE49-F238E27FC236}">
                <a16:creationId xmlns:a16="http://schemas.microsoft.com/office/drawing/2014/main" id="{738BBAA0-177B-4E24-87D3-AD61642BE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950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 using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endParaRPr lang="en-US" alt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47915" name="Group 43">
            <a:extLst>
              <a:ext uri="{FF2B5EF4-FFF2-40B4-BE49-F238E27FC236}">
                <a16:creationId xmlns:a16="http://schemas.microsoft.com/office/drawing/2014/main" id="{31B270FF-43B8-4229-9E01-49987CC17B7B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2889250"/>
          <a:ext cx="1617662" cy="1439863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176532133"/>
                    </a:ext>
                  </a:extLst>
                </a:gridCol>
                <a:gridCol w="261937">
                  <a:extLst>
                    <a:ext uri="{9D8B030D-6E8A-4147-A177-3AD203B41FA5}">
                      <a16:colId xmlns:a16="http://schemas.microsoft.com/office/drawing/2014/main" val="419752244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3546505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778772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77932031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4183673133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050480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001894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16725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498858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348846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677481"/>
                  </a:ext>
                </a:extLst>
              </a:tr>
            </a:tbl>
          </a:graphicData>
        </a:graphic>
      </p:graphicFrame>
      <p:sp>
        <p:nvSpPr>
          <p:cNvPr id="847964" name="AutoShape 92">
            <a:extLst>
              <a:ext uri="{FF2B5EF4-FFF2-40B4-BE49-F238E27FC236}">
                <a16:creationId xmlns:a16="http://schemas.microsoft.com/office/drawing/2014/main" id="{23673E7E-4069-4997-A035-12C63E84E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3608388"/>
            <a:ext cx="539750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7965" name="AutoShape 93">
            <a:extLst>
              <a:ext uri="{FF2B5EF4-FFF2-40B4-BE49-F238E27FC236}">
                <a16:creationId xmlns:a16="http://schemas.microsoft.com/office/drawing/2014/main" id="{CBB2AC7A-522D-4144-93C8-0803A23A6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3249613"/>
            <a:ext cx="28733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47966" name="Group 94">
            <a:extLst>
              <a:ext uri="{FF2B5EF4-FFF2-40B4-BE49-F238E27FC236}">
                <a16:creationId xmlns:a16="http://schemas.microsoft.com/office/drawing/2014/main" id="{970B29D5-4E52-4D69-A34F-C9C0C85D51C5}"/>
              </a:ext>
            </a:extLst>
          </p:cNvPr>
          <p:cNvGraphicFramePr>
            <a:graphicFrameLocks noGrp="1"/>
          </p:cNvGraphicFramePr>
          <p:nvPr/>
        </p:nvGraphicFramePr>
        <p:xfrm>
          <a:off x="6911975" y="3968750"/>
          <a:ext cx="1617663" cy="1439863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3337047739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37188748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67559844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01764741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60819346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442770727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17925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797474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413669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198954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241441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626076"/>
                  </a:ext>
                </a:extLst>
              </a:tr>
            </a:tbl>
          </a:graphicData>
        </a:graphic>
      </p:graphicFrame>
      <p:sp>
        <p:nvSpPr>
          <p:cNvPr id="848015" name="AutoShape 143">
            <a:extLst>
              <a:ext uri="{FF2B5EF4-FFF2-40B4-BE49-F238E27FC236}">
                <a16:creationId xmlns:a16="http://schemas.microsoft.com/office/drawing/2014/main" id="{1D0EEE79-04AB-468D-8D2F-A754AC675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4687888"/>
            <a:ext cx="539750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48016" name="AutoShape 144">
            <a:extLst>
              <a:ext uri="{FF2B5EF4-FFF2-40B4-BE49-F238E27FC236}">
                <a16:creationId xmlns:a16="http://schemas.microsoft.com/office/drawing/2014/main" id="{EF04D7E6-76B8-46B4-B312-804139EB5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4329113"/>
            <a:ext cx="28733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48017" name="Group 145">
            <a:extLst>
              <a:ext uri="{FF2B5EF4-FFF2-40B4-BE49-F238E27FC236}">
                <a16:creationId xmlns:a16="http://schemas.microsoft.com/office/drawing/2014/main" id="{C8D7FDD6-E320-40EC-9909-2791F0FACC9E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5229225"/>
          <a:ext cx="1617662" cy="1439863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3415417222"/>
                    </a:ext>
                  </a:extLst>
                </a:gridCol>
                <a:gridCol w="261937">
                  <a:extLst>
                    <a:ext uri="{9D8B030D-6E8A-4147-A177-3AD203B41FA5}">
                      <a16:colId xmlns:a16="http://schemas.microsoft.com/office/drawing/2014/main" val="359570043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81564755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62520501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41872719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603604264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519885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49417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961995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847088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76289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295973"/>
                  </a:ext>
                </a:extLst>
              </a:tr>
            </a:tbl>
          </a:graphicData>
        </a:graphic>
      </p:graphicFrame>
      <p:sp>
        <p:nvSpPr>
          <p:cNvPr id="848066" name="AutoShape 194">
            <a:extLst>
              <a:ext uri="{FF2B5EF4-FFF2-40B4-BE49-F238E27FC236}">
                <a16:creationId xmlns:a16="http://schemas.microsoft.com/office/drawing/2014/main" id="{00B5686B-E5E2-48D3-A523-F40DF5641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063" y="5948363"/>
            <a:ext cx="539750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7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7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7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4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47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79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47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47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4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479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479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48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48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4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479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BA3CA31A-045E-4AF6-9D11-A05A6CDA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1143B7BF-AE95-47B8-A3F6-ECAEA5829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1358-8240-471E-8113-F211DB502386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849922" name="Rectangle 2">
            <a:extLst>
              <a:ext uri="{FF2B5EF4-FFF2-40B4-BE49-F238E27FC236}">
                <a16:creationId xmlns:a16="http://schemas.microsoft.com/office/drawing/2014/main" id="{32098FDE-5B2A-4C1A-8CA9-3567FF950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 with </a:t>
            </a:r>
            <a:r>
              <a:rPr lang="en-US" altLang="en-US" i="1"/>
              <a:t>D</a:t>
            </a:r>
            <a:r>
              <a:rPr lang="en-US" altLang="en-US"/>
              <a:t> F.F.</a:t>
            </a:r>
          </a:p>
        </p:txBody>
      </p:sp>
      <p:sp>
        <p:nvSpPr>
          <p:cNvPr id="849923" name="Rectangle 3">
            <a:extLst>
              <a:ext uri="{FF2B5EF4-FFF2-40B4-BE49-F238E27FC236}">
                <a16:creationId xmlns:a16="http://schemas.microsoft.com/office/drawing/2014/main" id="{E79BA049-340E-448C-BF71-69081670F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pSp>
        <p:nvGrpSpPr>
          <p:cNvPr id="849924" name="Group 4">
            <a:extLst>
              <a:ext uri="{FF2B5EF4-FFF2-40B4-BE49-F238E27FC236}">
                <a16:creationId xmlns:a16="http://schemas.microsoft.com/office/drawing/2014/main" id="{54D492DF-2C4D-47C1-B6E6-3C3A8B6A5A6E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9925" name="AutoShape 5">
              <a:extLst>
                <a:ext uri="{FF2B5EF4-FFF2-40B4-BE49-F238E27FC236}">
                  <a16:creationId xmlns:a16="http://schemas.microsoft.com/office/drawing/2014/main" id="{4FFFD387-832D-4134-ADDE-2C1426A83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26" name="Line 6">
              <a:extLst>
                <a:ext uri="{FF2B5EF4-FFF2-40B4-BE49-F238E27FC236}">
                  <a16:creationId xmlns:a16="http://schemas.microsoft.com/office/drawing/2014/main" id="{5063C4B2-CB54-4530-8C43-54FB8798D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27" name="Line 7">
              <a:extLst>
                <a:ext uri="{FF2B5EF4-FFF2-40B4-BE49-F238E27FC236}">
                  <a16:creationId xmlns:a16="http://schemas.microsoft.com/office/drawing/2014/main" id="{CA01747D-66A6-43FB-BA0A-DF1CCE37B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28" name="Line 8">
              <a:extLst>
                <a:ext uri="{FF2B5EF4-FFF2-40B4-BE49-F238E27FC236}">
                  <a16:creationId xmlns:a16="http://schemas.microsoft.com/office/drawing/2014/main" id="{208B067F-22BC-43BA-B780-F0F5B6429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49929" name="Group 9">
            <a:extLst>
              <a:ext uri="{FF2B5EF4-FFF2-40B4-BE49-F238E27FC236}">
                <a16:creationId xmlns:a16="http://schemas.microsoft.com/office/drawing/2014/main" id="{C0ECE77C-C777-4B2A-8857-CE3B85C960EA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9930" name="Line 10">
              <a:extLst>
                <a:ext uri="{FF2B5EF4-FFF2-40B4-BE49-F238E27FC236}">
                  <a16:creationId xmlns:a16="http://schemas.microsoft.com/office/drawing/2014/main" id="{C62621C3-5B3D-4D73-9CBB-83C5CC76B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1" name="Line 11">
              <a:extLst>
                <a:ext uri="{FF2B5EF4-FFF2-40B4-BE49-F238E27FC236}">
                  <a16:creationId xmlns:a16="http://schemas.microsoft.com/office/drawing/2014/main" id="{F29FBEDE-C1B4-479F-A2E1-2AB3E3B1C9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2" name="Line 12">
              <a:extLst>
                <a:ext uri="{FF2B5EF4-FFF2-40B4-BE49-F238E27FC236}">
                  <a16:creationId xmlns:a16="http://schemas.microsoft.com/office/drawing/2014/main" id="{169CF773-A004-43D9-AB79-22DD3E692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3" name="Line 13">
              <a:extLst>
                <a:ext uri="{FF2B5EF4-FFF2-40B4-BE49-F238E27FC236}">
                  <a16:creationId xmlns:a16="http://schemas.microsoft.com/office/drawing/2014/main" id="{F84AC367-D193-4388-99C7-2550342B17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4" name="Line 14">
              <a:extLst>
                <a:ext uri="{FF2B5EF4-FFF2-40B4-BE49-F238E27FC236}">
                  <a16:creationId xmlns:a16="http://schemas.microsoft.com/office/drawing/2014/main" id="{CEC99406-9557-4AFD-A461-144CE409F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5" name="Line 15">
              <a:extLst>
                <a:ext uri="{FF2B5EF4-FFF2-40B4-BE49-F238E27FC236}">
                  <a16:creationId xmlns:a16="http://schemas.microsoft.com/office/drawing/2014/main" id="{25973CB9-7C68-4B05-A3AC-A7A86776F3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6" name="Line 16">
              <a:extLst>
                <a:ext uri="{FF2B5EF4-FFF2-40B4-BE49-F238E27FC236}">
                  <a16:creationId xmlns:a16="http://schemas.microsoft.com/office/drawing/2014/main" id="{607FF5DF-799C-4E38-88A0-74FBF19F7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7" name="Line 17">
              <a:extLst>
                <a:ext uri="{FF2B5EF4-FFF2-40B4-BE49-F238E27FC236}">
                  <a16:creationId xmlns:a16="http://schemas.microsoft.com/office/drawing/2014/main" id="{33F54509-5805-43FB-8CA5-C87F666C4C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8" name="Line 18">
              <a:extLst>
                <a:ext uri="{FF2B5EF4-FFF2-40B4-BE49-F238E27FC236}">
                  <a16:creationId xmlns:a16="http://schemas.microsoft.com/office/drawing/2014/main" id="{63CEF722-D741-4C71-AB97-11DAC380E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39" name="Line 19">
              <a:extLst>
                <a:ext uri="{FF2B5EF4-FFF2-40B4-BE49-F238E27FC236}">
                  <a16:creationId xmlns:a16="http://schemas.microsoft.com/office/drawing/2014/main" id="{AC5469B0-A006-438E-BB2D-BBF5D23A9C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0" name="Line 20">
              <a:extLst>
                <a:ext uri="{FF2B5EF4-FFF2-40B4-BE49-F238E27FC236}">
                  <a16:creationId xmlns:a16="http://schemas.microsoft.com/office/drawing/2014/main" id="{F615ED94-4930-4EF7-9038-514E462FD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1" name="Line 21">
              <a:extLst>
                <a:ext uri="{FF2B5EF4-FFF2-40B4-BE49-F238E27FC236}">
                  <a16:creationId xmlns:a16="http://schemas.microsoft.com/office/drawing/2014/main" id="{D291174F-BD36-44A6-8E91-F8AFE1AB17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2" name="Line 22">
              <a:extLst>
                <a:ext uri="{FF2B5EF4-FFF2-40B4-BE49-F238E27FC236}">
                  <a16:creationId xmlns:a16="http://schemas.microsoft.com/office/drawing/2014/main" id="{E46A7E8A-9554-4A90-9FF8-C4796468B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3" name="Line 23">
              <a:extLst>
                <a:ext uri="{FF2B5EF4-FFF2-40B4-BE49-F238E27FC236}">
                  <a16:creationId xmlns:a16="http://schemas.microsoft.com/office/drawing/2014/main" id="{6BE99054-EA92-49D3-95B1-E146C8EB98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4" name="Line 24">
              <a:extLst>
                <a:ext uri="{FF2B5EF4-FFF2-40B4-BE49-F238E27FC236}">
                  <a16:creationId xmlns:a16="http://schemas.microsoft.com/office/drawing/2014/main" id="{BBC1FDEA-6CC2-4BEE-AE3B-09E7BAFF1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5" name="Line 25">
              <a:extLst>
                <a:ext uri="{FF2B5EF4-FFF2-40B4-BE49-F238E27FC236}">
                  <a16:creationId xmlns:a16="http://schemas.microsoft.com/office/drawing/2014/main" id="{5029CDA8-9281-448B-99DE-16BCB5B67F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6" name="Line 26">
              <a:extLst>
                <a:ext uri="{FF2B5EF4-FFF2-40B4-BE49-F238E27FC236}">
                  <a16:creationId xmlns:a16="http://schemas.microsoft.com/office/drawing/2014/main" id="{9B6F732B-3805-431D-AA5F-006DA0D4D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7" name="Line 27">
              <a:extLst>
                <a:ext uri="{FF2B5EF4-FFF2-40B4-BE49-F238E27FC236}">
                  <a16:creationId xmlns:a16="http://schemas.microsoft.com/office/drawing/2014/main" id="{EC00DFAD-3AB1-4133-9F63-0A546C8AFB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8" name="Line 28">
              <a:extLst>
                <a:ext uri="{FF2B5EF4-FFF2-40B4-BE49-F238E27FC236}">
                  <a16:creationId xmlns:a16="http://schemas.microsoft.com/office/drawing/2014/main" id="{97E35017-0981-4A3B-89D9-32AEC4BBE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49" name="Line 29">
              <a:extLst>
                <a:ext uri="{FF2B5EF4-FFF2-40B4-BE49-F238E27FC236}">
                  <a16:creationId xmlns:a16="http://schemas.microsoft.com/office/drawing/2014/main" id="{5AE34754-764A-4DE2-B74D-824F44220C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0" name="Line 30">
              <a:extLst>
                <a:ext uri="{FF2B5EF4-FFF2-40B4-BE49-F238E27FC236}">
                  <a16:creationId xmlns:a16="http://schemas.microsoft.com/office/drawing/2014/main" id="{D7D0CE66-25DC-40C5-BDE5-631666B6B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1" name="Line 31">
              <a:extLst>
                <a:ext uri="{FF2B5EF4-FFF2-40B4-BE49-F238E27FC236}">
                  <a16:creationId xmlns:a16="http://schemas.microsoft.com/office/drawing/2014/main" id="{0A3D8926-FE68-45E6-A9DB-9DE18B7AB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2" name="Line 32">
              <a:extLst>
                <a:ext uri="{FF2B5EF4-FFF2-40B4-BE49-F238E27FC236}">
                  <a16:creationId xmlns:a16="http://schemas.microsoft.com/office/drawing/2014/main" id="{3E1B9788-C212-43CC-864E-51BBD6F46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3" name="Line 33">
              <a:extLst>
                <a:ext uri="{FF2B5EF4-FFF2-40B4-BE49-F238E27FC236}">
                  <a16:creationId xmlns:a16="http://schemas.microsoft.com/office/drawing/2014/main" id="{3378EDAB-704D-4CC0-BB90-0E0CAABE9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4" name="Line 34">
              <a:extLst>
                <a:ext uri="{FF2B5EF4-FFF2-40B4-BE49-F238E27FC236}">
                  <a16:creationId xmlns:a16="http://schemas.microsoft.com/office/drawing/2014/main" id="{87378D71-CAE2-4E8D-AC0E-7C55B9889F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5" name="Line 35">
              <a:extLst>
                <a:ext uri="{FF2B5EF4-FFF2-40B4-BE49-F238E27FC236}">
                  <a16:creationId xmlns:a16="http://schemas.microsoft.com/office/drawing/2014/main" id="{58C9F39E-39EB-4B5C-BEC0-D64AE279A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6" name="Line 36">
              <a:extLst>
                <a:ext uri="{FF2B5EF4-FFF2-40B4-BE49-F238E27FC236}">
                  <a16:creationId xmlns:a16="http://schemas.microsoft.com/office/drawing/2014/main" id="{5058C5AD-A33E-46C2-81F2-7111E9C005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7" name="Line 37">
              <a:extLst>
                <a:ext uri="{FF2B5EF4-FFF2-40B4-BE49-F238E27FC236}">
                  <a16:creationId xmlns:a16="http://schemas.microsoft.com/office/drawing/2014/main" id="{1F4DACD9-59B8-447B-B148-C412FD6C4D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8" name="Line 38">
              <a:extLst>
                <a:ext uri="{FF2B5EF4-FFF2-40B4-BE49-F238E27FC236}">
                  <a16:creationId xmlns:a16="http://schemas.microsoft.com/office/drawing/2014/main" id="{21184B8A-E0D0-4E84-90CD-796C63C03C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49959" name="Line 39">
              <a:extLst>
                <a:ext uri="{FF2B5EF4-FFF2-40B4-BE49-F238E27FC236}">
                  <a16:creationId xmlns:a16="http://schemas.microsoft.com/office/drawing/2014/main" id="{7E31C9BB-94BA-426A-9FFC-CA7F529DD8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49960" name="Rectangle 40">
            <a:extLst>
              <a:ext uri="{FF2B5EF4-FFF2-40B4-BE49-F238E27FC236}">
                <a16:creationId xmlns:a16="http://schemas.microsoft.com/office/drawing/2014/main" id="{398D44A4-4CF1-47F4-AB7F-5CEA7CA75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068638"/>
            <a:ext cx="4681537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x</a:t>
            </a:r>
          </a:p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x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 x</a:t>
            </a:r>
            <a:endParaRPr lang="en-US" alt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y 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</a:t>
            </a:r>
          </a:p>
        </p:txBody>
      </p:sp>
      <p:sp>
        <p:nvSpPr>
          <p:cNvPr id="849961" name="AutoShape 41">
            <a:extLst>
              <a:ext uri="{FF2B5EF4-FFF2-40B4-BE49-F238E27FC236}">
                <a16:creationId xmlns:a16="http://schemas.microsoft.com/office/drawing/2014/main" id="{2508E1A9-828B-42BE-94C3-E29A9107E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950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 using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endParaRPr lang="en-US" alt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49962" name="Object 42">
            <a:extLst>
              <a:ext uri="{FF2B5EF4-FFF2-40B4-BE49-F238E27FC236}">
                <a16:creationId xmlns:a16="http://schemas.microsoft.com/office/drawing/2014/main" id="{82DA3F2B-B00A-4F3C-87C5-1AAC04ADA3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1525" y="3119438"/>
          <a:ext cx="5459413" cy="346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19445" imgH="1978762" progId="Visio.Drawing.11">
                  <p:embed/>
                </p:oleObj>
              </mc:Choice>
              <mc:Fallback>
                <p:oleObj name="Visio" r:id="rId3" imgW="3119445" imgH="1978762" progId="Visio.Drawing.11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3119438"/>
                        <a:ext cx="5459413" cy="3462337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4">
            <a:extLst>
              <a:ext uri="{FF2B5EF4-FFF2-40B4-BE49-F238E27FC236}">
                <a16:creationId xmlns:a16="http://schemas.microsoft.com/office/drawing/2014/main" id="{2A1ED526-D63E-446E-8274-AC7FBE3D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03" name="Slide Number Placeholder 5">
            <a:extLst>
              <a:ext uri="{FF2B5EF4-FFF2-40B4-BE49-F238E27FC236}">
                <a16:creationId xmlns:a16="http://schemas.microsoft.com/office/drawing/2014/main" id="{E373D33F-FA09-4F46-B0C9-35B0C305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0837-DE91-4EB5-8A06-BD5F56C7EBDF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851970" name="Rectangle 2">
            <a:extLst>
              <a:ext uri="{FF2B5EF4-FFF2-40B4-BE49-F238E27FC236}">
                <a16:creationId xmlns:a16="http://schemas.microsoft.com/office/drawing/2014/main" id="{C431A823-0932-479B-9392-BCB3E7B99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Flip-Flop Excitation Tables</a:t>
            </a:r>
          </a:p>
        </p:txBody>
      </p:sp>
      <p:graphicFrame>
        <p:nvGraphicFramePr>
          <p:cNvPr id="851971" name="Group 3">
            <a:extLst>
              <a:ext uri="{FF2B5EF4-FFF2-40B4-BE49-F238E27FC236}">
                <a16:creationId xmlns:a16="http://schemas.microsoft.com/office/drawing/2014/main" id="{DA2FF909-0174-45B5-9510-ED9793431F23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089025"/>
          <a:ext cx="2697162" cy="2700338"/>
        </p:xfrm>
        <a:graphic>
          <a:graphicData uri="http://schemas.openxmlformats.org/drawingml/2006/table">
            <a:tbl>
              <a:tblPr/>
              <a:tblGrid>
                <a:gridCol w="896937">
                  <a:extLst>
                    <a:ext uri="{9D8B030D-6E8A-4147-A177-3AD203B41FA5}">
                      <a16:colId xmlns:a16="http://schemas.microsoft.com/office/drawing/2014/main" val="235935836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1378481838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505365341"/>
                    </a:ext>
                  </a:extLst>
                </a:gridCol>
              </a:tblGrid>
              <a:tr h="65881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F.F.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367178"/>
                  </a:ext>
                </a:extLst>
              </a:tr>
              <a:tr h="4095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  <a:endParaRPr kumimoji="0" lang="en-US" altLang="en-US" sz="2400" b="1" i="1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030148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276338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614485"/>
                  </a:ext>
                </a:extLst>
              </a:tr>
              <a:tr h="4095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863650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348389"/>
                  </a:ext>
                </a:extLst>
              </a:tr>
            </a:tbl>
          </a:graphicData>
        </a:graphic>
      </p:graphicFrame>
      <p:graphicFrame>
        <p:nvGraphicFramePr>
          <p:cNvPr id="852002" name="Group 34">
            <a:extLst>
              <a:ext uri="{FF2B5EF4-FFF2-40B4-BE49-F238E27FC236}">
                <a16:creationId xmlns:a16="http://schemas.microsoft.com/office/drawing/2014/main" id="{9258496E-189F-4FB7-9218-E8C5CC993AAA}"/>
              </a:ext>
            </a:extLst>
          </p:cNvPr>
          <p:cNvGraphicFramePr>
            <a:graphicFrameLocks noGrp="1"/>
          </p:cNvGraphicFramePr>
          <p:nvPr/>
        </p:nvGraphicFramePr>
        <p:xfrm>
          <a:off x="3671888" y="1089025"/>
          <a:ext cx="2698750" cy="2700338"/>
        </p:xfrm>
        <a:graphic>
          <a:graphicData uri="http://schemas.openxmlformats.org/drawingml/2006/table">
            <a:tbl>
              <a:tblPr/>
              <a:tblGrid>
                <a:gridCol w="896937">
                  <a:extLst>
                    <a:ext uri="{9D8B030D-6E8A-4147-A177-3AD203B41FA5}">
                      <a16:colId xmlns:a16="http://schemas.microsoft.com/office/drawing/2014/main" val="1032675454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572638703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1206651509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563969794"/>
                    </a:ext>
                  </a:extLst>
                </a:gridCol>
              </a:tblGrid>
              <a:tr h="658813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F.F.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64158"/>
                  </a:ext>
                </a:extLst>
              </a:tr>
              <a:tr h="4095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  <a:endParaRPr kumimoji="0" lang="en-US" altLang="en-US" sz="2400" b="1" i="1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819606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566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22568"/>
                  </a:ext>
                </a:extLst>
              </a:tr>
              <a:tr h="4095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923335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78586"/>
                  </a:ext>
                </a:extLst>
              </a:tr>
            </a:tbl>
          </a:graphicData>
        </a:graphic>
      </p:graphicFrame>
      <p:sp>
        <p:nvSpPr>
          <p:cNvPr id="852038" name="AutoShape 70">
            <a:extLst>
              <a:ext uri="{FF2B5EF4-FFF2-40B4-BE49-F238E27FC236}">
                <a16:creationId xmlns:a16="http://schemas.microsoft.com/office/drawing/2014/main" id="{2575C4FF-FE67-4A51-BD67-9FB746BE7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1808163"/>
            <a:ext cx="1981200" cy="541337"/>
          </a:xfrm>
          <a:prstGeom prst="wedgeRoundRectCallout">
            <a:avLst>
              <a:gd name="adj1" fmla="val -63944"/>
              <a:gd name="adj2" fmla="val 46481"/>
              <a:gd name="adj3" fmla="val 16667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en-US" altLang="en-US" b="1">
                <a:solidFill>
                  <a:schemeClr val="accent1"/>
                </a:solidFill>
              </a:rPr>
              <a:t>0 0</a:t>
            </a:r>
            <a:r>
              <a:rPr lang="en-US" altLang="en-US" b="1"/>
              <a:t> (No change)</a:t>
            </a:r>
          </a:p>
          <a:p>
            <a:pPr algn="l">
              <a:spcBef>
                <a:spcPct val="0"/>
              </a:spcBef>
            </a:pPr>
            <a:r>
              <a:rPr lang="en-US" altLang="en-US" b="1">
                <a:solidFill>
                  <a:schemeClr val="accent1"/>
                </a:solidFill>
              </a:rPr>
              <a:t>0 1</a:t>
            </a:r>
            <a:r>
              <a:rPr lang="en-US" altLang="en-US" b="1"/>
              <a:t> (</a:t>
            </a:r>
            <a:r>
              <a:rPr lang="en-US" altLang="en-US" b="1">
                <a:solidFill>
                  <a:schemeClr val="accent2"/>
                </a:solidFill>
              </a:rPr>
              <a:t>Reset</a:t>
            </a:r>
            <a:r>
              <a:rPr lang="en-US" altLang="en-US" b="1"/>
              <a:t>)</a:t>
            </a:r>
          </a:p>
        </p:txBody>
      </p:sp>
      <p:sp>
        <p:nvSpPr>
          <p:cNvPr id="852039" name="Rectangle 71">
            <a:extLst>
              <a:ext uri="{FF2B5EF4-FFF2-40B4-BE49-F238E27FC236}">
                <a16:creationId xmlns:a16="http://schemas.microsoft.com/office/drawing/2014/main" id="{F3D8AB20-27F0-424F-941F-B9A0B612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2154238"/>
            <a:ext cx="900112" cy="162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x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x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1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0</a:t>
            </a:r>
          </a:p>
        </p:txBody>
      </p:sp>
      <p:sp>
        <p:nvSpPr>
          <p:cNvPr id="852040" name="Rectangle 72">
            <a:extLst>
              <a:ext uri="{FF2B5EF4-FFF2-40B4-BE49-F238E27FC236}">
                <a16:creationId xmlns:a16="http://schemas.microsoft.com/office/drawing/2014/main" id="{59FFE203-CA45-4A05-B212-3DF5370C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141538"/>
            <a:ext cx="900112" cy="162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52041" name="AutoShape 73">
            <a:extLst>
              <a:ext uri="{FF2B5EF4-FFF2-40B4-BE49-F238E27FC236}">
                <a16:creationId xmlns:a16="http://schemas.microsoft.com/office/drawing/2014/main" id="{55B891DF-BDBD-4DFC-9F49-EFEE47AEC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349500"/>
            <a:ext cx="1981200" cy="541338"/>
          </a:xfrm>
          <a:prstGeom prst="wedgeRoundRectCallout">
            <a:avLst>
              <a:gd name="adj1" fmla="val -63704"/>
              <a:gd name="adj2" fmla="val 26245"/>
              <a:gd name="adj3" fmla="val 16667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en-US" altLang="en-US" b="1">
                <a:solidFill>
                  <a:schemeClr val="accent1"/>
                </a:solidFill>
              </a:rPr>
              <a:t>1 0</a:t>
            </a:r>
            <a:r>
              <a:rPr lang="en-US" altLang="en-US" b="1"/>
              <a:t> (</a:t>
            </a:r>
            <a:r>
              <a:rPr lang="en-US" altLang="en-US" b="1">
                <a:solidFill>
                  <a:schemeClr val="accent2"/>
                </a:solidFill>
              </a:rPr>
              <a:t>Set</a:t>
            </a:r>
            <a:r>
              <a:rPr lang="en-US" altLang="en-US" b="1"/>
              <a:t>)</a:t>
            </a:r>
          </a:p>
          <a:p>
            <a:pPr algn="l">
              <a:spcBef>
                <a:spcPct val="0"/>
              </a:spcBef>
            </a:pPr>
            <a:r>
              <a:rPr lang="en-US" altLang="en-US" b="1">
                <a:solidFill>
                  <a:schemeClr val="accent1"/>
                </a:solidFill>
              </a:rPr>
              <a:t>1 1</a:t>
            </a:r>
            <a:r>
              <a:rPr lang="en-US" altLang="en-US" b="1"/>
              <a:t> (</a:t>
            </a:r>
            <a:r>
              <a:rPr lang="en-US" altLang="en-US" b="1">
                <a:solidFill>
                  <a:srgbClr val="996600"/>
                </a:solidFill>
              </a:rPr>
              <a:t>Toggle</a:t>
            </a:r>
            <a:r>
              <a:rPr lang="en-US" altLang="en-US" b="1"/>
              <a:t>)</a:t>
            </a:r>
          </a:p>
        </p:txBody>
      </p:sp>
      <p:sp>
        <p:nvSpPr>
          <p:cNvPr id="852042" name="AutoShape 74">
            <a:extLst>
              <a:ext uri="{FF2B5EF4-FFF2-40B4-BE49-F238E27FC236}">
                <a16:creationId xmlns:a16="http://schemas.microsoft.com/office/drawing/2014/main" id="{A813A38E-07F9-45E3-BF83-3409D2AE8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887663"/>
            <a:ext cx="1981200" cy="541337"/>
          </a:xfrm>
          <a:prstGeom prst="wedgeRoundRectCallout">
            <a:avLst>
              <a:gd name="adj1" fmla="val -64903"/>
              <a:gd name="adj2" fmla="val 7185"/>
              <a:gd name="adj3" fmla="val 16667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en-US" altLang="en-US" b="1">
                <a:solidFill>
                  <a:schemeClr val="accent1"/>
                </a:solidFill>
              </a:rPr>
              <a:t>0 1</a:t>
            </a:r>
            <a:r>
              <a:rPr lang="en-US" altLang="en-US" b="1"/>
              <a:t> (</a:t>
            </a:r>
            <a:r>
              <a:rPr lang="en-US" altLang="en-US" b="1">
                <a:solidFill>
                  <a:schemeClr val="accent2"/>
                </a:solidFill>
              </a:rPr>
              <a:t>Reset</a:t>
            </a:r>
            <a:r>
              <a:rPr lang="en-US" altLang="en-US" b="1"/>
              <a:t>)</a:t>
            </a:r>
          </a:p>
          <a:p>
            <a:pPr algn="l">
              <a:spcBef>
                <a:spcPct val="0"/>
              </a:spcBef>
            </a:pPr>
            <a:r>
              <a:rPr lang="en-US" altLang="en-US" b="1">
                <a:solidFill>
                  <a:schemeClr val="accent1"/>
                </a:solidFill>
              </a:rPr>
              <a:t>1 1</a:t>
            </a:r>
            <a:r>
              <a:rPr lang="en-US" altLang="en-US" b="1"/>
              <a:t> (</a:t>
            </a:r>
            <a:r>
              <a:rPr lang="en-US" altLang="en-US" b="1">
                <a:solidFill>
                  <a:srgbClr val="996600"/>
                </a:solidFill>
              </a:rPr>
              <a:t>Toggle</a:t>
            </a:r>
            <a:r>
              <a:rPr lang="en-US" altLang="en-US" b="1"/>
              <a:t>)</a:t>
            </a:r>
          </a:p>
        </p:txBody>
      </p:sp>
      <p:sp>
        <p:nvSpPr>
          <p:cNvPr id="852043" name="AutoShape 75">
            <a:extLst>
              <a:ext uri="{FF2B5EF4-FFF2-40B4-BE49-F238E27FC236}">
                <a16:creationId xmlns:a16="http://schemas.microsoft.com/office/drawing/2014/main" id="{6063BAA2-8FA2-4F2E-87C5-6B0857C21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3429000"/>
            <a:ext cx="1981200" cy="541338"/>
          </a:xfrm>
          <a:prstGeom prst="wedgeRoundRectCallout">
            <a:avLst>
              <a:gd name="adj1" fmla="val -63861"/>
              <a:gd name="adj2" fmla="val -20380"/>
              <a:gd name="adj3" fmla="val 16667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en-US" altLang="en-US" b="1">
                <a:solidFill>
                  <a:schemeClr val="accent1"/>
                </a:solidFill>
              </a:rPr>
              <a:t>0 0</a:t>
            </a:r>
            <a:r>
              <a:rPr lang="en-US" altLang="en-US" b="1"/>
              <a:t> (No change)</a:t>
            </a:r>
          </a:p>
          <a:p>
            <a:pPr algn="l">
              <a:spcBef>
                <a:spcPct val="0"/>
              </a:spcBef>
            </a:pPr>
            <a:r>
              <a:rPr lang="en-US" altLang="en-US" b="1">
                <a:solidFill>
                  <a:schemeClr val="accent1"/>
                </a:solidFill>
              </a:rPr>
              <a:t>1 0</a:t>
            </a:r>
            <a:r>
              <a:rPr lang="en-US" altLang="en-US" b="1"/>
              <a:t> (</a:t>
            </a:r>
            <a:r>
              <a:rPr lang="en-US" altLang="en-US" b="1">
                <a:solidFill>
                  <a:schemeClr val="accent2"/>
                </a:solidFill>
              </a:rPr>
              <a:t>Set</a:t>
            </a:r>
            <a:r>
              <a:rPr lang="en-US" altLang="en-US" b="1"/>
              <a:t>)</a:t>
            </a:r>
          </a:p>
        </p:txBody>
      </p:sp>
      <p:graphicFrame>
        <p:nvGraphicFramePr>
          <p:cNvPr id="852044" name="Group 76">
            <a:extLst>
              <a:ext uri="{FF2B5EF4-FFF2-40B4-BE49-F238E27FC236}">
                <a16:creationId xmlns:a16="http://schemas.microsoft.com/office/drawing/2014/main" id="{7EC5E48A-7AA4-4F0E-B801-E0FD6A7DFFCD}"/>
              </a:ext>
            </a:extLst>
          </p:cNvPr>
          <p:cNvGraphicFramePr>
            <a:graphicFrameLocks noGrp="1"/>
          </p:cNvGraphicFramePr>
          <p:nvPr/>
        </p:nvGraphicFramePr>
        <p:xfrm>
          <a:off x="3671888" y="4329113"/>
          <a:ext cx="2697162" cy="2041525"/>
        </p:xfrm>
        <a:graphic>
          <a:graphicData uri="http://schemas.openxmlformats.org/drawingml/2006/table">
            <a:tbl>
              <a:tblPr/>
              <a:tblGrid>
                <a:gridCol w="896937">
                  <a:extLst>
                    <a:ext uri="{9D8B030D-6E8A-4147-A177-3AD203B41FA5}">
                      <a16:colId xmlns:a16="http://schemas.microsoft.com/office/drawing/2014/main" val="2350349467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1348146333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1427341210"/>
                    </a:ext>
                  </a:extLst>
                </a:gridCol>
              </a:tblGrid>
              <a:tr h="4095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+1)</a:t>
                      </a:r>
                      <a:endParaRPr kumimoji="0" lang="en-US" altLang="en-US" sz="2400" b="1" i="1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5436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401558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538410"/>
                  </a:ext>
                </a:extLst>
              </a:tr>
              <a:tr h="40957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431069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162341"/>
                  </a:ext>
                </a:extLst>
              </a:tr>
            </a:tbl>
          </a:graphicData>
        </a:graphic>
      </p:graphicFrame>
      <p:sp>
        <p:nvSpPr>
          <p:cNvPr id="852069" name="Rectangle 101">
            <a:extLst>
              <a:ext uri="{FF2B5EF4-FFF2-40B4-BE49-F238E27FC236}">
                <a16:creationId xmlns:a16="http://schemas.microsoft.com/office/drawing/2014/main" id="{EDF46686-F4A4-4321-BA6D-A0AE89B80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4727575"/>
            <a:ext cx="900112" cy="162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52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20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520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5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5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52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852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5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2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8520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52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852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5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52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852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5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52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52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52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520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038" grpId="0" animBg="1"/>
      <p:bldP spid="852038" grpId="1" animBg="1"/>
      <p:bldP spid="852041" grpId="0" animBg="1"/>
      <p:bldP spid="852041" grpId="1" animBg="1"/>
      <p:bldP spid="852042" grpId="0" animBg="1"/>
      <p:bldP spid="852042" grpId="1" animBg="1"/>
      <p:bldP spid="852043" grpId="0" animBg="1"/>
      <p:bldP spid="852043" grpId="1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ooter Placeholder 4">
            <a:extLst>
              <a:ext uri="{FF2B5EF4-FFF2-40B4-BE49-F238E27FC236}">
                <a16:creationId xmlns:a16="http://schemas.microsoft.com/office/drawing/2014/main" id="{8F985828-9099-4E89-AC06-60F78635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39" name="Slide Number Placeholder 5">
            <a:extLst>
              <a:ext uri="{FF2B5EF4-FFF2-40B4-BE49-F238E27FC236}">
                <a16:creationId xmlns:a16="http://schemas.microsoft.com/office/drawing/2014/main" id="{C8ED9B5D-A8A4-411E-BDCA-6F280E43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86B57-ADA5-48AC-83A9-40750F0AEAB8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854018" name="Rectangle 2">
            <a:extLst>
              <a:ext uri="{FF2B5EF4-FFF2-40B4-BE49-F238E27FC236}">
                <a16:creationId xmlns:a16="http://schemas.microsoft.com/office/drawing/2014/main" id="{12074EE5-BC18-4F36-A4BC-D77987626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 with </a:t>
            </a:r>
            <a:r>
              <a:rPr lang="en-US" altLang="en-US" i="1"/>
              <a:t>JK</a:t>
            </a:r>
            <a:r>
              <a:rPr lang="en-US" altLang="en-US"/>
              <a:t> F.F.</a:t>
            </a:r>
          </a:p>
        </p:txBody>
      </p:sp>
      <p:sp>
        <p:nvSpPr>
          <p:cNvPr id="854019" name="Rectangle 3">
            <a:extLst>
              <a:ext uri="{FF2B5EF4-FFF2-40B4-BE49-F238E27FC236}">
                <a16:creationId xmlns:a16="http://schemas.microsoft.com/office/drawing/2014/main" id="{B8F679CF-D476-499C-840D-500C9A5C7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aphicFrame>
        <p:nvGraphicFramePr>
          <p:cNvPr id="854020" name="Group 4">
            <a:extLst>
              <a:ext uri="{FF2B5EF4-FFF2-40B4-BE49-F238E27FC236}">
                <a16:creationId xmlns:a16="http://schemas.microsoft.com/office/drawing/2014/main" id="{2C6FCFB2-9035-431E-8A7E-E710FBE2287B}"/>
              </a:ext>
            </a:extLst>
          </p:cNvPr>
          <p:cNvGraphicFramePr>
            <a:graphicFrameLocks noGrp="1"/>
          </p:cNvGraphicFramePr>
          <p:nvPr/>
        </p:nvGraphicFramePr>
        <p:xfrm>
          <a:off x="431800" y="2549525"/>
          <a:ext cx="5037138" cy="4005263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93099639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596663768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514953105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18993721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2335056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32274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19140197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21938228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364834244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801733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24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en-US" sz="24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24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en-US" sz="24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923386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618249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694339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224054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80868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54825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586058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359227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727303"/>
                  </a:ext>
                </a:extLst>
              </a:tr>
            </a:tbl>
          </a:graphicData>
        </a:graphic>
      </p:graphicFrame>
      <p:sp>
        <p:nvSpPr>
          <p:cNvPr id="854110" name="Rectangle 94">
            <a:extLst>
              <a:ext uri="{FF2B5EF4-FFF2-40B4-BE49-F238E27FC236}">
                <a16:creationId xmlns:a16="http://schemas.microsoft.com/office/drawing/2014/main" id="{2F6515FB-C2DF-452B-B88F-0E33EEB70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3538538"/>
            <a:ext cx="6858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0</a:t>
            </a:r>
          </a:p>
        </p:txBody>
      </p:sp>
      <p:grpSp>
        <p:nvGrpSpPr>
          <p:cNvPr id="854111" name="Group 95">
            <a:extLst>
              <a:ext uri="{FF2B5EF4-FFF2-40B4-BE49-F238E27FC236}">
                <a16:creationId xmlns:a16="http://schemas.microsoft.com/office/drawing/2014/main" id="{D0939AE4-7DA3-4662-8A12-C79AE488A140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54112" name="AutoShape 96">
              <a:extLst>
                <a:ext uri="{FF2B5EF4-FFF2-40B4-BE49-F238E27FC236}">
                  <a16:creationId xmlns:a16="http://schemas.microsoft.com/office/drawing/2014/main" id="{3D7AAA9F-5023-4578-90A7-E73AE6391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66FF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13" name="Line 97">
              <a:extLst>
                <a:ext uri="{FF2B5EF4-FFF2-40B4-BE49-F238E27FC236}">
                  <a16:creationId xmlns:a16="http://schemas.microsoft.com/office/drawing/2014/main" id="{58844A26-4548-4079-B457-4CA5E5D05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14" name="Line 98">
              <a:extLst>
                <a:ext uri="{FF2B5EF4-FFF2-40B4-BE49-F238E27FC236}">
                  <a16:creationId xmlns:a16="http://schemas.microsoft.com/office/drawing/2014/main" id="{E47311B8-99E0-4AB7-893E-54A6271E5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15" name="Line 99">
              <a:extLst>
                <a:ext uri="{FF2B5EF4-FFF2-40B4-BE49-F238E27FC236}">
                  <a16:creationId xmlns:a16="http://schemas.microsoft.com/office/drawing/2014/main" id="{EFCEC63A-E5AE-46A6-8D56-B47379B7B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54116" name="Group 100">
            <a:extLst>
              <a:ext uri="{FF2B5EF4-FFF2-40B4-BE49-F238E27FC236}">
                <a16:creationId xmlns:a16="http://schemas.microsoft.com/office/drawing/2014/main" id="{82FC6178-B55D-46BE-9A1A-06695FCC4ECB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54117" name="Line 101">
              <a:extLst>
                <a:ext uri="{FF2B5EF4-FFF2-40B4-BE49-F238E27FC236}">
                  <a16:creationId xmlns:a16="http://schemas.microsoft.com/office/drawing/2014/main" id="{60958B38-E9E8-4186-9A61-60FD34D1B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18" name="Line 102">
              <a:extLst>
                <a:ext uri="{FF2B5EF4-FFF2-40B4-BE49-F238E27FC236}">
                  <a16:creationId xmlns:a16="http://schemas.microsoft.com/office/drawing/2014/main" id="{D10E9E70-87B6-4C0B-87AA-195BF63A99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19" name="Line 103">
              <a:extLst>
                <a:ext uri="{FF2B5EF4-FFF2-40B4-BE49-F238E27FC236}">
                  <a16:creationId xmlns:a16="http://schemas.microsoft.com/office/drawing/2014/main" id="{791FCCDA-C4AB-46F1-A021-18E5D065C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0" name="Line 104">
              <a:extLst>
                <a:ext uri="{FF2B5EF4-FFF2-40B4-BE49-F238E27FC236}">
                  <a16:creationId xmlns:a16="http://schemas.microsoft.com/office/drawing/2014/main" id="{63956489-A2D1-4491-A827-8E864162ED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1" name="Line 105">
              <a:extLst>
                <a:ext uri="{FF2B5EF4-FFF2-40B4-BE49-F238E27FC236}">
                  <a16:creationId xmlns:a16="http://schemas.microsoft.com/office/drawing/2014/main" id="{D0277B7C-5048-4EA3-B1EC-5044849B8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2" name="Line 106">
              <a:extLst>
                <a:ext uri="{FF2B5EF4-FFF2-40B4-BE49-F238E27FC236}">
                  <a16:creationId xmlns:a16="http://schemas.microsoft.com/office/drawing/2014/main" id="{5865603B-2609-4D42-BBDC-D50A06417A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3" name="Line 107">
              <a:extLst>
                <a:ext uri="{FF2B5EF4-FFF2-40B4-BE49-F238E27FC236}">
                  <a16:creationId xmlns:a16="http://schemas.microsoft.com/office/drawing/2014/main" id="{7A871DB8-0B8B-4559-B1AE-6B360D45C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4" name="Line 108">
              <a:extLst>
                <a:ext uri="{FF2B5EF4-FFF2-40B4-BE49-F238E27FC236}">
                  <a16:creationId xmlns:a16="http://schemas.microsoft.com/office/drawing/2014/main" id="{40733429-68EC-4359-8D9F-1B8E7E8A71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5" name="Line 109">
              <a:extLst>
                <a:ext uri="{FF2B5EF4-FFF2-40B4-BE49-F238E27FC236}">
                  <a16:creationId xmlns:a16="http://schemas.microsoft.com/office/drawing/2014/main" id="{6AF9914D-98BC-4DF5-ADEF-B8545DC8CD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6" name="Line 110">
              <a:extLst>
                <a:ext uri="{FF2B5EF4-FFF2-40B4-BE49-F238E27FC236}">
                  <a16:creationId xmlns:a16="http://schemas.microsoft.com/office/drawing/2014/main" id="{AFC95647-AB31-4761-83DE-7C0C9A70A5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7" name="Line 111">
              <a:extLst>
                <a:ext uri="{FF2B5EF4-FFF2-40B4-BE49-F238E27FC236}">
                  <a16:creationId xmlns:a16="http://schemas.microsoft.com/office/drawing/2014/main" id="{B2136041-661C-4F50-BA2E-A64368C0F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8" name="Line 112">
              <a:extLst>
                <a:ext uri="{FF2B5EF4-FFF2-40B4-BE49-F238E27FC236}">
                  <a16:creationId xmlns:a16="http://schemas.microsoft.com/office/drawing/2014/main" id="{90CEBA44-6976-4F5B-8686-916A606436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29" name="Line 113">
              <a:extLst>
                <a:ext uri="{FF2B5EF4-FFF2-40B4-BE49-F238E27FC236}">
                  <a16:creationId xmlns:a16="http://schemas.microsoft.com/office/drawing/2014/main" id="{FB273C4F-B4DE-4C06-8403-8A11A390D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0" name="Line 114">
              <a:extLst>
                <a:ext uri="{FF2B5EF4-FFF2-40B4-BE49-F238E27FC236}">
                  <a16:creationId xmlns:a16="http://schemas.microsoft.com/office/drawing/2014/main" id="{A9CE5B44-3C06-45D1-BAD6-E0DCBC24D9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1" name="Line 115">
              <a:extLst>
                <a:ext uri="{FF2B5EF4-FFF2-40B4-BE49-F238E27FC236}">
                  <a16:creationId xmlns:a16="http://schemas.microsoft.com/office/drawing/2014/main" id="{5CA72A90-AE73-45DB-9997-6D38D7E22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2" name="Line 116">
              <a:extLst>
                <a:ext uri="{FF2B5EF4-FFF2-40B4-BE49-F238E27FC236}">
                  <a16:creationId xmlns:a16="http://schemas.microsoft.com/office/drawing/2014/main" id="{08DE6D90-E7BD-40A8-93DB-CB6377E0A7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3" name="Line 117">
              <a:extLst>
                <a:ext uri="{FF2B5EF4-FFF2-40B4-BE49-F238E27FC236}">
                  <a16:creationId xmlns:a16="http://schemas.microsoft.com/office/drawing/2014/main" id="{5556A250-F4D6-4C61-89FE-C77DB79EC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4" name="Line 118">
              <a:extLst>
                <a:ext uri="{FF2B5EF4-FFF2-40B4-BE49-F238E27FC236}">
                  <a16:creationId xmlns:a16="http://schemas.microsoft.com/office/drawing/2014/main" id="{F1A7B796-7053-4DC6-9084-A3C4E354FA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5" name="Line 119">
              <a:extLst>
                <a:ext uri="{FF2B5EF4-FFF2-40B4-BE49-F238E27FC236}">
                  <a16:creationId xmlns:a16="http://schemas.microsoft.com/office/drawing/2014/main" id="{8EA5B6E5-20E6-4712-8134-1A772D6FF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6" name="Line 120">
              <a:extLst>
                <a:ext uri="{FF2B5EF4-FFF2-40B4-BE49-F238E27FC236}">
                  <a16:creationId xmlns:a16="http://schemas.microsoft.com/office/drawing/2014/main" id="{50002613-7BD9-4BAF-887E-FE4B4CA21A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7" name="Line 121">
              <a:extLst>
                <a:ext uri="{FF2B5EF4-FFF2-40B4-BE49-F238E27FC236}">
                  <a16:creationId xmlns:a16="http://schemas.microsoft.com/office/drawing/2014/main" id="{B4C05BA0-26EC-4DD9-9FD9-CDCB37339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8" name="Line 122">
              <a:extLst>
                <a:ext uri="{FF2B5EF4-FFF2-40B4-BE49-F238E27FC236}">
                  <a16:creationId xmlns:a16="http://schemas.microsoft.com/office/drawing/2014/main" id="{4BC8D09F-47DD-4882-A8E9-382328FE7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39" name="Line 123">
              <a:extLst>
                <a:ext uri="{FF2B5EF4-FFF2-40B4-BE49-F238E27FC236}">
                  <a16:creationId xmlns:a16="http://schemas.microsoft.com/office/drawing/2014/main" id="{0048B00C-0C80-4426-B1CB-087905230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40" name="Line 124">
              <a:extLst>
                <a:ext uri="{FF2B5EF4-FFF2-40B4-BE49-F238E27FC236}">
                  <a16:creationId xmlns:a16="http://schemas.microsoft.com/office/drawing/2014/main" id="{8595C10B-4E36-4A7C-AA87-6803821F7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41" name="Line 125">
              <a:extLst>
                <a:ext uri="{FF2B5EF4-FFF2-40B4-BE49-F238E27FC236}">
                  <a16:creationId xmlns:a16="http://schemas.microsoft.com/office/drawing/2014/main" id="{BD5B8425-5618-4CB1-ABBD-2DD51F4B4D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42" name="Line 126">
              <a:extLst>
                <a:ext uri="{FF2B5EF4-FFF2-40B4-BE49-F238E27FC236}">
                  <a16:creationId xmlns:a16="http://schemas.microsoft.com/office/drawing/2014/main" id="{11EC7ED6-B3E1-4F1A-A572-0C21D3335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43" name="Line 127">
              <a:extLst>
                <a:ext uri="{FF2B5EF4-FFF2-40B4-BE49-F238E27FC236}">
                  <a16:creationId xmlns:a16="http://schemas.microsoft.com/office/drawing/2014/main" id="{FD732F93-7788-4780-A158-D893169EFE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44" name="Line 128">
              <a:extLst>
                <a:ext uri="{FF2B5EF4-FFF2-40B4-BE49-F238E27FC236}">
                  <a16:creationId xmlns:a16="http://schemas.microsoft.com/office/drawing/2014/main" id="{8A1C6DAB-4454-4627-B377-F3A4D05F14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45" name="Line 129">
              <a:extLst>
                <a:ext uri="{FF2B5EF4-FFF2-40B4-BE49-F238E27FC236}">
                  <a16:creationId xmlns:a16="http://schemas.microsoft.com/office/drawing/2014/main" id="{A57ADD42-FA34-4099-B75E-3002968B3E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46" name="Line 130">
              <a:extLst>
                <a:ext uri="{FF2B5EF4-FFF2-40B4-BE49-F238E27FC236}">
                  <a16:creationId xmlns:a16="http://schemas.microsoft.com/office/drawing/2014/main" id="{95DF5242-7081-400A-AA5C-8C513D0B2A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54148" name="Rectangle 132">
            <a:extLst>
              <a:ext uri="{FF2B5EF4-FFF2-40B4-BE49-F238E27FC236}">
                <a16:creationId xmlns:a16="http://schemas.microsoft.com/office/drawing/2014/main" id="{C0F6AE13-1613-412A-BD5B-A3BA48E70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429000"/>
            <a:ext cx="3311525" cy="292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 = ∑ (3)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∑ (4,5,6,7)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 = ∑ (4, 6)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∑ (0,1,2,3)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 = ∑ (1, 5)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JB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∑ (2,3,6,7)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 = ∑ (2, 3, 6)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KB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∑ (0,1,4,5)</a:t>
            </a:r>
          </a:p>
        </p:txBody>
      </p:sp>
      <p:sp>
        <p:nvSpPr>
          <p:cNvPr id="854149" name="AutoShape 133">
            <a:extLst>
              <a:ext uri="{FF2B5EF4-FFF2-40B4-BE49-F238E27FC236}">
                <a16:creationId xmlns:a16="http://schemas.microsoft.com/office/drawing/2014/main" id="{8B27126F-57B1-40DA-A682-65AFDB64B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889250"/>
            <a:ext cx="3311525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 using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F.F.</a:t>
            </a:r>
            <a:endParaRPr lang="en-US" alt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4150" name="Rectangle 134">
            <a:extLst>
              <a:ext uri="{FF2B5EF4-FFF2-40B4-BE49-F238E27FC236}">
                <a16:creationId xmlns:a16="http://schemas.microsoft.com/office/drawing/2014/main" id="{8A741EAB-5F0D-49D3-9F1C-F0C2A018E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050" y="3527425"/>
            <a:ext cx="6858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0</a:t>
            </a:r>
          </a:p>
        </p:txBody>
      </p:sp>
      <p:grpSp>
        <p:nvGrpSpPr>
          <p:cNvPr id="854151" name="Group 135">
            <a:extLst>
              <a:ext uri="{FF2B5EF4-FFF2-40B4-BE49-F238E27FC236}">
                <a16:creationId xmlns:a16="http://schemas.microsoft.com/office/drawing/2014/main" id="{961564A4-6C1A-4B82-9FD7-4DAEA2E71BB5}"/>
              </a:ext>
            </a:extLst>
          </p:cNvPr>
          <p:cNvGrpSpPr>
            <a:grpSpLocks/>
          </p:cNvGrpSpPr>
          <p:nvPr/>
        </p:nvGrpSpPr>
        <p:grpSpPr bwMode="auto">
          <a:xfrm>
            <a:off x="573088" y="3556000"/>
            <a:ext cx="2047875" cy="360363"/>
            <a:chOff x="361" y="2240"/>
            <a:chExt cx="1290" cy="227"/>
          </a:xfrm>
        </p:grpSpPr>
        <p:sp>
          <p:nvSpPr>
            <p:cNvPr id="854152" name="Oval 136">
              <a:extLst>
                <a:ext uri="{FF2B5EF4-FFF2-40B4-BE49-F238E27FC236}">
                  <a16:creationId xmlns:a16="http://schemas.microsoft.com/office/drawing/2014/main" id="{5E04E464-EDCD-417E-9A14-F27B328D9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" y="2240"/>
              <a:ext cx="158" cy="227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38100" cap="rnd" algn="ctr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53" name="Oval 137">
              <a:extLst>
                <a:ext uri="{FF2B5EF4-FFF2-40B4-BE49-F238E27FC236}">
                  <a16:creationId xmlns:a16="http://schemas.microsoft.com/office/drawing/2014/main" id="{6C275DF6-6789-4DE4-A5A6-914392315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2240"/>
              <a:ext cx="158" cy="227"/>
            </a:xfrm>
            <a:prstGeom prst="ellipse">
              <a:avLst/>
            </a:prstGeom>
            <a:solidFill>
              <a:srgbClr val="66FF33">
                <a:alpha val="50000"/>
              </a:srgbClr>
            </a:solidFill>
            <a:ln w="38100" cap="rnd" algn="ctr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4154" name="Line 138">
              <a:extLst>
                <a:ext uri="{FF2B5EF4-FFF2-40B4-BE49-F238E27FC236}">
                  <a16:creationId xmlns:a16="http://schemas.microsoft.com/office/drawing/2014/main" id="{619BFCF2-D01B-44D8-AEA7-FCBEDCF01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" y="2360"/>
              <a:ext cx="96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5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4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07407E-6 L 0.0599 0.00069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0007 L 0.00052 0.05417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9" y="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4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5416 L 0.06025 0.0541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54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05416 L 0.00087 0.11157 " pathEditMode="relative" ptsTypes="AA">
                                      <p:cBhvr>
                                        <p:cTn id="47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4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11157 L 0.0599 0.11157 " pathEditMode="relative" ptsTypes="AA">
                                      <p:cBhvr>
                                        <p:cTn id="55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4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11157 L 0.00052 0.16574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9" y="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54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16574 L 0.06025 0.16527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54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16527 L 0.00122 0.22129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1" y="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54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22129 L 0.0606 0.22129 " pathEditMode="relative" ptsTypes="AA">
                                      <p:cBhvr>
                                        <p:cTn id="87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54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59 0.22129 L 0.0007 0.27569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" y="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54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27569 L 0.06025 0.27569 " pathEditMode="relative" ptsTypes="AA">
                                      <p:cBhvr>
                                        <p:cTn id="103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854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27569 L 0.00139 0.33194 " pathEditMode="relative" ptsTypes="AA">
                                      <p:cBhvr>
                                        <p:cTn id="111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54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33194 L 0.0599 0.33171 " pathEditMode="relative" ptsTypes="AA">
                                      <p:cBhvr>
                                        <p:cTn id="119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54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33171 L 0.0007 0.38518 " pathEditMode="relative" rAng="0" ptsTypes="AA">
                                      <p:cBhvr>
                                        <p:cTn id="127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9" y="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54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38518 L 0.06008 0.38518 " pathEditMode="relative" ptsTypes="AA">
                                      <p:cBhvr>
                                        <p:cTn id="135" dur="500" fill="hold"/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54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3" dur="500"/>
                                        <p:tgtEl>
                                          <p:spTgt spid="854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5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5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85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54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854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54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54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54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414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ooter Placeholder 4">
            <a:extLst>
              <a:ext uri="{FF2B5EF4-FFF2-40B4-BE49-F238E27FC236}">
                <a16:creationId xmlns:a16="http://schemas.microsoft.com/office/drawing/2014/main" id="{7C4486D8-4816-468F-A62E-894B4986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247" name="Slide Number Placeholder 5">
            <a:extLst>
              <a:ext uri="{FF2B5EF4-FFF2-40B4-BE49-F238E27FC236}">
                <a16:creationId xmlns:a16="http://schemas.microsoft.com/office/drawing/2014/main" id="{C8C3B4E6-6CFF-4A56-B31B-413E637F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5A254-17A3-44AA-B852-F044E3BF6894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856066" name="Rectangle 2">
            <a:extLst>
              <a:ext uri="{FF2B5EF4-FFF2-40B4-BE49-F238E27FC236}">
                <a16:creationId xmlns:a16="http://schemas.microsoft.com/office/drawing/2014/main" id="{4404391C-7310-4AE4-B3B8-436392CD0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 with </a:t>
            </a:r>
            <a:r>
              <a:rPr lang="en-US" altLang="en-US" i="1"/>
              <a:t>JK</a:t>
            </a:r>
            <a:r>
              <a:rPr lang="en-US" altLang="en-US"/>
              <a:t> F.F.</a:t>
            </a:r>
          </a:p>
        </p:txBody>
      </p:sp>
      <p:sp>
        <p:nvSpPr>
          <p:cNvPr id="856067" name="Rectangle 3">
            <a:extLst>
              <a:ext uri="{FF2B5EF4-FFF2-40B4-BE49-F238E27FC236}">
                <a16:creationId xmlns:a16="http://schemas.microsoft.com/office/drawing/2014/main" id="{2B014B69-EE17-4045-A1CE-BC7351B91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pSp>
        <p:nvGrpSpPr>
          <p:cNvPr id="856068" name="Group 4">
            <a:extLst>
              <a:ext uri="{FF2B5EF4-FFF2-40B4-BE49-F238E27FC236}">
                <a16:creationId xmlns:a16="http://schemas.microsoft.com/office/drawing/2014/main" id="{E7546445-5EA5-4255-ACE6-2D1F57B9BC22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56069" name="AutoShape 5">
              <a:extLst>
                <a:ext uri="{FF2B5EF4-FFF2-40B4-BE49-F238E27FC236}">
                  <a16:creationId xmlns:a16="http://schemas.microsoft.com/office/drawing/2014/main" id="{54B23FB0-DABA-45D8-8B3C-FEA609D56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66FF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70" name="Line 6">
              <a:extLst>
                <a:ext uri="{FF2B5EF4-FFF2-40B4-BE49-F238E27FC236}">
                  <a16:creationId xmlns:a16="http://schemas.microsoft.com/office/drawing/2014/main" id="{3B1C5084-2AAD-4E8B-AC15-DE88A4D64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71" name="Line 7">
              <a:extLst>
                <a:ext uri="{FF2B5EF4-FFF2-40B4-BE49-F238E27FC236}">
                  <a16:creationId xmlns:a16="http://schemas.microsoft.com/office/drawing/2014/main" id="{A8748B2D-2A03-45EB-B9D0-504C02A8C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72" name="Line 8">
              <a:extLst>
                <a:ext uri="{FF2B5EF4-FFF2-40B4-BE49-F238E27FC236}">
                  <a16:creationId xmlns:a16="http://schemas.microsoft.com/office/drawing/2014/main" id="{BEDF3275-C0B5-4CD7-87D1-A0F389418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56073" name="Group 9">
            <a:extLst>
              <a:ext uri="{FF2B5EF4-FFF2-40B4-BE49-F238E27FC236}">
                <a16:creationId xmlns:a16="http://schemas.microsoft.com/office/drawing/2014/main" id="{72DADC29-B601-4AF8-A56D-1C19FC783918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56074" name="Line 10">
              <a:extLst>
                <a:ext uri="{FF2B5EF4-FFF2-40B4-BE49-F238E27FC236}">
                  <a16:creationId xmlns:a16="http://schemas.microsoft.com/office/drawing/2014/main" id="{55DEA347-FEDD-444A-A0BB-0DDCF3F7D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75" name="Line 11">
              <a:extLst>
                <a:ext uri="{FF2B5EF4-FFF2-40B4-BE49-F238E27FC236}">
                  <a16:creationId xmlns:a16="http://schemas.microsoft.com/office/drawing/2014/main" id="{85FF3BC9-D8C2-4144-B79F-2E79ED29D9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76" name="Line 12">
              <a:extLst>
                <a:ext uri="{FF2B5EF4-FFF2-40B4-BE49-F238E27FC236}">
                  <a16:creationId xmlns:a16="http://schemas.microsoft.com/office/drawing/2014/main" id="{0F4AF2B9-59FC-4BF8-8743-24BFEB241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77" name="Line 13">
              <a:extLst>
                <a:ext uri="{FF2B5EF4-FFF2-40B4-BE49-F238E27FC236}">
                  <a16:creationId xmlns:a16="http://schemas.microsoft.com/office/drawing/2014/main" id="{A6A067BC-60DE-44A4-8025-360DC5357F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78" name="Line 14">
              <a:extLst>
                <a:ext uri="{FF2B5EF4-FFF2-40B4-BE49-F238E27FC236}">
                  <a16:creationId xmlns:a16="http://schemas.microsoft.com/office/drawing/2014/main" id="{743F0AE0-E9D3-4EB1-90C8-C88BAC131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79" name="Line 15">
              <a:extLst>
                <a:ext uri="{FF2B5EF4-FFF2-40B4-BE49-F238E27FC236}">
                  <a16:creationId xmlns:a16="http://schemas.microsoft.com/office/drawing/2014/main" id="{2E62A63B-60C4-4E76-AABE-D3B4AB0D5A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0" name="Line 16">
              <a:extLst>
                <a:ext uri="{FF2B5EF4-FFF2-40B4-BE49-F238E27FC236}">
                  <a16:creationId xmlns:a16="http://schemas.microsoft.com/office/drawing/2014/main" id="{3080A382-9731-4AFB-9DEE-55B7C0CD0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1" name="Line 17">
              <a:extLst>
                <a:ext uri="{FF2B5EF4-FFF2-40B4-BE49-F238E27FC236}">
                  <a16:creationId xmlns:a16="http://schemas.microsoft.com/office/drawing/2014/main" id="{FB722A65-DA8A-41E2-B554-258B0A6C42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2" name="Line 18">
              <a:extLst>
                <a:ext uri="{FF2B5EF4-FFF2-40B4-BE49-F238E27FC236}">
                  <a16:creationId xmlns:a16="http://schemas.microsoft.com/office/drawing/2014/main" id="{99A99E42-6360-40FA-8B31-2593E6F0D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3" name="Line 19">
              <a:extLst>
                <a:ext uri="{FF2B5EF4-FFF2-40B4-BE49-F238E27FC236}">
                  <a16:creationId xmlns:a16="http://schemas.microsoft.com/office/drawing/2014/main" id="{4A337DC1-0C70-4F0B-812E-6028FDC8A4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4" name="Line 20">
              <a:extLst>
                <a:ext uri="{FF2B5EF4-FFF2-40B4-BE49-F238E27FC236}">
                  <a16:creationId xmlns:a16="http://schemas.microsoft.com/office/drawing/2014/main" id="{433796A8-2A75-4395-9E2C-A9BD7F4E8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5" name="Line 21">
              <a:extLst>
                <a:ext uri="{FF2B5EF4-FFF2-40B4-BE49-F238E27FC236}">
                  <a16:creationId xmlns:a16="http://schemas.microsoft.com/office/drawing/2014/main" id="{1E13C133-E969-4C41-8E8E-C40C6D124F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6" name="Line 22">
              <a:extLst>
                <a:ext uri="{FF2B5EF4-FFF2-40B4-BE49-F238E27FC236}">
                  <a16:creationId xmlns:a16="http://schemas.microsoft.com/office/drawing/2014/main" id="{1D255587-F6C6-41B1-B188-907DBCC76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7" name="Line 23">
              <a:extLst>
                <a:ext uri="{FF2B5EF4-FFF2-40B4-BE49-F238E27FC236}">
                  <a16:creationId xmlns:a16="http://schemas.microsoft.com/office/drawing/2014/main" id="{8143FC22-0F53-4F97-8F36-AE838CBD48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8" name="Line 24">
              <a:extLst>
                <a:ext uri="{FF2B5EF4-FFF2-40B4-BE49-F238E27FC236}">
                  <a16:creationId xmlns:a16="http://schemas.microsoft.com/office/drawing/2014/main" id="{D7A8C235-36D8-46FC-B819-5464CA3E7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89" name="Line 25">
              <a:extLst>
                <a:ext uri="{FF2B5EF4-FFF2-40B4-BE49-F238E27FC236}">
                  <a16:creationId xmlns:a16="http://schemas.microsoft.com/office/drawing/2014/main" id="{B3DD6BB4-2554-4DF6-A92E-D24C00D817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0" name="Line 26">
              <a:extLst>
                <a:ext uri="{FF2B5EF4-FFF2-40B4-BE49-F238E27FC236}">
                  <a16:creationId xmlns:a16="http://schemas.microsoft.com/office/drawing/2014/main" id="{9CEC3329-C570-4C30-B1FE-A395E2AA5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1" name="Line 27">
              <a:extLst>
                <a:ext uri="{FF2B5EF4-FFF2-40B4-BE49-F238E27FC236}">
                  <a16:creationId xmlns:a16="http://schemas.microsoft.com/office/drawing/2014/main" id="{BA16FCD8-4F09-4FAC-8F64-098DD7ED7D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2" name="Line 28">
              <a:extLst>
                <a:ext uri="{FF2B5EF4-FFF2-40B4-BE49-F238E27FC236}">
                  <a16:creationId xmlns:a16="http://schemas.microsoft.com/office/drawing/2014/main" id="{EE992C9F-3D22-4BF6-A307-07A595DA6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3" name="Line 29">
              <a:extLst>
                <a:ext uri="{FF2B5EF4-FFF2-40B4-BE49-F238E27FC236}">
                  <a16:creationId xmlns:a16="http://schemas.microsoft.com/office/drawing/2014/main" id="{7F2B81C7-3673-4396-85F5-AD973EB254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4" name="Line 30">
              <a:extLst>
                <a:ext uri="{FF2B5EF4-FFF2-40B4-BE49-F238E27FC236}">
                  <a16:creationId xmlns:a16="http://schemas.microsoft.com/office/drawing/2014/main" id="{71EEB97A-12B7-4AE7-96F0-2C7E2CBD7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5" name="Line 31">
              <a:extLst>
                <a:ext uri="{FF2B5EF4-FFF2-40B4-BE49-F238E27FC236}">
                  <a16:creationId xmlns:a16="http://schemas.microsoft.com/office/drawing/2014/main" id="{5AA32693-BD00-42BE-8939-82BEAC113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6" name="Line 32">
              <a:extLst>
                <a:ext uri="{FF2B5EF4-FFF2-40B4-BE49-F238E27FC236}">
                  <a16:creationId xmlns:a16="http://schemas.microsoft.com/office/drawing/2014/main" id="{39A9A592-76DE-49A1-9BC5-C4AC74878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7" name="Line 33">
              <a:extLst>
                <a:ext uri="{FF2B5EF4-FFF2-40B4-BE49-F238E27FC236}">
                  <a16:creationId xmlns:a16="http://schemas.microsoft.com/office/drawing/2014/main" id="{B6FE80C1-1F25-47C1-999B-8779B898E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8" name="Line 34">
              <a:extLst>
                <a:ext uri="{FF2B5EF4-FFF2-40B4-BE49-F238E27FC236}">
                  <a16:creationId xmlns:a16="http://schemas.microsoft.com/office/drawing/2014/main" id="{93A04528-FE2C-4829-8480-D20C3FAF11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099" name="Line 35">
              <a:extLst>
                <a:ext uri="{FF2B5EF4-FFF2-40B4-BE49-F238E27FC236}">
                  <a16:creationId xmlns:a16="http://schemas.microsoft.com/office/drawing/2014/main" id="{9199A144-AD32-4902-A004-9C4E7497B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100" name="Line 36">
              <a:extLst>
                <a:ext uri="{FF2B5EF4-FFF2-40B4-BE49-F238E27FC236}">
                  <a16:creationId xmlns:a16="http://schemas.microsoft.com/office/drawing/2014/main" id="{5DB168EC-9B2B-4FFB-9ECA-1647CD6DC8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101" name="Line 37">
              <a:extLst>
                <a:ext uri="{FF2B5EF4-FFF2-40B4-BE49-F238E27FC236}">
                  <a16:creationId xmlns:a16="http://schemas.microsoft.com/office/drawing/2014/main" id="{02255053-52CF-4F7B-8B0D-6C561E3CCA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102" name="Line 38">
              <a:extLst>
                <a:ext uri="{FF2B5EF4-FFF2-40B4-BE49-F238E27FC236}">
                  <a16:creationId xmlns:a16="http://schemas.microsoft.com/office/drawing/2014/main" id="{6EAA6E3E-E035-4983-81DF-1A47B9ABC6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6103" name="Line 39">
              <a:extLst>
                <a:ext uri="{FF2B5EF4-FFF2-40B4-BE49-F238E27FC236}">
                  <a16:creationId xmlns:a16="http://schemas.microsoft.com/office/drawing/2014/main" id="{DB31ED78-552B-49E7-881E-EAF3F777E5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56105" name="Rectangle 41">
            <a:extLst>
              <a:ext uri="{FF2B5EF4-FFF2-40B4-BE49-F238E27FC236}">
                <a16:creationId xmlns:a16="http://schemas.microsoft.com/office/drawing/2014/main" id="{4DB4CBCE-4AE5-424D-A404-208C6E04E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36875"/>
            <a:ext cx="3960812" cy="98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x	K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</a:p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		K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</a:p>
        </p:txBody>
      </p:sp>
      <p:sp>
        <p:nvSpPr>
          <p:cNvPr id="856106" name="AutoShape 42">
            <a:extLst>
              <a:ext uri="{FF2B5EF4-FFF2-40B4-BE49-F238E27FC236}">
                <a16:creationId xmlns:a16="http://schemas.microsoft.com/office/drawing/2014/main" id="{25EB74C8-5F20-452F-ACA6-C76CD50AA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950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 using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endParaRPr lang="en-US" alt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56107" name="Group 43">
            <a:extLst>
              <a:ext uri="{FF2B5EF4-FFF2-40B4-BE49-F238E27FC236}">
                <a16:creationId xmlns:a16="http://schemas.microsoft.com/office/drawing/2014/main" id="{F4CDE07B-AAA8-44F5-94FE-B03A4BEDA0D6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2889250"/>
          <a:ext cx="1617662" cy="1439863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3284733162"/>
                    </a:ext>
                  </a:extLst>
                </a:gridCol>
                <a:gridCol w="261937">
                  <a:extLst>
                    <a:ext uri="{9D8B030D-6E8A-4147-A177-3AD203B41FA5}">
                      <a16:colId xmlns:a16="http://schemas.microsoft.com/office/drawing/2014/main" val="126059525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51071647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02109063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37117899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323994490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01357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892346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33564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73448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110824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726246"/>
                  </a:ext>
                </a:extLst>
              </a:tr>
            </a:tbl>
          </a:graphicData>
        </a:graphic>
      </p:graphicFrame>
      <p:sp>
        <p:nvSpPr>
          <p:cNvPr id="856156" name="AutoShape 92">
            <a:extLst>
              <a:ext uri="{FF2B5EF4-FFF2-40B4-BE49-F238E27FC236}">
                <a16:creationId xmlns:a16="http://schemas.microsoft.com/office/drawing/2014/main" id="{7DDF0424-085C-42AC-B19B-1D274E1BA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3249613"/>
            <a:ext cx="28733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56157" name="Group 93">
            <a:extLst>
              <a:ext uri="{FF2B5EF4-FFF2-40B4-BE49-F238E27FC236}">
                <a16:creationId xmlns:a16="http://schemas.microsoft.com/office/drawing/2014/main" id="{42FF3D80-E523-4751-9FFA-9F193280C0DB}"/>
              </a:ext>
            </a:extLst>
          </p:cNvPr>
          <p:cNvGraphicFramePr>
            <a:graphicFrameLocks noGrp="1"/>
          </p:cNvGraphicFramePr>
          <p:nvPr/>
        </p:nvGraphicFramePr>
        <p:xfrm>
          <a:off x="6911975" y="2889250"/>
          <a:ext cx="1617663" cy="1439863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4272708951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04286774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1392046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45730319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5937529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535541064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952676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818499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104132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655325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38496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620346"/>
                  </a:ext>
                </a:extLst>
              </a:tr>
            </a:tbl>
          </a:graphicData>
        </a:graphic>
      </p:graphicFrame>
      <p:graphicFrame>
        <p:nvGraphicFramePr>
          <p:cNvPr id="856206" name="Group 142">
            <a:extLst>
              <a:ext uri="{FF2B5EF4-FFF2-40B4-BE49-F238E27FC236}">
                <a16:creationId xmlns:a16="http://schemas.microsoft.com/office/drawing/2014/main" id="{88ECC5C3-E23B-43F9-BCF4-99696E8B9046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4329113"/>
          <a:ext cx="1617662" cy="1439862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4198502676"/>
                    </a:ext>
                  </a:extLst>
                </a:gridCol>
                <a:gridCol w="261937">
                  <a:extLst>
                    <a:ext uri="{9D8B030D-6E8A-4147-A177-3AD203B41FA5}">
                      <a16:colId xmlns:a16="http://schemas.microsoft.com/office/drawing/2014/main" val="293993726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86345075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37972767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6934645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089941575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92800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043848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81130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109226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46878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848895"/>
                  </a:ext>
                </a:extLst>
              </a:tr>
            </a:tbl>
          </a:graphicData>
        </a:graphic>
      </p:graphicFrame>
      <p:sp>
        <p:nvSpPr>
          <p:cNvPr id="856255" name="AutoShape 191">
            <a:extLst>
              <a:ext uri="{FF2B5EF4-FFF2-40B4-BE49-F238E27FC236}">
                <a16:creationId xmlns:a16="http://schemas.microsoft.com/office/drawing/2014/main" id="{240B9028-E528-4A08-BD2B-16D6B229F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689475"/>
            <a:ext cx="539750" cy="7207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56256" name="AutoShape 192">
            <a:extLst>
              <a:ext uri="{FF2B5EF4-FFF2-40B4-BE49-F238E27FC236}">
                <a16:creationId xmlns:a16="http://schemas.microsoft.com/office/drawing/2014/main" id="{C7E64842-F3E9-41F0-83CC-4FC6B410E46C}"/>
              </a:ext>
            </a:extLst>
          </p:cNvPr>
          <p:cNvSpPr>
            <a:spLocks/>
          </p:cNvSpPr>
          <p:nvPr/>
        </p:nvSpPr>
        <p:spPr bwMode="auto">
          <a:xfrm>
            <a:off x="8264525" y="3249613"/>
            <a:ext cx="358775" cy="720725"/>
          </a:xfrm>
          <a:prstGeom prst="leftBracket">
            <a:avLst>
              <a:gd name="adj" fmla="val 14769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56257" name="AutoShape 193">
            <a:extLst>
              <a:ext uri="{FF2B5EF4-FFF2-40B4-BE49-F238E27FC236}">
                <a16:creationId xmlns:a16="http://schemas.microsoft.com/office/drawing/2014/main" id="{9AFBCE2B-F3D8-41F3-8C9A-9EE1C0DD6E41}"/>
              </a:ext>
            </a:extLst>
          </p:cNvPr>
          <p:cNvSpPr>
            <a:spLocks/>
          </p:cNvSpPr>
          <p:nvPr/>
        </p:nvSpPr>
        <p:spPr bwMode="auto">
          <a:xfrm flipH="1">
            <a:off x="7092950" y="3248025"/>
            <a:ext cx="430213" cy="720725"/>
          </a:xfrm>
          <a:prstGeom prst="leftBracket">
            <a:avLst>
              <a:gd name="adj" fmla="val 12316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56258" name="Group 194">
            <a:extLst>
              <a:ext uri="{FF2B5EF4-FFF2-40B4-BE49-F238E27FC236}">
                <a16:creationId xmlns:a16="http://schemas.microsoft.com/office/drawing/2014/main" id="{E3A0C3B2-87C1-4817-A543-099B1238BCC9}"/>
              </a:ext>
            </a:extLst>
          </p:cNvPr>
          <p:cNvGraphicFramePr>
            <a:graphicFrameLocks noGrp="1"/>
          </p:cNvGraphicFramePr>
          <p:nvPr/>
        </p:nvGraphicFramePr>
        <p:xfrm>
          <a:off x="6911975" y="4329113"/>
          <a:ext cx="1617663" cy="1439862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1921735103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09513943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64238029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30620802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70725093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491197029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809275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845440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869495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511871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790378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196795"/>
                  </a:ext>
                </a:extLst>
              </a:tr>
            </a:tbl>
          </a:graphicData>
        </a:graphic>
      </p:graphicFrame>
      <p:sp>
        <p:nvSpPr>
          <p:cNvPr id="856307" name="AutoShape 243">
            <a:extLst>
              <a:ext uri="{FF2B5EF4-FFF2-40B4-BE49-F238E27FC236}">
                <a16:creationId xmlns:a16="http://schemas.microsoft.com/office/drawing/2014/main" id="{6D04AFE3-0868-481A-AC58-60B3ECFA9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4689475"/>
            <a:ext cx="1260475" cy="36036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56308" name="AutoShape 244">
            <a:extLst>
              <a:ext uri="{FF2B5EF4-FFF2-40B4-BE49-F238E27FC236}">
                <a16:creationId xmlns:a16="http://schemas.microsoft.com/office/drawing/2014/main" id="{8A150AE0-B916-4E23-A45F-EF0A39D5D7EE}"/>
              </a:ext>
            </a:extLst>
          </p:cNvPr>
          <p:cNvSpPr>
            <a:spLocks/>
          </p:cNvSpPr>
          <p:nvPr/>
        </p:nvSpPr>
        <p:spPr bwMode="auto">
          <a:xfrm flipH="1">
            <a:off x="7092950" y="4689475"/>
            <a:ext cx="430213" cy="720725"/>
          </a:xfrm>
          <a:prstGeom prst="leftBracket">
            <a:avLst>
              <a:gd name="adj" fmla="val 12316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56309" name="AutoShape 245">
            <a:extLst>
              <a:ext uri="{FF2B5EF4-FFF2-40B4-BE49-F238E27FC236}">
                <a16:creationId xmlns:a16="http://schemas.microsoft.com/office/drawing/2014/main" id="{B4805832-2440-43E9-9E17-5CCC8720ABB8}"/>
              </a:ext>
            </a:extLst>
          </p:cNvPr>
          <p:cNvSpPr>
            <a:spLocks/>
          </p:cNvSpPr>
          <p:nvPr/>
        </p:nvSpPr>
        <p:spPr bwMode="auto">
          <a:xfrm>
            <a:off x="8262938" y="4689475"/>
            <a:ext cx="358775" cy="720725"/>
          </a:xfrm>
          <a:prstGeom prst="leftBracket">
            <a:avLst>
              <a:gd name="adj" fmla="val 14769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56310" name="Object 246">
            <a:extLst>
              <a:ext uri="{FF2B5EF4-FFF2-40B4-BE49-F238E27FC236}">
                <a16:creationId xmlns:a16="http://schemas.microsoft.com/office/drawing/2014/main" id="{4CAFA685-5031-41AD-BB6C-C323F5074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4033838"/>
          <a:ext cx="3960813" cy="269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815133" imgH="1912437" progId="Visio.Drawing.11">
                  <p:embed/>
                </p:oleObj>
              </mc:Choice>
              <mc:Fallback>
                <p:oleObj name="Visio" r:id="rId3" imgW="2815133" imgH="1912437" progId="Visio.Drawing.11">
                  <p:embed/>
                  <p:pic>
                    <p:nvPicPr>
                      <p:cNvPr id="0" name="Object 2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4033838"/>
                        <a:ext cx="3960813" cy="269081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6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56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56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5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6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56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5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5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56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6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6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56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56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5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5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5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ooter Placeholder 4">
            <a:extLst>
              <a:ext uri="{FF2B5EF4-FFF2-40B4-BE49-F238E27FC236}">
                <a16:creationId xmlns:a16="http://schemas.microsoft.com/office/drawing/2014/main" id="{FF89E7C9-68C3-44AF-BC75-BDFD462D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27" name="Slide Number Placeholder 5">
            <a:extLst>
              <a:ext uri="{FF2B5EF4-FFF2-40B4-BE49-F238E27FC236}">
                <a16:creationId xmlns:a16="http://schemas.microsoft.com/office/drawing/2014/main" id="{A044A009-8272-4041-A530-F77F9B57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EE512-BE7D-4411-A963-ACD98351894B}" type="slidenum">
              <a:rPr lang="en-US" altLang="en-US"/>
              <a:pPr/>
              <a:t>74</a:t>
            </a:fld>
            <a:endParaRPr lang="en-US" altLang="en-US"/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ED1E0BA9-A9F0-464C-B5D6-49BB34CF9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 with </a:t>
            </a:r>
            <a:r>
              <a:rPr lang="en-US" altLang="en-US" i="1"/>
              <a:t>T</a:t>
            </a:r>
            <a:r>
              <a:rPr lang="en-US" altLang="en-US"/>
              <a:t> F.F.</a:t>
            </a:r>
          </a:p>
        </p:txBody>
      </p:sp>
      <p:sp>
        <p:nvSpPr>
          <p:cNvPr id="858115" name="Rectangle 3">
            <a:extLst>
              <a:ext uri="{FF2B5EF4-FFF2-40B4-BE49-F238E27FC236}">
                <a16:creationId xmlns:a16="http://schemas.microsoft.com/office/drawing/2014/main" id="{6C9988E5-F173-46C3-B6EB-CC350920E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aphicFrame>
        <p:nvGraphicFramePr>
          <p:cNvPr id="858116" name="Group 4">
            <a:extLst>
              <a:ext uri="{FF2B5EF4-FFF2-40B4-BE49-F238E27FC236}">
                <a16:creationId xmlns:a16="http://schemas.microsoft.com/office/drawing/2014/main" id="{3CEE94D1-27CE-45CE-9908-65B475FBB98B}"/>
              </a:ext>
            </a:extLst>
          </p:cNvPr>
          <p:cNvGraphicFramePr>
            <a:graphicFrameLocks noGrp="1"/>
          </p:cNvGraphicFramePr>
          <p:nvPr/>
        </p:nvGraphicFramePr>
        <p:xfrm>
          <a:off x="614363" y="2349500"/>
          <a:ext cx="4137025" cy="4005263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1598753005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407272695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81927189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64596005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3120327884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4281169123"/>
                    </a:ext>
                  </a:extLst>
                </a:gridCol>
              </a:tblGrid>
              <a:tr h="406400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F.F.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0763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24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</a:t>
                      </a:r>
                      <a:r>
                        <a:rPr kumimoji="0" lang="en-US" altLang="en-US" sz="24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40511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863779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68316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914666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00908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954722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503163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87663"/>
                  </a:ext>
                </a:extLst>
              </a:tr>
              <a:tr h="377825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589834"/>
                  </a:ext>
                </a:extLst>
              </a:tr>
            </a:tbl>
          </a:graphicData>
        </a:graphic>
      </p:graphicFrame>
      <p:sp>
        <p:nvSpPr>
          <p:cNvPr id="858194" name="Rectangle 82">
            <a:extLst>
              <a:ext uri="{FF2B5EF4-FFF2-40B4-BE49-F238E27FC236}">
                <a16:creationId xmlns:a16="http://schemas.microsoft.com/office/drawing/2014/main" id="{EE53F25B-A1A8-4593-9DEE-0366FFEE5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013" y="3336925"/>
            <a:ext cx="1524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858195" name="Group 83">
            <a:extLst>
              <a:ext uri="{FF2B5EF4-FFF2-40B4-BE49-F238E27FC236}">
                <a16:creationId xmlns:a16="http://schemas.microsoft.com/office/drawing/2014/main" id="{28E1FEB6-765C-4677-AD72-0B245E5024A7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58196" name="AutoShape 84">
              <a:extLst>
                <a:ext uri="{FF2B5EF4-FFF2-40B4-BE49-F238E27FC236}">
                  <a16:creationId xmlns:a16="http://schemas.microsoft.com/office/drawing/2014/main" id="{3BB0C5CD-8CF2-43CA-8A62-AD01839BC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66FF33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197" name="Line 85">
              <a:extLst>
                <a:ext uri="{FF2B5EF4-FFF2-40B4-BE49-F238E27FC236}">
                  <a16:creationId xmlns:a16="http://schemas.microsoft.com/office/drawing/2014/main" id="{1E3E0D08-FA36-44E7-B2D5-12E34E3AA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198" name="Line 86">
              <a:extLst>
                <a:ext uri="{FF2B5EF4-FFF2-40B4-BE49-F238E27FC236}">
                  <a16:creationId xmlns:a16="http://schemas.microsoft.com/office/drawing/2014/main" id="{4B8DF268-2DAA-4E64-A08D-A72E40728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199" name="Line 87">
              <a:extLst>
                <a:ext uri="{FF2B5EF4-FFF2-40B4-BE49-F238E27FC236}">
                  <a16:creationId xmlns:a16="http://schemas.microsoft.com/office/drawing/2014/main" id="{C648685E-5BB0-4CB8-A577-9A1C308C9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58200" name="Group 88">
            <a:extLst>
              <a:ext uri="{FF2B5EF4-FFF2-40B4-BE49-F238E27FC236}">
                <a16:creationId xmlns:a16="http://schemas.microsoft.com/office/drawing/2014/main" id="{8C31A335-26F8-4BC4-911E-E37713F3B46D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58201" name="Line 89">
              <a:extLst>
                <a:ext uri="{FF2B5EF4-FFF2-40B4-BE49-F238E27FC236}">
                  <a16:creationId xmlns:a16="http://schemas.microsoft.com/office/drawing/2014/main" id="{6C3DE0A1-B68C-4C0B-A079-29836EE8A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02" name="Line 90">
              <a:extLst>
                <a:ext uri="{FF2B5EF4-FFF2-40B4-BE49-F238E27FC236}">
                  <a16:creationId xmlns:a16="http://schemas.microsoft.com/office/drawing/2014/main" id="{0AEC3E4C-FEA9-4E69-8273-4CF20DA722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03" name="Line 91">
              <a:extLst>
                <a:ext uri="{FF2B5EF4-FFF2-40B4-BE49-F238E27FC236}">
                  <a16:creationId xmlns:a16="http://schemas.microsoft.com/office/drawing/2014/main" id="{668E8083-0643-4A23-A8DE-FC7E388F4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04" name="Line 92">
              <a:extLst>
                <a:ext uri="{FF2B5EF4-FFF2-40B4-BE49-F238E27FC236}">
                  <a16:creationId xmlns:a16="http://schemas.microsoft.com/office/drawing/2014/main" id="{45496019-95EE-4A07-AD2B-FD0939280C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05" name="Line 93">
              <a:extLst>
                <a:ext uri="{FF2B5EF4-FFF2-40B4-BE49-F238E27FC236}">
                  <a16:creationId xmlns:a16="http://schemas.microsoft.com/office/drawing/2014/main" id="{4EFB0E31-4C5B-4280-8AE9-5C1813AE0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06" name="Line 94">
              <a:extLst>
                <a:ext uri="{FF2B5EF4-FFF2-40B4-BE49-F238E27FC236}">
                  <a16:creationId xmlns:a16="http://schemas.microsoft.com/office/drawing/2014/main" id="{2BA88F76-C5EF-4B5B-8ACB-72F3EF09AF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07" name="Line 95">
              <a:extLst>
                <a:ext uri="{FF2B5EF4-FFF2-40B4-BE49-F238E27FC236}">
                  <a16:creationId xmlns:a16="http://schemas.microsoft.com/office/drawing/2014/main" id="{596F6061-26B3-426A-9D52-2AE58F21A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08" name="Line 96">
              <a:extLst>
                <a:ext uri="{FF2B5EF4-FFF2-40B4-BE49-F238E27FC236}">
                  <a16:creationId xmlns:a16="http://schemas.microsoft.com/office/drawing/2014/main" id="{928812D9-CEDC-42A0-AD08-22C71D7931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09" name="Line 97">
              <a:extLst>
                <a:ext uri="{FF2B5EF4-FFF2-40B4-BE49-F238E27FC236}">
                  <a16:creationId xmlns:a16="http://schemas.microsoft.com/office/drawing/2014/main" id="{862D2562-BE93-42AA-B8AA-650E434AE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0" name="Line 98">
              <a:extLst>
                <a:ext uri="{FF2B5EF4-FFF2-40B4-BE49-F238E27FC236}">
                  <a16:creationId xmlns:a16="http://schemas.microsoft.com/office/drawing/2014/main" id="{555F3351-CFD0-49F2-B08B-240A950A9C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1" name="Line 99">
              <a:extLst>
                <a:ext uri="{FF2B5EF4-FFF2-40B4-BE49-F238E27FC236}">
                  <a16:creationId xmlns:a16="http://schemas.microsoft.com/office/drawing/2014/main" id="{ED255D40-2710-441B-8023-A31A2F92D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2" name="Line 100">
              <a:extLst>
                <a:ext uri="{FF2B5EF4-FFF2-40B4-BE49-F238E27FC236}">
                  <a16:creationId xmlns:a16="http://schemas.microsoft.com/office/drawing/2014/main" id="{122F6356-CF3A-470C-B838-6BCC3F2CD8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3" name="Line 101">
              <a:extLst>
                <a:ext uri="{FF2B5EF4-FFF2-40B4-BE49-F238E27FC236}">
                  <a16:creationId xmlns:a16="http://schemas.microsoft.com/office/drawing/2014/main" id="{746607C8-FBC5-41C9-8E07-CB8E7D28B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4" name="Line 102">
              <a:extLst>
                <a:ext uri="{FF2B5EF4-FFF2-40B4-BE49-F238E27FC236}">
                  <a16:creationId xmlns:a16="http://schemas.microsoft.com/office/drawing/2014/main" id="{9D4678A2-3FF1-4705-B6CD-9B75C64C54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5" name="Line 103">
              <a:extLst>
                <a:ext uri="{FF2B5EF4-FFF2-40B4-BE49-F238E27FC236}">
                  <a16:creationId xmlns:a16="http://schemas.microsoft.com/office/drawing/2014/main" id="{C97049EE-4457-441E-8E3B-88D381B57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6" name="Line 104">
              <a:extLst>
                <a:ext uri="{FF2B5EF4-FFF2-40B4-BE49-F238E27FC236}">
                  <a16:creationId xmlns:a16="http://schemas.microsoft.com/office/drawing/2014/main" id="{08F49DBD-4300-4074-A9D5-EE9AEBD713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7" name="Line 105">
              <a:extLst>
                <a:ext uri="{FF2B5EF4-FFF2-40B4-BE49-F238E27FC236}">
                  <a16:creationId xmlns:a16="http://schemas.microsoft.com/office/drawing/2014/main" id="{AB66C60E-CE46-4C7C-B140-6110D653A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8" name="Line 106">
              <a:extLst>
                <a:ext uri="{FF2B5EF4-FFF2-40B4-BE49-F238E27FC236}">
                  <a16:creationId xmlns:a16="http://schemas.microsoft.com/office/drawing/2014/main" id="{89137591-C786-452E-B9D2-380ABA72DA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19" name="Line 107">
              <a:extLst>
                <a:ext uri="{FF2B5EF4-FFF2-40B4-BE49-F238E27FC236}">
                  <a16:creationId xmlns:a16="http://schemas.microsoft.com/office/drawing/2014/main" id="{2039A149-5EBB-47FC-827A-98E91A96B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0" name="Line 108">
              <a:extLst>
                <a:ext uri="{FF2B5EF4-FFF2-40B4-BE49-F238E27FC236}">
                  <a16:creationId xmlns:a16="http://schemas.microsoft.com/office/drawing/2014/main" id="{445EBA52-7AB2-40CA-9E7B-74C8541A41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1" name="Line 109">
              <a:extLst>
                <a:ext uri="{FF2B5EF4-FFF2-40B4-BE49-F238E27FC236}">
                  <a16:creationId xmlns:a16="http://schemas.microsoft.com/office/drawing/2014/main" id="{977E645F-FA06-4F21-9DED-DD5DFF0D4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2" name="Line 110">
              <a:extLst>
                <a:ext uri="{FF2B5EF4-FFF2-40B4-BE49-F238E27FC236}">
                  <a16:creationId xmlns:a16="http://schemas.microsoft.com/office/drawing/2014/main" id="{B7744542-4FE1-4F12-9A20-9538A9C30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3" name="Line 111">
              <a:extLst>
                <a:ext uri="{FF2B5EF4-FFF2-40B4-BE49-F238E27FC236}">
                  <a16:creationId xmlns:a16="http://schemas.microsoft.com/office/drawing/2014/main" id="{8D09A2FC-F3B6-4F2E-A1E4-541D2191A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4" name="Line 112">
              <a:extLst>
                <a:ext uri="{FF2B5EF4-FFF2-40B4-BE49-F238E27FC236}">
                  <a16:creationId xmlns:a16="http://schemas.microsoft.com/office/drawing/2014/main" id="{AE45574C-0B20-4CC9-9861-31672985C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5" name="Line 113">
              <a:extLst>
                <a:ext uri="{FF2B5EF4-FFF2-40B4-BE49-F238E27FC236}">
                  <a16:creationId xmlns:a16="http://schemas.microsoft.com/office/drawing/2014/main" id="{625E0AB5-B76B-4718-94B2-336A71F6FD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6" name="Line 114">
              <a:extLst>
                <a:ext uri="{FF2B5EF4-FFF2-40B4-BE49-F238E27FC236}">
                  <a16:creationId xmlns:a16="http://schemas.microsoft.com/office/drawing/2014/main" id="{5EE8B2DE-EFAA-431C-A706-B2AE857D5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7" name="Line 115">
              <a:extLst>
                <a:ext uri="{FF2B5EF4-FFF2-40B4-BE49-F238E27FC236}">
                  <a16:creationId xmlns:a16="http://schemas.microsoft.com/office/drawing/2014/main" id="{A4BB9421-7908-4893-87DC-5243D3267C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8" name="Line 116">
              <a:extLst>
                <a:ext uri="{FF2B5EF4-FFF2-40B4-BE49-F238E27FC236}">
                  <a16:creationId xmlns:a16="http://schemas.microsoft.com/office/drawing/2014/main" id="{975F2426-A620-4AB4-9A27-7E28812557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29" name="Line 117">
              <a:extLst>
                <a:ext uri="{FF2B5EF4-FFF2-40B4-BE49-F238E27FC236}">
                  <a16:creationId xmlns:a16="http://schemas.microsoft.com/office/drawing/2014/main" id="{A0A38F68-AE41-4FD3-BE5C-548FA734EC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30" name="Line 118">
              <a:extLst>
                <a:ext uri="{FF2B5EF4-FFF2-40B4-BE49-F238E27FC236}">
                  <a16:creationId xmlns:a16="http://schemas.microsoft.com/office/drawing/2014/main" id="{A06DCA19-3ECA-4794-9C3E-B59CD4C2F0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58232" name="AutoShape 120">
            <a:extLst>
              <a:ext uri="{FF2B5EF4-FFF2-40B4-BE49-F238E27FC236}">
                <a16:creationId xmlns:a16="http://schemas.microsoft.com/office/drawing/2014/main" id="{EA5F5F78-30BB-476C-B1FA-E8B8DD0CC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88925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 using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endParaRPr lang="en-US" alt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8233" name="Rectangle 121">
            <a:extLst>
              <a:ext uri="{FF2B5EF4-FFF2-40B4-BE49-F238E27FC236}">
                <a16:creationId xmlns:a16="http://schemas.microsoft.com/office/drawing/2014/main" id="{5A6239B7-6EE1-4190-9724-7F8E511ED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213" y="3327400"/>
            <a:ext cx="1524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58234" name="Rectangle 122">
            <a:extLst>
              <a:ext uri="{FF2B5EF4-FFF2-40B4-BE49-F238E27FC236}">
                <a16:creationId xmlns:a16="http://schemas.microsoft.com/office/drawing/2014/main" id="{6012977A-0C11-418B-B702-74F55E863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608388"/>
            <a:ext cx="378142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 = ∑ (3, 4, 6)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 = ∑ (1, 2, 3, 5, 6)</a:t>
            </a:r>
          </a:p>
        </p:txBody>
      </p:sp>
      <p:grpSp>
        <p:nvGrpSpPr>
          <p:cNvPr id="858235" name="Group 123">
            <a:extLst>
              <a:ext uri="{FF2B5EF4-FFF2-40B4-BE49-F238E27FC236}">
                <a16:creationId xmlns:a16="http://schemas.microsoft.com/office/drawing/2014/main" id="{25D0FD0A-6BE6-41D6-948A-A84770504536}"/>
              </a:ext>
            </a:extLst>
          </p:cNvPr>
          <p:cNvGrpSpPr>
            <a:grpSpLocks/>
          </p:cNvGrpSpPr>
          <p:nvPr/>
        </p:nvGrpSpPr>
        <p:grpSpPr bwMode="auto">
          <a:xfrm>
            <a:off x="747713" y="3355975"/>
            <a:ext cx="2047875" cy="360363"/>
            <a:chOff x="361" y="2240"/>
            <a:chExt cx="1290" cy="227"/>
          </a:xfrm>
        </p:grpSpPr>
        <p:sp>
          <p:nvSpPr>
            <p:cNvPr id="858236" name="Oval 124">
              <a:extLst>
                <a:ext uri="{FF2B5EF4-FFF2-40B4-BE49-F238E27FC236}">
                  <a16:creationId xmlns:a16="http://schemas.microsoft.com/office/drawing/2014/main" id="{150685B8-435D-4DEF-8405-D06DE2440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" y="2240"/>
              <a:ext cx="158" cy="227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38100" cap="rnd" algn="ctr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37" name="Oval 125">
              <a:extLst>
                <a:ext uri="{FF2B5EF4-FFF2-40B4-BE49-F238E27FC236}">
                  <a16:creationId xmlns:a16="http://schemas.microsoft.com/office/drawing/2014/main" id="{D36F14B3-D693-499C-99C2-C8A9EC4E4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2240"/>
              <a:ext cx="158" cy="227"/>
            </a:xfrm>
            <a:prstGeom prst="ellipse">
              <a:avLst/>
            </a:prstGeom>
            <a:solidFill>
              <a:srgbClr val="66FF33">
                <a:alpha val="50000"/>
              </a:srgbClr>
            </a:solidFill>
            <a:ln w="38100" cap="rnd" algn="ctr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58238" name="Line 126">
              <a:extLst>
                <a:ext uri="{FF2B5EF4-FFF2-40B4-BE49-F238E27FC236}">
                  <a16:creationId xmlns:a16="http://schemas.microsoft.com/office/drawing/2014/main" id="{8638D9BB-E85E-4F63-9450-782C7C681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" y="2360"/>
              <a:ext cx="96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5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07407E-6 L 0.0599 0.00069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8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0007 L 0.00052 0.05417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9" y="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5416 L 0.06025 0.0541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58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05416 L 0.00087 0.11157 " pathEditMode="relative" ptsTypes="AA">
                                      <p:cBhvr>
                                        <p:cTn id="47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11157 L 0.0599 0.11157 " pathEditMode="relative" ptsTypes="AA">
                                      <p:cBhvr>
                                        <p:cTn id="55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8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11157 L 0.00052 0.16574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9" y="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5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16574 L 0.06025 0.16527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58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16527 L 0.00122 0.22129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1" y="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5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22129 L 0.0606 0.22129 " pathEditMode="relative" ptsTypes="AA">
                                      <p:cBhvr>
                                        <p:cTn id="87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58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59 0.22129 L 0.0007 0.27569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" y="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5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27569 L 0.06025 0.27569 " pathEditMode="relative" ptsTypes="AA">
                                      <p:cBhvr>
                                        <p:cTn id="103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858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27569 L 0.00139 0.33194 " pathEditMode="relative" ptsTypes="AA">
                                      <p:cBhvr>
                                        <p:cTn id="111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5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33194 L 0.0599 0.33171 " pathEditMode="relative" ptsTypes="AA">
                                      <p:cBhvr>
                                        <p:cTn id="119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58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33171 L 0.0007 0.38518 " pathEditMode="relative" rAng="0" ptsTypes="AA">
                                      <p:cBhvr>
                                        <p:cTn id="127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9" y="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5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38518 L 0.06008 0.38518 " pathEditMode="relative" ptsTypes="AA">
                                      <p:cBhvr>
                                        <p:cTn id="135" dur="500" fill="hold"/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58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3" dur="500"/>
                                        <p:tgtEl>
                                          <p:spTgt spid="858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58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58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23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Footer Placeholder 4">
            <a:extLst>
              <a:ext uri="{FF2B5EF4-FFF2-40B4-BE49-F238E27FC236}">
                <a16:creationId xmlns:a16="http://schemas.microsoft.com/office/drawing/2014/main" id="{150E7478-9CFF-4AE4-BC8A-844C46A7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altLang="en-US"/>
              <a:t>Eastern Mediterranean University</a:t>
            </a:r>
            <a:endParaRPr lang="en-US" altLang="en-US"/>
          </a:p>
        </p:txBody>
      </p:sp>
      <p:sp>
        <p:nvSpPr>
          <p:cNvPr id="147" name="Slide Number Placeholder 5">
            <a:extLst>
              <a:ext uri="{FF2B5EF4-FFF2-40B4-BE49-F238E27FC236}">
                <a16:creationId xmlns:a16="http://schemas.microsoft.com/office/drawing/2014/main" id="{94AA42E4-869A-4FCA-BCA3-8A6B9262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7891-D112-4C63-8317-B045DE9D2C97}" type="slidenum">
              <a:rPr lang="en-US" altLang="en-US"/>
              <a:pPr/>
              <a:t>75</a:t>
            </a:fld>
            <a:endParaRPr lang="en-US" altLang="en-US"/>
          </a:p>
        </p:txBody>
      </p:sp>
      <p:sp>
        <p:nvSpPr>
          <p:cNvPr id="860162" name="Rectangle 2">
            <a:extLst>
              <a:ext uri="{FF2B5EF4-FFF2-40B4-BE49-F238E27FC236}">
                <a16:creationId xmlns:a16="http://schemas.microsoft.com/office/drawing/2014/main" id="{A3169F5A-0894-48D3-9A28-44DE7C19F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of Clocked Sequential Circuits with </a:t>
            </a:r>
            <a:r>
              <a:rPr lang="en-US" altLang="en-US" i="1"/>
              <a:t>T</a:t>
            </a:r>
            <a:r>
              <a:rPr lang="en-US" altLang="en-US"/>
              <a:t> F.F.</a:t>
            </a:r>
          </a:p>
        </p:txBody>
      </p:sp>
      <p:sp>
        <p:nvSpPr>
          <p:cNvPr id="860163" name="Rectangle 3">
            <a:extLst>
              <a:ext uri="{FF2B5EF4-FFF2-40B4-BE49-F238E27FC236}">
                <a16:creationId xmlns:a16="http://schemas.microsoft.com/office/drawing/2014/main" id="{943CFC96-C056-4794-873C-A8CBA482FD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89025"/>
            <a:ext cx="8280400" cy="9683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i="1">
                <a:solidFill>
                  <a:srgbClr val="009900"/>
                </a:solidFill>
              </a:rPr>
              <a:t>Example</a:t>
            </a:r>
            <a:r>
              <a:rPr lang="en-US" altLang="en-US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/>
              <a:t>Detect 3 or more consecutive 1’s</a:t>
            </a:r>
          </a:p>
        </p:txBody>
      </p:sp>
      <p:grpSp>
        <p:nvGrpSpPr>
          <p:cNvPr id="860164" name="Group 4">
            <a:extLst>
              <a:ext uri="{FF2B5EF4-FFF2-40B4-BE49-F238E27FC236}">
                <a16:creationId xmlns:a16="http://schemas.microsoft.com/office/drawing/2014/main" id="{F64FFC89-1DD1-44A1-9AF4-0EA1715622C4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60165" name="AutoShape 5">
              <a:extLst>
                <a:ext uri="{FF2B5EF4-FFF2-40B4-BE49-F238E27FC236}">
                  <a16:creationId xmlns:a16="http://schemas.microsoft.com/office/drawing/2014/main" id="{FD24DC09-D8AE-4263-96D7-40E73D166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66FF33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66" name="Line 6">
              <a:extLst>
                <a:ext uri="{FF2B5EF4-FFF2-40B4-BE49-F238E27FC236}">
                  <a16:creationId xmlns:a16="http://schemas.microsoft.com/office/drawing/2014/main" id="{14CC9E2A-CAD4-4FDE-802C-B763087C2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67" name="Line 7">
              <a:extLst>
                <a:ext uri="{FF2B5EF4-FFF2-40B4-BE49-F238E27FC236}">
                  <a16:creationId xmlns:a16="http://schemas.microsoft.com/office/drawing/2014/main" id="{5A80A2BE-84A4-4F16-A8DA-77F796891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68" name="Line 8">
              <a:extLst>
                <a:ext uri="{FF2B5EF4-FFF2-40B4-BE49-F238E27FC236}">
                  <a16:creationId xmlns:a16="http://schemas.microsoft.com/office/drawing/2014/main" id="{992FD199-FE35-4E90-8FB2-3EC29371C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60169" name="Group 9">
            <a:extLst>
              <a:ext uri="{FF2B5EF4-FFF2-40B4-BE49-F238E27FC236}">
                <a16:creationId xmlns:a16="http://schemas.microsoft.com/office/drawing/2014/main" id="{F52A01A2-EF43-4A42-8441-BAD2AC6E081C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60170" name="Line 10">
              <a:extLst>
                <a:ext uri="{FF2B5EF4-FFF2-40B4-BE49-F238E27FC236}">
                  <a16:creationId xmlns:a16="http://schemas.microsoft.com/office/drawing/2014/main" id="{6EE3C60B-339B-4D84-AED6-6805E484E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1" name="Line 11">
              <a:extLst>
                <a:ext uri="{FF2B5EF4-FFF2-40B4-BE49-F238E27FC236}">
                  <a16:creationId xmlns:a16="http://schemas.microsoft.com/office/drawing/2014/main" id="{53C87898-C3CB-49A9-99C6-891451FB47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2" name="Line 12">
              <a:extLst>
                <a:ext uri="{FF2B5EF4-FFF2-40B4-BE49-F238E27FC236}">
                  <a16:creationId xmlns:a16="http://schemas.microsoft.com/office/drawing/2014/main" id="{86012749-1BBD-49AF-B7FF-3ABB0F1D1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3" name="Line 13">
              <a:extLst>
                <a:ext uri="{FF2B5EF4-FFF2-40B4-BE49-F238E27FC236}">
                  <a16:creationId xmlns:a16="http://schemas.microsoft.com/office/drawing/2014/main" id="{CE1710A7-EB26-4A6A-924B-4844225528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4" name="Line 14">
              <a:extLst>
                <a:ext uri="{FF2B5EF4-FFF2-40B4-BE49-F238E27FC236}">
                  <a16:creationId xmlns:a16="http://schemas.microsoft.com/office/drawing/2014/main" id="{A595FE6E-1CED-4CF8-B2D3-402E0FF93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5" name="Line 15">
              <a:extLst>
                <a:ext uri="{FF2B5EF4-FFF2-40B4-BE49-F238E27FC236}">
                  <a16:creationId xmlns:a16="http://schemas.microsoft.com/office/drawing/2014/main" id="{A0039F48-5A5A-4EDA-9455-0C032852BC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6" name="Line 16">
              <a:extLst>
                <a:ext uri="{FF2B5EF4-FFF2-40B4-BE49-F238E27FC236}">
                  <a16:creationId xmlns:a16="http://schemas.microsoft.com/office/drawing/2014/main" id="{5AA61AF4-00BB-4BEE-9213-C9D9793A4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7" name="Line 17">
              <a:extLst>
                <a:ext uri="{FF2B5EF4-FFF2-40B4-BE49-F238E27FC236}">
                  <a16:creationId xmlns:a16="http://schemas.microsoft.com/office/drawing/2014/main" id="{F9EB4910-DBF9-4747-86A6-25DDFA81EB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8" name="Line 18">
              <a:extLst>
                <a:ext uri="{FF2B5EF4-FFF2-40B4-BE49-F238E27FC236}">
                  <a16:creationId xmlns:a16="http://schemas.microsoft.com/office/drawing/2014/main" id="{739A4542-2AFC-417F-A038-E769C671B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79" name="Line 19">
              <a:extLst>
                <a:ext uri="{FF2B5EF4-FFF2-40B4-BE49-F238E27FC236}">
                  <a16:creationId xmlns:a16="http://schemas.microsoft.com/office/drawing/2014/main" id="{CDB0DA90-CAB0-4AF6-82D1-5E71E0828E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0" name="Line 20">
              <a:extLst>
                <a:ext uri="{FF2B5EF4-FFF2-40B4-BE49-F238E27FC236}">
                  <a16:creationId xmlns:a16="http://schemas.microsoft.com/office/drawing/2014/main" id="{7B2FFE32-EED1-4EA9-9399-5AE246F07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1" name="Line 21">
              <a:extLst>
                <a:ext uri="{FF2B5EF4-FFF2-40B4-BE49-F238E27FC236}">
                  <a16:creationId xmlns:a16="http://schemas.microsoft.com/office/drawing/2014/main" id="{B8F4BC2E-BD2C-42A4-959A-32055661D6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2" name="Line 22">
              <a:extLst>
                <a:ext uri="{FF2B5EF4-FFF2-40B4-BE49-F238E27FC236}">
                  <a16:creationId xmlns:a16="http://schemas.microsoft.com/office/drawing/2014/main" id="{387C241A-9A09-4C69-85B1-9B44EE0B6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3" name="Line 23">
              <a:extLst>
                <a:ext uri="{FF2B5EF4-FFF2-40B4-BE49-F238E27FC236}">
                  <a16:creationId xmlns:a16="http://schemas.microsoft.com/office/drawing/2014/main" id="{A1800CC9-B847-4C5F-9984-88220C7297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4" name="Line 24">
              <a:extLst>
                <a:ext uri="{FF2B5EF4-FFF2-40B4-BE49-F238E27FC236}">
                  <a16:creationId xmlns:a16="http://schemas.microsoft.com/office/drawing/2014/main" id="{ACCBC3A0-9ADA-4622-93F4-2AB6F8F22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5" name="Line 25">
              <a:extLst>
                <a:ext uri="{FF2B5EF4-FFF2-40B4-BE49-F238E27FC236}">
                  <a16:creationId xmlns:a16="http://schemas.microsoft.com/office/drawing/2014/main" id="{D238163A-69A0-4CE8-A3C3-7B3A1FC88F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6" name="Line 26">
              <a:extLst>
                <a:ext uri="{FF2B5EF4-FFF2-40B4-BE49-F238E27FC236}">
                  <a16:creationId xmlns:a16="http://schemas.microsoft.com/office/drawing/2014/main" id="{A9154A45-9095-4FB3-AB99-9095238D0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7" name="Line 27">
              <a:extLst>
                <a:ext uri="{FF2B5EF4-FFF2-40B4-BE49-F238E27FC236}">
                  <a16:creationId xmlns:a16="http://schemas.microsoft.com/office/drawing/2014/main" id="{23ED58A5-D7DC-4115-B7B7-479FA5D979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8" name="Line 28">
              <a:extLst>
                <a:ext uri="{FF2B5EF4-FFF2-40B4-BE49-F238E27FC236}">
                  <a16:creationId xmlns:a16="http://schemas.microsoft.com/office/drawing/2014/main" id="{E3ABDE15-059C-4AD0-874E-EB1632885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89" name="Line 29">
              <a:extLst>
                <a:ext uri="{FF2B5EF4-FFF2-40B4-BE49-F238E27FC236}">
                  <a16:creationId xmlns:a16="http://schemas.microsoft.com/office/drawing/2014/main" id="{C6AA2362-9459-40E3-A9FF-B2CB7D41D7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0" name="Line 30">
              <a:extLst>
                <a:ext uri="{FF2B5EF4-FFF2-40B4-BE49-F238E27FC236}">
                  <a16:creationId xmlns:a16="http://schemas.microsoft.com/office/drawing/2014/main" id="{73100270-4FB0-4789-8FF6-142BEB5D5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1" name="Line 31">
              <a:extLst>
                <a:ext uri="{FF2B5EF4-FFF2-40B4-BE49-F238E27FC236}">
                  <a16:creationId xmlns:a16="http://schemas.microsoft.com/office/drawing/2014/main" id="{87451620-B9BB-4AD1-943F-6CC05C342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2" name="Line 32">
              <a:extLst>
                <a:ext uri="{FF2B5EF4-FFF2-40B4-BE49-F238E27FC236}">
                  <a16:creationId xmlns:a16="http://schemas.microsoft.com/office/drawing/2014/main" id="{71846E3A-DCF8-4677-8ECB-970B41B0B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3" name="Line 33">
              <a:extLst>
                <a:ext uri="{FF2B5EF4-FFF2-40B4-BE49-F238E27FC236}">
                  <a16:creationId xmlns:a16="http://schemas.microsoft.com/office/drawing/2014/main" id="{CAF2D95A-E70A-47CB-A2F9-CAD41724E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4" name="Line 34">
              <a:extLst>
                <a:ext uri="{FF2B5EF4-FFF2-40B4-BE49-F238E27FC236}">
                  <a16:creationId xmlns:a16="http://schemas.microsoft.com/office/drawing/2014/main" id="{7435A943-6042-4A0D-BE44-9FE8D4FD21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5" name="Line 35">
              <a:extLst>
                <a:ext uri="{FF2B5EF4-FFF2-40B4-BE49-F238E27FC236}">
                  <a16:creationId xmlns:a16="http://schemas.microsoft.com/office/drawing/2014/main" id="{F8EFF87B-5E1C-4C56-B88E-19232CAB6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6" name="Line 36">
              <a:extLst>
                <a:ext uri="{FF2B5EF4-FFF2-40B4-BE49-F238E27FC236}">
                  <a16:creationId xmlns:a16="http://schemas.microsoft.com/office/drawing/2014/main" id="{47241BC3-702D-4D8D-B04F-7B8F3DD881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7" name="Line 37">
              <a:extLst>
                <a:ext uri="{FF2B5EF4-FFF2-40B4-BE49-F238E27FC236}">
                  <a16:creationId xmlns:a16="http://schemas.microsoft.com/office/drawing/2014/main" id="{576CFF6A-1184-438E-83EF-28AD807E0C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8" name="Line 38">
              <a:extLst>
                <a:ext uri="{FF2B5EF4-FFF2-40B4-BE49-F238E27FC236}">
                  <a16:creationId xmlns:a16="http://schemas.microsoft.com/office/drawing/2014/main" id="{6B1ED74D-09B9-4019-B3D9-A471217CD2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60199" name="Line 39">
              <a:extLst>
                <a:ext uri="{FF2B5EF4-FFF2-40B4-BE49-F238E27FC236}">
                  <a16:creationId xmlns:a16="http://schemas.microsoft.com/office/drawing/2014/main" id="{946C991B-0D74-481E-9B4C-8567A6E576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60201" name="Rectangle 41">
            <a:extLst>
              <a:ext uri="{FF2B5EF4-FFF2-40B4-BE49-F238E27FC236}">
                <a16:creationId xmlns:a16="http://schemas.microsoft.com/office/drawing/2014/main" id="{B4C70E55-C358-41FA-BF72-080C84074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86088"/>
            <a:ext cx="3960812" cy="9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x’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 B x</a:t>
            </a:r>
          </a:p>
          <a:p>
            <a:pPr algn="l"/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1" i="1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 B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8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endParaRPr lang="en-US" alt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0202" name="AutoShape 42">
            <a:extLst>
              <a:ext uri="{FF2B5EF4-FFF2-40B4-BE49-F238E27FC236}">
                <a16:creationId xmlns:a16="http://schemas.microsoft.com/office/drawing/2014/main" id="{1FB65F42-6656-4732-B8F1-43FAF4903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950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 using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endParaRPr lang="en-US" alt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60203" name="Group 43">
            <a:extLst>
              <a:ext uri="{FF2B5EF4-FFF2-40B4-BE49-F238E27FC236}">
                <a16:creationId xmlns:a16="http://schemas.microsoft.com/office/drawing/2014/main" id="{ECF98D4D-3B84-45A9-91DC-78086A2A1299}"/>
              </a:ext>
            </a:extLst>
          </p:cNvPr>
          <p:cNvGraphicFramePr>
            <a:graphicFrameLocks noGrp="1"/>
          </p:cNvGraphicFramePr>
          <p:nvPr/>
        </p:nvGraphicFramePr>
        <p:xfrm>
          <a:off x="431800" y="4508500"/>
          <a:ext cx="1617663" cy="1439863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624073326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16054653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90556931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31746816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27802870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079152451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35393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90604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346763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07102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355309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008855"/>
                  </a:ext>
                </a:extLst>
              </a:tr>
            </a:tbl>
          </a:graphicData>
        </a:graphic>
      </p:graphicFrame>
      <p:sp>
        <p:nvSpPr>
          <p:cNvPr id="860252" name="AutoShape 92">
            <a:extLst>
              <a:ext uri="{FF2B5EF4-FFF2-40B4-BE49-F238E27FC236}">
                <a16:creationId xmlns:a16="http://schemas.microsoft.com/office/drawing/2014/main" id="{94CC8994-CCA0-42A0-AB0B-149F421AB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4868863"/>
            <a:ext cx="21748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60253" name="Group 93">
            <a:extLst>
              <a:ext uri="{FF2B5EF4-FFF2-40B4-BE49-F238E27FC236}">
                <a16:creationId xmlns:a16="http://schemas.microsoft.com/office/drawing/2014/main" id="{1EEF49D4-EB3B-4E7A-86E8-C5BD65035B81}"/>
              </a:ext>
            </a:extLst>
          </p:cNvPr>
          <p:cNvGraphicFramePr>
            <a:graphicFrameLocks noGrp="1"/>
          </p:cNvGraphicFramePr>
          <p:nvPr/>
        </p:nvGraphicFramePr>
        <p:xfrm>
          <a:off x="2413000" y="4508500"/>
          <a:ext cx="1617663" cy="1439863"/>
        </p:xfrm>
        <a:graphic>
          <a:graphicData uri="http://schemas.openxmlformats.org/drawingml/2006/table">
            <a:tbl>
              <a:tblPr/>
              <a:tblGrid>
                <a:gridCol w="98425">
                  <a:extLst>
                    <a:ext uri="{9D8B030D-6E8A-4147-A177-3AD203B41FA5}">
                      <a16:colId xmlns:a16="http://schemas.microsoft.com/office/drawing/2014/main" val="2351939948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167401004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52161249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21650562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80675475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594816849"/>
                    </a:ext>
                  </a:extLst>
                </a:gridCol>
              </a:tblGrid>
              <a:tr h="1508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635344"/>
                  </a:ext>
                </a:extLst>
              </a:tr>
              <a:tr h="1698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311648"/>
                  </a:ext>
                </a:extLst>
              </a:tr>
              <a:tr h="395288"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253397"/>
                  </a:ext>
                </a:extLst>
              </a:tr>
              <a:tr h="396875">
                <a:tc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011600"/>
                  </a:ext>
                </a:extLst>
              </a:tr>
              <a:tr h="163513"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34074"/>
                  </a:ext>
                </a:extLst>
              </a:tr>
              <a:tr h="163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531813" algn="l">
                        <a:buClr>
                          <a:schemeClr val="accent2"/>
                        </a:buClr>
                        <a:buSzPct val="100000"/>
                        <a:buFont typeface="Times New Roman" panose="02020603050405020304" pitchFamily="18" charset="0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989013" algn="l">
                        <a:buClr>
                          <a:srgbClr val="CC3300"/>
                        </a:buClr>
                        <a:buSzPct val="100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52558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47875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050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622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194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7667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195267"/>
                  </a:ext>
                </a:extLst>
              </a:tr>
            </a:tbl>
          </a:graphicData>
        </a:graphic>
      </p:graphicFrame>
      <p:sp>
        <p:nvSpPr>
          <p:cNvPr id="860302" name="AutoShape 142">
            <a:extLst>
              <a:ext uri="{FF2B5EF4-FFF2-40B4-BE49-F238E27FC236}">
                <a16:creationId xmlns:a16="http://schemas.microsoft.com/office/drawing/2014/main" id="{EC862A95-9C4A-4454-BD95-3357F8E20812}"/>
              </a:ext>
            </a:extLst>
          </p:cNvPr>
          <p:cNvSpPr>
            <a:spLocks/>
          </p:cNvSpPr>
          <p:nvPr/>
        </p:nvSpPr>
        <p:spPr bwMode="auto">
          <a:xfrm>
            <a:off x="1782763" y="5227638"/>
            <a:ext cx="358775" cy="361950"/>
          </a:xfrm>
          <a:prstGeom prst="leftBracket">
            <a:avLst>
              <a:gd name="adj" fmla="val 7417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60303" name="AutoShape 143">
            <a:extLst>
              <a:ext uri="{FF2B5EF4-FFF2-40B4-BE49-F238E27FC236}">
                <a16:creationId xmlns:a16="http://schemas.microsoft.com/office/drawing/2014/main" id="{A8FA124D-9203-4A4F-84AA-5EE21F127F7C}"/>
              </a:ext>
            </a:extLst>
          </p:cNvPr>
          <p:cNvSpPr>
            <a:spLocks/>
          </p:cNvSpPr>
          <p:nvPr/>
        </p:nvSpPr>
        <p:spPr bwMode="auto">
          <a:xfrm flipH="1">
            <a:off x="611188" y="5227638"/>
            <a:ext cx="430212" cy="360362"/>
          </a:xfrm>
          <a:prstGeom prst="leftBracket">
            <a:avLst>
              <a:gd name="adj" fmla="val 7352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60304" name="AutoShape 144">
            <a:extLst>
              <a:ext uri="{FF2B5EF4-FFF2-40B4-BE49-F238E27FC236}">
                <a16:creationId xmlns:a16="http://schemas.microsoft.com/office/drawing/2014/main" id="{302C3127-20C7-4B15-927C-C6E246F30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4867275"/>
            <a:ext cx="649288" cy="36036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60305" name="AutoShape 145">
            <a:extLst>
              <a:ext uri="{FF2B5EF4-FFF2-40B4-BE49-F238E27FC236}">
                <a16:creationId xmlns:a16="http://schemas.microsoft.com/office/drawing/2014/main" id="{0EE3934D-7E31-401A-AF36-493B6A34C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868863"/>
            <a:ext cx="21748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860306" name="Object 146">
            <a:extLst>
              <a:ext uri="{FF2B5EF4-FFF2-40B4-BE49-F238E27FC236}">
                <a16:creationId xmlns:a16="http://schemas.microsoft.com/office/drawing/2014/main" id="{C406B93F-EE53-43D6-91B4-D632796F67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3068638"/>
          <a:ext cx="4759325" cy="305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99104" imgH="2245279" progId="Visio.Drawing.11">
                  <p:embed/>
                </p:oleObj>
              </mc:Choice>
              <mc:Fallback>
                <p:oleObj name="Visio" r:id="rId3" imgW="3499104" imgH="2245279" progId="Visio.Drawing.11">
                  <p:embed/>
                  <p:pic>
                    <p:nvPicPr>
                      <p:cNvPr id="0" name="Object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068638"/>
                        <a:ext cx="4759325" cy="3052762"/>
                      </a:xfrm>
                      <a:prstGeom prst="rect">
                        <a:avLst/>
                      </a:prstGeom>
                      <a:solidFill>
                        <a:srgbClr val="66FF33">
                          <a:alpha val="50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0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0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6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6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60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6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6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6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6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>
            <a:schemeClr val="bg1"/>
          </a:buClr>
          <a:buSzTx/>
          <a:buFont typeface="Arial" panose="020B0604020202020204" pitchFamily="34" charset="0"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>
            <a:schemeClr val="bg1"/>
          </a:buClr>
          <a:buSzTx/>
          <a:buFont typeface="Arial" panose="020B0604020202020204" pitchFamily="34" charset="0"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35341</TotalTime>
  <Words>6306</Words>
  <Application>Microsoft Office PowerPoint</Application>
  <PresentationFormat>On-screen Show (4:3)</PresentationFormat>
  <Paragraphs>2645</Paragraphs>
  <Slides>76</Slides>
  <Notes>71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4" baseType="lpstr">
      <vt:lpstr>新細明體</vt:lpstr>
      <vt:lpstr>Arial</vt:lpstr>
      <vt:lpstr>Book Antiqua</vt:lpstr>
      <vt:lpstr>Symbol</vt:lpstr>
      <vt:lpstr>Times New Roman</vt:lpstr>
      <vt:lpstr>Wingdings</vt:lpstr>
      <vt:lpstr>Default Design</vt:lpstr>
      <vt:lpstr>Visio</vt:lpstr>
      <vt:lpstr>PowerPoint Presentation</vt:lpstr>
      <vt:lpstr>Sequential Circuits</vt:lpstr>
      <vt:lpstr>Latches</vt:lpstr>
      <vt:lpstr>Latches</vt:lpstr>
      <vt:lpstr>Latches</vt:lpstr>
      <vt:lpstr>Latches</vt:lpstr>
      <vt:lpstr>Latches</vt:lpstr>
      <vt:lpstr>Latches</vt:lpstr>
      <vt:lpstr>Latches</vt:lpstr>
      <vt:lpstr>Latches</vt:lpstr>
      <vt:lpstr>Latches</vt:lpstr>
      <vt:lpstr>Latches</vt:lpstr>
      <vt:lpstr>Controlled Latches</vt:lpstr>
      <vt:lpstr>Controlled Latches</vt:lpstr>
      <vt:lpstr>Controlled Latches</vt:lpstr>
      <vt:lpstr>Flip-Flops</vt:lpstr>
      <vt:lpstr>Issue with latch</vt:lpstr>
      <vt:lpstr>PowerPoint Presentation</vt:lpstr>
      <vt:lpstr>1s catching problem</vt:lpstr>
      <vt:lpstr>Flip-Flops</vt:lpstr>
      <vt:lpstr>EDGE TRIGGERING OF D FLIP FLOP</vt:lpstr>
      <vt:lpstr>Flip-Flops</vt:lpstr>
      <vt:lpstr>Edge-Triggered D Flip-Flop </vt:lpstr>
      <vt:lpstr>Flip-Flops</vt:lpstr>
      <vt:lpstr>Flip-Flops</vt:lpstr>
      <vt:lpstr>Flip-Flop Characteristic Tables</vt:lpstr>
      <vt:lpstr>Flip-Flop Characteristic Equations</vt:lpstr>
      <vt:lpstr>Flip-Flop Characteristic Equations</vt:lpstr>
      <vt:lpstr>Flip-Flop Characteristic Equations</vt:lpstr>
      <vt:lpstr>Flip-Flop Characteristic Equations</vt:lpstr>
      <vt:lpstr>Flip-Flop Characteristic Equations</vt:lpstr>
      <vt:lpstr>Flip-Flop Characteristic Equations</vt:lpstr>
      <vt:lpstr>Flip-Flops with Direct Inputs</vt:lpstr>
      <vt:lpstr>Flip-Flops with Direct Inputs</vt:lpstr>
      <vt:lpstr>Flip-Flops with Direct Inputs</vt:lpstr>
      <vt:lpstr>Flip-Flops with Direct Inputs</vt:lpstr>
      <vt:lpstr>Flip-Flops with Direct Inputs</vt:lpstr>
      <vt:lpstr>Analysis of Clocked Sequential Circuits</vt:lpstr>
      <vt:lpstr>Analysis of Clocked Sequential Circuits</vt:lpstr>
      <vt:lpstr>Analysis of Clocked Sequential Circuits</vt:lpstr>
      <vt:lpstr>Analysis of Clocked Sequential Circuits</vt:lpstr>
      <vt:lpstr>Analysis of Clocked Sequential Circuits</vt:lpstr>
      <vt:lpstr>Analysis of Clocked Sequential Circuits</vt:lpstr>
      <vt:lpstr>Analysis of Clocked Sequential Circuits</vt:lpstr>
      <vt:lpstr>Analysis of Clocked Sequential Circuits</vt:lpstr>
      <vt:lpstr>Analysis of Clocked Sequential Circuits</vt:lpstr>
      <vt:lpstr>Analysis of Clocked Sequential Circuits</vt:lpstr>
      <vt:lpstr>Mealy and Moore Models</vt:lpstr>
      <vt:lpstr>Mealy and Moore Models</vt:lpstr>
      <vt:lpstr>Mealy and Moore Models</vt:lpstr>
      <vt:lpstr>Moore State Diagram</vt:lpstr>
      <vt:lpstr>State Reduction and Assignment</vt:lpstr>
      <vt:lpstr>State Reduction</vt:lpstr>
      <vt:lpstr>PowerPoint Presentation</vt:lpstr>
      <vt:lpstr>PowerPoint Presentation</vt:lpstr>
      <vt:lpstr>PowerPoint Presentation</vt:lpstr>
      <vt:lpstr>PowerPoint Presentation</vt:lpstr>
      <vt:lpstr>Implication Table</vt:lpstr>
      <vt:lpstr>Implication Table</vt:lpstr>
      <vt:lpstr>Implication Table</vt:lpstr>
      <vt:lpstr>Implication Table</vt:lpstr>
      <vt:lpstr>Implication Table</vt:lpstr>
      <vt:lpstr>Implication Table</vt:lpstr>
      <vt:lpstr>State Assignment</vt:lpstr>
      <vt:lpstr>PowerPoint Presentation</vt:lpstr>
      <vt:lpstr> Design Procedure </vt:lpstr>
      <vt:lpstr>Design of Clocked Sequential Circuits</vt:lpstr>
      <vt:lpstr>Design of Clocked Sequential Circuits</vt:lpstr>
      <vt:lpstr>Design of Clocked Sequential Circuits</vt:lpstr>
      <vt:lpstr>Design of Clocked Sequential Circuits with D F.F.</vt:lpstr>
      <vt:lpstr>Design of Clocked Sequential Circuits with D F.F.</vt:lpstr>
      <vt:lpstr>Flip-Flop Excitation Tables</vt:lpstr>
      <vt:lpstr>Design of Clocked Sequential Circuits with JK F.F.</vt:lpstr>
      <vt:lpstr>Design of Clocked Sequential Circuits with JK F.F.</vt:lpstr>
      <vt:lpstr>Design of Clocked Sequential Circuits with T F.F.</vt:lpstr>
      <vt:lpstr>Design of Clocked Sequential Circuits with T F.F.</vt:lpstr>
    </vt:vector>
  </TitlesOfParts>
  <Company>Princess Sumaya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Combinational Logic</dc:title>
  <dc:subject>Digital Logic Design</dc:subject>
  <dc:creator>Dr. Bassam Kahhaleh</dc:creator>
  <cp:lastModifiedBy>Waqar Baig</cp:lastModifiedBy>
  <cp:revision>24</cp:revision>
  <dcterms:created xsi:type="dcterms:W3CDTF">2003-02-07T19:59:33Z</dcterms:created>
  <dcterms:modified xsi:type="dcterms:W3CDTF">2025-04-15T07:22:16Z</dcterms:modified>
</cp:coreProperties>
</file>