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diagrams/data1.xml" ContentType="application/vnd.openxmlformats-officedocument.drawingml.diagramData+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68" r:id="rId4"/>
    <p:sldId id="286" r:id="rId5"/>
    <p:sldId id="299" r:id="rId6"/>
    <p:sldId id="311" r:id="rId7"/>
    <p:sldId id="305" r:id="rId8"/>
    <p:sldId id="306" r:id="rId9"/>
    <p:sldId id="307" r:id="rId10"/>
    <p:sldId id="308" r:id="rId11"/>
    <p:sldId id="309" r:id="rId12"/>
    <p:sldId id="322" r:id="rId13"/>
    <p:sldId id="333" r:id="rId14"/>
    <p:sldId id="319" r:id="rId15"/>
    <p:sldId id="295" r:id="rId16"/>
    <p:sldId id="324" r:id="rId17"/>
    <p:sldId id="321" r:id="rId18"/>
    <p:sldId id="315" r:id="rId19"/>
    <p:sldId id="323"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176" autoAdjust="0"/>
    <p:restoredTop sz="88937" autoAdjust="0"/>
  </p:normalViewPr>
  <p:slideViewPr>
    <p:cSldViewPr>
      <p:cViewPr varScale="1">
        <p:scale>
          <a:sx n="44" d="100"/>
          <a:sy n="44" d="100"/>
        </p:scale>
        <p:origin x="-1502" y="-6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27EC31-8C7C-4168-A19F-9B7E765932A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F18BC963-F32E-48B4-98CF-AFA31C0B365F}">
      <dgm:prSet phldrT="[Text]"/>
      <dgm:spPr/>
      <dgm:t>
        <a:bodyPr/>
        <a:lstStyle/>
        <a:p>
          <a:r>
            <a:rPr lang="en-US" dirty="0"/>
            <a:t> </a:t>
          </a:r>
        </a:p>
      </dgm:t>
    </dgm:pt>
    <dgm:pt modelId="{99B5C861-7F38-4EC1-8FFB-FDF6C1C361FF}" type="parTrans" cxnId="{F7A766AA-AA03-450A-AC3E-FDC3CA6A8534}">
      <dgm:prSet/>
      <dgm:spPr/>
      <dgm:t>
        <a:bodyPr/>
        <a:lstStyle/>
        <a:p>
          <a:endParaRPr lang="en-US"/>
        </a:p>
      </dgm:t>
    </dgm:pt>
    <dgm:pt modelId="{24739CEC-AEEF-47D4-BC3B-66255679DC71}" type="sibTrans" cxnId="{F7A766AA-AA03-450A-AC3E-FDC3CA6A8534}">
      <dgm:prSet/>
      <dgm:spPr/>
      <dgm:t>
        <a:bodyPr/>
        <a:lstStyle/>
        <a:p>
          <a:endParaRPr lang="en-US"/>
        </a:p>
      </dgm:t>
    </dgm:pt>
    <dgm:pt modelId="{61665F6D-1E3A-4ED0-9C6F-3E120469A210}">
      <dgm:prSet phldrT="[Text]"/>
      <dgm:spPr/>
      <dgm:t>
        <a:bodyPr/>
        <a:lstStyle/>
        <a:p>
          <a:r>
            <a:rPr lang="en-US" dirty="0"/>
            <a:t> </a:t>
          </a:r>
        </a:p>
      </dgm:t>
    </dgm:pt>
    <dgm:pt modelId="{7EE61213-DAC4-4A97-B3CF-AF19854B27D9}" type="parTrans" cxnId="{560C48F7-ACA9-4F42-88CE-9863A493C0F7}">
      <dgm:prSet/>
      <dgm:spPr/>
      <dgm:t>
        <a:bodyPr/>
        <a:lstStyle/>
        <a:p>
          <a:endParaRPr lang="en-US"/>
        </a:p>
      </dgm:t>
    </dgm:pt>
    <dgm:pt modelId="{69A339ED-65D7-45B9-801D-5817CC2204B8}" type="sibTrans" cxnId="{560C48F7-ACA9-4F42-88CE-9863A493C0F7}">
      <dgm:prSet/>
      <dgm:spPr/>
      <dgm:t>
        <a:bodyPr/>
        <a:lstStyle/>
        <a:p>
          <a:endParaRPr lang="en-US"/>
        </a:p>
      </dgm:t>
    </dgm:pt>
    <dgm:pt modelId="{7D2A8D35-D53B-4181-B200-461C1E669C49}">
      <dgm:prSet phldrT="[Text]"/>
      <dgm:spPr/>
      <dgm:t>
        <a:bodyPr/>
        <a:lstStyle/>
        <a:p>
          <a:r>
            <a:rPr lang="en-US" dirty="0"/>
            <a:t> </a:t>
          </a:r>
        </a:p>
      </dgm:t>
    </dgm:pt>
    <dgm:pt modelId="{E0BB02C9-605F-4127-AC82-DAC450787EDE}" type="parTrans" cxnId="{C2FB7339-6145-48A3-942F-A8F9D09B1A5D}">
      <dgm:prSet/>
      <dgm:spPr/>
      <dgm:t>
        <a:bodyPr/>
        <a:lstStyle/>
        <a:p>
          <a:endParaRPr lang="en-US"/>
        </a:p>
      </dgm:t>
    </dgm:pt>
    <dgm:pt modelId="{897F4EAE-D362-4C92-B306-36A865EE239F}" type="sibTrans" cxnId="{C2FB7339-6145-48A3-942F-A8F9D09B1A5D}">
      <dgm:prSet/>
      <dgm:spPr/>
      <dgm:t>
        <a:bodyPr/>
        <a:lstStyle/>
        <a:p>
          <a:endParaRPr lang="en-US"/>
        </a:p>
      </dgm:t>
    </dgm:pt>
    <dgm:pt modelId="{2E215D6F-B92A-4CC0-86BB-755E520179C4}">
      <dgm:prSet phldrT="[Text]"/>
      <dgm:spPr/>
      <dgm:t>
        <a:bodyPr/>
        <a:lstStyle/>
        <a:p>
          <a:r>
            <a:rPr lang="en-US" dirty="0"/>
            <a:t> </a:t>
          </a:r>
        </a:p>
      </dgm:t>
    </dgm:pt>
    <dgm:pt modelId="{71B72EBE-9760-4B60-98B9-E68215366FE7}" type="parTrans" cxnId="{8759555D-9714-4195-B550-90AB6D779675}">
      <dgm:prSet/>
      <dgm:spPr/>
      <dgm:t>
        <a:bodyPr/>
        <a:lstStyle/>
        <a:p>
          <a:endParaRPr lang="en-US"/>
        </a:p>
      </dgm:t>
    </dgm:pt>
    <dgm:pt modelId="{851F0FD1-B75F-45A7-AF60-DA3EEF47E14A}" type="sibTrans" cxnId="{8759555D-9714-4195-B550-90AB6D779675}">
      <dgm:prSet/>
      <dgm:spPr/>
      <dgm:t>
        <a:bodyPr/>
        <a:lstStyle/>
        <a:p>
          <a:endParaRPr lang="en-US"/>
        </a:p>
      </dgm:t>
    </dgm:pt>
    <dgm:pt modelId="{19DD44C8-7206-448D-A547-24389AAE1685}" type="pres">
      <dgm:prSet presAssocID="{6C27EC31-8C7C-4168-A19F-9B7E765932AA}" presName="hierChild1" presStyleCnt="0">
        <dgm:presLayoutVars>
          <dgm:orgChart val="1"/>
          <dgm:chPref val="1"/>
          <dgm:dir/>
          <dgm:animOne val="branch"/>
          <dgm:animLvl val="lvl"/>
          <dgm:resizeHandles/>
        </dgm:presLayoutVars>
      </dgm:prSet>
      <dgm:spPr/>
      <dgm:t>
        <a:bodyPr/>
        <a:lstStyle/>
        <a:p>
          <a:endParaRPr lang="en-US"/>
        </a:p>
      </dgm:t>
    </dgm:pt>
    <dgm:pt modelId="{C29FE811-A3AD-452D-9FED-2D9403E29563}" type="pres">
      <dgm:prSet presAssocID="{F18BC963-F32E-48B4-98CF-AFA31C0B365F}" presName="hierRoot1" presStyleCnt="0">
        <dgm:presLayoutVars>
          <dgm:hierBranch val="init"/>
        </dgm:presLayoutVars>
      </dgm:prSet>
      <dgm:spPr/>
    </dgm:pt>
    <dgm:pt modelId="{2BA599C2-62F9-4AE8-983D-C0E85DF68D9D}" type="pres">
      <dgm:prSet presAssocID="{F18BC963-F32E-48B4-98CF-AFA31C0B365F}" presName="rootComposite1" presStyleCnt="0"/>
      <dgm:spPr/>
    </dgm:pt>
    <dgm:pt modelId="{CC56EF1B-1B98-4C0A-873C-9E2A052CEC85}" type="pres">
      <dgm:prSet presAssocID="{F18BC963-F32E-48B4-98CF-AFA31C0B365F}" presName="rootText1" presStyleLbl="node0" presStyleIdx="0" presStyleCnt="1">
        <dgm:presLayoutVars>
          <dgm:chPref val="3"/>
        </dgm:presLayoutVars>
      </dgm:prSet>
      <dgm:spPr/>
      <dgm:t>
        <a:bodyPr/>
        <a:lstStyle/>
        <a:p>
          <a:endParaRPr lang="en-US"/>
        </a:p>
      </dgm:t>
    </dgm:pt>
    <dgm:pt modelId="{10B544B2-95A4-402B-BFB6-5C9174F355D9}" type="pres">
      <dgm:prSet presAssocID="{F18BC963-F32E-48B4-98CF-AFA31C0B365F}" presName="rootConnector1" presStyleLbl="node1" presStyleIdx="0" presStyleCnt="0"/>
      <dgm:spPr/>
      <dgm:t>
        <a:bodyPr/>
        <a:lstStyle/>
        <a:p>
          <a:endParaRPr lang="en-US"/>
        </a:p>
      </dgm:t>
    </dgm:pt>
    <dgm:pt modelId="{FD74E26B-B6D2-49AA-8FED-E479A72E8660}" type="pres">
      <dgm:prSet presAssocID="{F18BC963-F32E-48B4-98CF-AFA31C0B365F}" presName="hierChild2" presStyleCnt="0"/>
      <dgm:spPr/>
    </dgm:pt>
    <dgm:pt modelId="{71C3C737-5E49-4E57-91CB-7916AABA6C32}" type="pres">
      <dgm:prSet presAssocID="{7EE61213-DAC4-4A97-B3CF-AF19854B27D9}" presName="Name37" presStyleLbl="parChTrans1D2" presStyleIdx="0" presStyleCnt="3"/>
      <dgm:spPr/>
      <dgm:t>
        <a:bodyPr/>
        <a:lstStyle/>
        <a:p>
          <a:endParaRPr lang="en-US"/>
        </a:p>
      </dgm:t>
    </dgm:pt>
    <dgm:pt modelId="{FB5B72DE-2A72-4207-A50E-DA01C50DC1A8}" type="pres">
      <dgm:prSet presAssocID="{61665F6D-1E3A-4ED0-9C6F-3E120469A210}" presName="hierRoot2" presStyleCnt="0">
        <dgm:presLayoutVars>
          <dgm:hierBranch val="init"/>
        </dgm:presLayoutVars>
      </dgm:prSet>
      <dgm:spPr/>
    </dgm:pt>
    <dgm:pt modelId="{0F0D4FA0-C6A4-428B-8625-39F03A45F82D}" type="pres">
      <dgm:prSet presAssocID="{61665F6D-1E3A-4ED0-9C6F-3E120469A210}" presName="rootComposite" presStyleCnt="0"/>
      <dgm:spPr/>
    </dgm:pt>
    <dgm:pt modelId="{7C32CEF6-1EF7-47F9-BEFA-53B74EC00E4C}" type="pres">
      <dgm:prSet presAssocID="{61665F6D-1E3A-4ED0-9C6F-3E120469A210}" presName="rootText" presStyleLbl="node2" presStyleIdx="0" presStyleCnt="3">
        <dgm:presLayoutVars>
          <dgm:chPref val="3"/>
        </dgm:presLayoutVars>
      </dgm:prSet>
      <dgm:spPr/>
      <dgm:t>
        <a:bodyPr/>
        <a:lstStyle/>
        <a:p>
          <a:endParaRPr lang="en-US"/>
        </a:p>
      </dgm:t>
    </dgm:pt>
    <dgm:pt modelId="{1F39F257-B15A-4ED1-AE42-58A70689C98F}" type="pres">
      <dgm:prSet presAssocID="{61665F6D-1E3A-4ED0-9C6F-3E120469A210}" presName="rootConnector" presStyleLbl="node2" presStyleIdx="0" presStyleCnt="3"/>
      <dgm:spPr/>
      <dgm:t>
        <a:bodyPr/>
        <a:lstStyle/>
        <a:p>
          <a:endParaRPr lang="en-US"/>
        </a:p>
      </dgm:t>
    </dgm:pt>
    <dgm:pt modelId="{EF3BD62A-C0EA-4AB8-8967-2A90EBA20822}" type="pres">
      <dgm:prSet presAssocID="{61665F6D-1E3A-4ED0-9C6F-3E120469A210}" presName="hierChild4" presStyleCnt="0"/>
      <dgm:spPr/>
    </dgm:pt>
    <dgm:pt modelId="{890F1BE9-9A6B-4A3E-BFF9-E6DE38B66314}" type="pres">
      <dgm:prSet presAssocID="{61665F6D-1E3A-4ED0-9C6F-3E120469A210}" presName="hierChild5" presStyleCnt="0"/>
      <dgm:spPr/>
    </dgm:pt>
    <dgm:pt modelId="{DC227DD4-22A7-4C7D-9682-C113DCA32D49}" type="pres">
      <dgm:prSet presAssocID="{E0BB02C9-605F-4127-AC82-DAC450787EDE}" presName="Name37" presStyleLbl="parChTrans1D2" presStyleIdx="1" presStyleCnt="3"/>
      <dgm:spPr/>
      <dgm:t>
        <a:bodyPr/>
        <a:lstStyle/>
        <a:p>
          <a:endParaRPr lang="en-US"/>
        </a:p>
      </dgm:t>
    </dgm:pt>
    <dgm:pt modelId="{45C5D365-2AE0-4265-AB9E-7615BBB418BE}" type="pres">
      <dgm:prSet presAssocID="{7D2A8D35-D53B-4181-B200-461C1E669C49}" presName="hierRoot2" presStyleCnt="0">
        <dgm:presLayoutVars>
          <dgm:hierBranch val="init"/>
        </dgm:presLayoutVars>
      </dgm:prSet>
      <dgm:spPr/>
    </dgm:pt>
    <dgm:pt modelId="{973DA0EE-B2C3-402B-BF1C-20D0516D6223}" type="pres">
      <dgm:prSet presAssocID="{7D2A8D35-D53B-4181-B200-461C1E669C49}" presName="rootComposite" presStyleCnt="0"/>
      <dgm:spPr/>
    </dgm:pt>
    <dgm:pt modelId="{2C9D6F19-EC2E-4230-9702-8E161E0918A2}" type="pres">
      <dgm:prSet presAssocID="{7D2A8D35-D53B-4181-B200-461C1E669C49}" presName="rootText" presStyleLbl="node2" presStyleIdx="1" presStyleCnt="3">
        <dgm:presLayoutVars>
          <dgm:chPref val="3"/>
        </dgm:presLayoutVars>
      </dgm:prSet>
      <dgm:spPr/>
      <dgm:t>
        <a:bodyPr/>
        <a:lstStyle/>
        <a:p>
          <a:endParaRPr lang="en-US"/>
        </a:p>
      </dgm:t>
    </dgm:pt>
    <dgm:pt modelId="{178291DC-3392-40C5-B507-BC6A7A7D467D}" type="pres">
      <dgm:prSet presAssocID="{7D2A8D35-D53B-4181-B200-461C1E669C49}" presName="rootConnector" presStyleLbl="node2" presStyleIdx="1" presStyleCnt="3"/>
      <dgm:spPr/>
      <dgm:t>
        <a:bodyPr/>
        <a:lstStyle/>
        <a:p>
          <a:endParaRPr lang="en-US"/>
        </a:p>
      </dgm:t>
    </dgm:pt>
    <dgm:pt modelId="{7F3DCD3F-02CD-49D2-849F-A7B04E9F2449}" type="pres">
      <dgm:prSet presAssocID="{7D2A8D35-D53B-4181-B200-461C1E669C49}" presName="hierChild4" presStyleCnt="0"/>
      <dgm:spPr/>
    </dgm:pt>
    <dgm:pt modelId="{2FF97FAE-8570-488E-9A38-2389B9C27CC9}" type="pres">
      <dgm:prSet presAssocID="{7D2A8D35-D53B-4181-B200-461C1E669C49}" presName="hierChild5" presStyleCnt="0"/>
      <dgm:spPr/>
    </dgm:pt>
    <dgm:pt modelId="{805DF8A6-B447-4385-939D-076C1E31BA15}" type="pres">
      <dgm:prSet presAssocID="{71B72EBE-9760-4B60-98B9-E68215366FE7}" presName="Name37" presStyleLbl="parChTrans1D2" presStyleIdx="2" presStyleCnt="3"/>
      <dgm:spPr/>
      <dgm:t>
        <a:bodyPr/>
        <a:lstStyle/>
        <a:p>
          <a:endParaRPr lang="en-US"/>
        </a:p>
      </dgm:t>
    </dgm:pt>
    <dgm:pt modelId="{9752D40B-B102-404B-977F-F33B95A77DD0}" type="pres">
      <dgm:prSet presAssocID="{2E215D6F-B92A-4CC0-86BB-755E520179C4}" presName="hierRoot2" presStyleCnt="0">
        <dgm:presLayoutVars>
          <dgm:hierBranch val="init"/>
        </dgm:presLayoutVars>
      </dgm:prSet>
      <dgm:spPr/>
    </dgm:pt>
    <dgm:pt modelId="{9F223BE5-2E24-4B30-98C0-819DD16924CA}" type="pres">
      <dgm:prSet presAssocID="{2E215D6F-B92A-4CC0-86BB-755E520179C4}" presName="rootComposite" presStyleCnt="0"/>
      <dgm:spPr/>
    </dgm:pt>
    <dgm:pt modelId="{BA596D23-B62A-4841-9CD1-E6062BF11F64}" type="pres">
      <dgm:prSet presAssocID="{2E215D6F-B92A-4CC0-86BB-755E520179C4}" presName="rootText" presStyleLbl="node2" presStyleIdx="2" presStyleCnt="3">
        <dgm:presLayoutVars>
          <dgm:chPref val="3"/>
        </dgm:presLayoutVars>
      </dgm:prSet>
      <dgm:spPr/>
      <dgm:t>
        <a:bodyPr/>
        <a:lstStyle/>
        <a:p>
          <a:endParaRPr lang="en-US"/>
        </a:p>
      </dgm:t>
    </dgm:pt>
    <dgm:pt modelId="{47E716FA-6FDA-4E61-AC15-94451C3C100D}" type="pres">
      <dgm:prSet presAssocID="{2E215D6F-B92A-4CC0-86BB-755E520179C4}" presName="rootConnector" presStyleLbl="node2" presStyleIdx="2" presStyleCnt="3"/>
      <dgm:spPr/>
      <dgm:t>
        <a:bodyPr/>
        <a:lstStyle/>
        <a:p>
          <a:endParaRPr lang="en-US"/>
        </a:p>
      </dgm:t>
    </dgm:pt>
    <dgm:pt modelId="{6ABB702E-819C-4F51-ACDB-A6628DC61323}" type="pres">
      <dgm:prSet presAssocID="{2E215D6F-B92A-4CC0-86BB-755E520179C4}" presName="hierChild4" presStyleCnt="0"/>
      <dgm:spPr/>
    </dgm:pt>
    <dgm:pt modelId="{90BD0840-E294-4592-BBBB-75957F99B170}" type="pres">
      <dgm:prSet presAssocID="{2E215D6F-B92A-4CC0-86BB-755E520179C4}" presName="hierChild5" presStyleCnt="0"/>
      <dgm:spPr/>
    </dgm:pt>
    <dgm:pt modelId="{B1D9DD43-5CD2-40DC-A99E-3D48D109F26C}" type="pres">
      <dgm:prSet presAssocID="{F18BC963-F32E-48B4-98CF-AFA31C0B365F}" presName="hierChild3" presStyleCnt="0"/>
      <dgm:spPr/>
    </dgm:pt>
  </dgm:ptLst>
  <dgm:cxnLst>
    <dgm:cxn modelId="{C422600C-1482-4F6C-BB66-AA22EE81A745}" type="presOf" srcId="{E0BB02C9-605F-4127-AC82-DAC450787EDE}" destId="{DC227DD4-22A7-4C7D-9682-C113DCA32D49}" srcOrd="0" destOrd="0" presId="urn:microsoft.com/office/officeart/2005/8/layout/orgChart1"/>
    <dgm:cxn modelId="{BAA4E382-A88C-4226-A96B-72B225A3EDD1}" type="presOf" srcId="{6C27EC31-8C7C-4168-A19F-9B7E765932AA}" destId="{19DD44C8-7206-448D-A547-24389AAE1685}" srcOrd="0" destOrd="0" presId="urn:microsoft.com/office/officeart/2005/8/layout/orgChart1"/>
    <dgm:cxn modelId="{A299B44D-8471-4FC4-A116-387543A9C242}" type="presOf" srcId="{2E215D6F-B92A-4CC0-86BB-755E520179C4}" destId="{BA596D23-B62A-4841-9CD1-E6062BF11F64}" srcOrd="0" destOrd="0" presId="urn:microsoft.com/office/officeart/2005/8/layout/orgChart1"/>
    <dgm:cxn modelId="{865EE291-2BEF-4220-9EED-EB68F0131EFF}" type="presOf" srcId="{7D2A8D35-D53B-4181-B200-461C1E669C49}" destId="{2C9D6F19-EC2E-4230-9702-8E161E0918A2}" srcOrd="0" destOrd="0" presId="urn:microsoft.com/office/officeart/2005/8/layout/orgChart1"/>
    <dgm:cxn modelId="{C2FB7339-6145-48A3-942F-A8F9D09B1A5D}" srcId="{F18BC963-F32E-48B4-98CF-AFA31C0B365F}" destId="{7D2A8D35-D53B-4181-B200-461C1E669C49}" srcOrd="1" destOrd="0" parTransId="{E0BB02C9-605F-4127-AC82-DAC450787EDE}" sibTransId="{897F4EAE-D362-4C92-B306-36A865EE239F}"/>
    <dgm:cxn modelId="{560C48F7-ACA9-4F42-88CE-9863A493C0F7}" srcId="{F18BC963-F32E-48B4-98CF-AFA31C0B365F}" destId="{61665F6D-1E3A-4ED0-9C6F-3E120469A210}" srcOrd="0" destOrd="0" parTransId="{7EE61213-DAC4-4A97-B3CF-AF19854B27D9}" sibTransId="{69A339ED-65D7-45B9-801D-5817CC2204B8}"/>
    <dgm:cxn modelId="{135E7ECE-F400-4F9C-870F-B1EE6F0D64A7}" type="presOf" srcId="{F18BC963-F32E-48B4-98CF-AFA31C0B365F}" destId="{CC56EF1B-1B98-4C0A-873C-9E2A052CEC85}" srcOrd="0" destOrd="0" presId="urn:microsoft.com/office/officeart/2005/8/layout/orgChart1"/>
    <dgm:cxn modelId="{33D7AAEC-008C-4D61-9597-F0ED000F00DE}" type="presOf" srcId="{7D2A8D35-D53B-4181-B200-461C1E669C49}" destId="{178291DC-3392-40C5-B507-BC6A7A7D467D}" srcOrd="1" destOrd="0" presId="urn:microsoft.com/office/officeart/2005/8/layout/orgChart1"/>
    <dgm:cxn modelId="{E2D6A960-3E50-4933-BEEE-BC41862E885A}" type="presOf" srcId="{2E215D6F-B92A-4CC0-86BB-755E520179C4}" destId="{47E716FA-6FDA-4E61-AC15-94451C3C100D}" srcOrd="1" destOrd="0" presId="urn:microsoft.com/office/officeart/2005/8/layout/orgChart1"/>
    <dgm:cxn modelId="{F7A766AA-AA03-450A-AC3E-FDC3CA6A8534}" srcId="{6C27EC31-8C7C-4168-A19F-9B7E765932AA}" destId="{F18BC963-F32E-48B4-98CF-AFA31C0B365F}" srcOrd="0" destOrd="0" parTransId="{99B5C861-7F38-4EC1-8FFB-FDF6C1C361FF}" sibTransId="{24739CEC-AEEF-47D4-BC3B-66255679DC71}"/>
    <dgm:cxn modelId="{9A0C0744-29DD-416E-93F0-8D2D085F8DB1}" type="presOf" srcId="{61665F6D-1E3A-4ED0-9C6F-3E120469A210}" destId="{7C32CEF6-1EF7-47F9-BEFA-53B74EC00E4C}" srcOrd="0" destOrd="0" presId="urn:microsoft.com/office/officeart/2005/8/layout/orgChart1"/>
    <dgm:cxn modelId="{8759555D-9714-4195-B550-90AB6D779675}" srcId="{F18BC963-F32E-48B4-98CF-AFA31C0B365F}" destId="{2E215D6F-B92A-4CC0-86BB-755E520179C4}" srcOrd="2" destOrd="0" parTransId="{71B72EBE-9760-4B60-98B9-E68215366FE7}" sibTransId="{851F0FD1-B75F-45A7-AF60-DA3EEF47E14A}"/>
    <dgm:cxn modelId="{E07A8069-B3D1-4EC7-BB14-BE77D6F9E55A}" type="presOf" srcId="{7EE61213-DAC4-4A97-B3CF-AF19854B27D9}" destId="{71C3C737-5E49-4E57-91CB-7916AABA6C32}" srcOrd="0" destOrd="0" presId="urn:microsoft.com/office/officeart/2005/8/layout/orgChart1"/>
    <dgm:cxn modelId="{0B442B84-FFA4-4BA6-A656-D27B65767087}" type="presOf" srcId="{71B72EBE-9760-4B60-98B9-E68215366FE7}" destId="{805DF8A6-B447-4385-939D-076C1E31BA15}" srcOrd="0" destOrd="0" presId="urn:microsoft.com/office/officeart/2005/8/layout/orgChart1"/>
    <dgm:cxn modelId="{51AC8F9F-BFCD-41BE-A5FF-6BB26CFEE686}" type="presOf" srcId="{61665F6D-1E3A-4ED0-9C6F-3E120469A210}" destId="{1F39F257-B15A-4ED1-AE42-58A70689C98F}" srcOrd="1" destOrd="0" presId="urn:microsoft.com/office/officeart/2005/8/layout/orgChart1"/>
    <dgm:cxn modelId="{78AFDED3-C96F-4842-8080-BDAE2FDFC043}" type="presOf" srcId="{F18BC963-F32E-48B4-98CF-AFA31C0B365F}" destId="{10B544B2-95A4-402B-BFB6-5C9174F355D9}" srcOrd="1" destOrd="0" presId="urn:microsoft.com/office/officeart/2005/8/layout/orgChart1"/>
    <dgm:cxn modelId="{E85A9486-63A5-44F5-A3A8-613D5B25D3B2}" type="presParOf" srcId="{19DD44C8-7206-448D-A547-24389AAE1685}" destId="{C29FE811-A3AD-452D-9FED-2D9403E29563}" srcOrd="0" destOrd="0" presId="urn:microsoft.com/office/officeart/2005/8/layout/orgChart1"/>
    <dgm:cxn modelId="{769AD0A3-0942-4E93-A1A6-BEE19473B2C2}" type="presParOf" srcId="{C29FE811-A3AD-452D-9FED-2D9403E29563}" destId="{2BA599C2-62F9-4AE8-983D-C0E85DF68D9D}" srcOrd="0" destOrd="0" presId="urn:microsoft.com/office/officeart/2005/8/layout/orgChart1"/>
    <dgm:cxn modelId="{19B57B8C-8DB7-4FC9-97A6-DA461DD27876}" type="presParOf" srcId="{2BA599C2-62F9-4AE8-983D-C0E85DF68D9D}" destId="{CC56EF1B-1B98-4C0A-873C-9E2A052CEC85}" srcOrd="0" destOrd="0" presId="urn:microsoft.com/office/officeart/2005/8/layout/orgChart1"/>
    <dgm:cxn modelId="{CD0B2D94-FC46-4D89-AA19-B845048960C8}" type="presParOf" srcId="{2BA599C2-62F9-4AE8-983D-C0E85DF68D9D}" destId="{10B544B2-95A4-402B-BFB6-5C9174F355D9}" srcOrd="1" destOrd="0" presId="urn:microsoft.com/office/officeart/2005/8/layout/orgChart1"/>
    <dgm:cxn modelId="{E794B895-FE2E-46FC-B507-FD560DF2185D}" type="presParOf" srcId="{C29FE811-A3AD-452D-9FED-2D9403E29563}" destId="{FD74E26B-B6D2-49AA-8FED-E479A72E8660}" srcOrd="1" destOrd="0" presId="urn:microsoft.com/office/officeart/2005/8/layout/orgChart1"/>
    <dgm:cxn modelId="{97881D3F-6EAE-449C-A46F-6C6A92396ED3}" type="presParOf" srcId="{FD74E26B-B6D2-49AA-8FED-E479A72E8660}" destId="{71C3C737-5E49-4E57-91CB-7916AABA6C32}" srcOrd="0" destOrd="0" presId="urn:microsoft.com/office/officeart/2005/8/layout/orgChart1"/>
    <dgm:cxn modelId="{726189D8-60D5-4E17-9C5C-094609E1105E}" type="presParOf" srcId="{FD74E26B-B6D2-49AA-8FED-E479A72E8660}" destId="{FB5B72DE-2A72-4207-A50E-DA01C50DC1A8}" srcOrd="1" destOrd="0" presId="urn:microsoft.com/office/officeart/2005/8/layout/orgChart1"/>
    <dgm:cxn modelId="{CA4F1CCF-E665-4046-99F2-9DD7F80580E2}" type="presParOf" srcId="{FB5B72DE-2A72-4207-A50E-DA01C50DC1A8}" destId="{0F0D4FA0-C6A4-428B-8625-39F03A45F82D}" srcOrd="0" destOrd="0" presId="urn:microsoft.com/office/officeart/2005/8/layout/orgChart1"/>
    <dgm:cxn modelId="{1185AB06-2F5D-419F-BCD1-3B877C13CBA2}" type="presParOf" srcId="{0F0D4FA0-C6A4-428B-8625-39F03A45F82D}" destId="{7C32CEF6-1EF7-47F9-BEFA-53B74EC00E4C}" srcOrd="0" destOrd="0" presId="urn:microsoft.com/office/officeart/2005/8/layout/orgChart1"/>
    <dgm:cxn modelId="{753D0145-C45B-4AFA-90AB-7154FA6E85F8}" type="presParOf" srcId="{0F0D4FA0-C6A4-428B-8625-39F03A45F82D}" destId="{1F39F257-B15A-4ED1-AE42-58A70689C98F}" srcOrd="1" destOrd="0" presId="urn:microsoft.com/office/officeart/2005/8/layout/orgChart1"/>
    <dgm:cxn modelId="{1A4F029F-026C-48F1-83C1-EC53EEBEE2A4}" type="presParOf" srcId="{FB5B72DE-2A72-4207-A50E-DA01C50DC1A8}" destId="{EF3BD62A-C0EA-4AB8-8967-2A90EBA20822}" srcOrd="1" destOrd="0" presId="urn:microsoft.com/office/officeart/2005/8/layout/orgChart1"/>
    <dgm:cxn modelId="{F9060821-CF15-4DD8-868D-81ED780F39B2}" type="presParOf" srcId="{FB5B72DE-2A72-4207-A50E-DA01C50DC1A8}" destId="{890F1BE9-9A6B-4A3E-BFF9-E6DE38B66314}" srcOrd="2" destOrd="0" presId="urn:microsoft.com/office/officeart/2005/8/layout/orgChart1"/>
    <dgm:cxn modelId="{A3471B97-3A5C-4F31-A1CA-004CD115D92D}" type="presParOf" srcId="{FD74E26B-B6D2-49AA-8FED-E479A72E8660}" destId="{DC227DD4-22A7-4C7D-9682-C113DCA32D49}" srcOrd="2" destOrd="0" presId="urn:microsoft.com/office/officeart/2005/8/layout/orgChart1"/>
    <dgm:cxn modelId="{922442C2-AB89-4C12-802B-17943E6B320F}" type="presParOf" srcId="{FD74E26B-B6D2-49AA-8FED-E479A72E8660}" destId="{45C5D365-2AE0-4265-AB9E-7615BBB418BE}" srcOrd="3" destOrd="0" presId="urn:microsoft.com/office/officeart/2005/8/layout/orgChart1"/>
    <dgm:cxn modelId="{5183E764-40B1-4A80-86E2-3494CBBBCA47}" type="presParOf" srcId="{45C5D365-2AE0-4265-AB9E-7615BBB418BE}" destId="{973DA0EE-B2C3-402B-BF1C-20D0516D6223}" srcOrd="0" destOrd="0" presId="urn:microsoft.com/office/officeart/2005/8/layout/orgChart1"/>
    <dgm:cxn modelId="{8268C0B8-8A73-48D5-B3E8-59A41267E7D0}" type="presParOf" srcId="{973DA0EE-B2C3-402B-BF1C-20D0516D6223}" destId="{2C9D6F19-EC2E-4230-9702-8E161E0918A2}" srcOrd="0" destOrd="0" presId="urn:microsoft.com/office/officeart/2005/8/layout/orgChart1"/>
    <dgm:cxn modelId="{FB8F9FE0-9F45-44D7-891B-26BD68558338}" type="presParOf" srcId="{973DA0EE-B2C3-402B-BF1C-20D0516D6223}" destId="{178291DC-3392-40C5-B507-BC6A7A7D467D}" srcOrd="1" destOrd="0" presId="urn:microsoft.com/office/officeart/2005/8/layout/orgChart1"/>
    <dgm:cxn modelId="{10F51DF9-EA01-401A-BC8F-B0BAB03E44D3}" type="presParOf" srcId="{45C5D365-2AE0-4265-AB9E-7615BBB418BE}" destId="{7F3DCD3F-02CD-49D2-849F-A7B04E9F2449}" srcOrd="1" destOrd="0" presId="urn:microsoft.com/office/officeart/2005/8/layout/orgChart1"/>
    <dgm:cxn modelId="{39451063-55A4-4CEE-935E-357B978EC1D0}" type="presParOf" srcId="{45C5D365-2AE0-4265-AB9E-7615BBB418BE}" destId="{2FF97FAE-8570-488E-9A38-2389B9C27CC9}" srcOrd="2" destOrd="0" presId="urn:microsoft.com/office/officeart/2005/8/layout/orgChart1"/>
    <dgm:cxn modelId="{52404368-1D83-4C89-B7CA-B216ACC6D926}" type="presParOf" srcId="{FD74E26B-B6D2-49AA-8FED-E479A72E8660}" destId="{805DF8A6-B447-4385-939D-076C1E31BA15}" srcOrd="4" destOrd="0" presId="urn:microsoft.com/office/officeart/2005/8/layout/orgChart1"/>
    <dgm:cxn modelId="{2E732693-1985-4C2E-92C9-411297879BE2}" type="presParOf" srcId="{FD74E26B-B6D2-49AA-8FED-E479A72E8660}" destId="{9752D40B-B102-404B-977F-F33B95A77DD0}" srcOrd="5" destOrd="0" presId="urn:microsoft.com/office/officeart/2005/8/layout/orgChart1"/>
    <dgm:cxn modelId="{45CB452F-F390-4314-A24D-CE4BE52D233E}" type="presParOf" srcId="{9752D40B-B102-404B-977F-F33B95A77DD0}" destId="{9F223BE5-2E24-4B30-98C0-819DD16924CA}" srcOrd="0" destOrd="0" presId="urn:microsoft.com/office/officeart/2005/8/layout/orgChart1"/>
    <dgm:cxn modelId="{A732D136-CE15-4D93-9296-972C95648FC4}" type="presParOf" srcId="{9F223BE5-2E24-4B30-98C0-819DD16924CA}" destId="{BA596D23-B62A-4841-9CD1-E6062BF11F64}" srcOrd="0" destOrd="0" presId="urn:microsoft.com/office/officeart/2005/8/layout/orgChart1"/>
    <dgm:cxn modelId="{4831B6F2-FD43-4B91-9F9F-E87EF78A6BF7}" type="presParOf" srcId="{9F223BE5-2E24-4B30-98C0-819DD16924CA}" destId="{47E716FA-6FDA-4E61-AC15-94451C3C100D}" srcOrd="1" destOrd="0" presId="urn:microsoft.com/office/officeart/2005/8/layout/orgChart1"/>
    <dgm:cxn modelId="{BE49C03A-8011-4025-9453-56BD271F5854}" type="presParOf" srcId="{9752D40B-B102-404B-977F-F33B95A77DD0}" destId="{6ABB702E-819C-4F51-ACDB-A6628DC61323}" srcOrd="1" destOrd="0" presId="urn:microsoft.com/office/officeart/2005/8/layout/orgChart1"/>
    <dgm:cxn modelId="{36FC3E66-555C-461A-B233-678A115076DC}" type="presParOf" srcId="{9752D40B-B102-404B-977F-F33B95A77DD0}" destId="{90BD0840-E294-4592-BBBB-75957F99B170}" srcOrd="2" destOrd="0" presId="urn:microsoft.com/office/officeart/2005/8/layout/orgChart1"/>
    <dgm:cxn modelId="{4860C662-A042-4C5A-A244-E9DDE56603B7}" type="presParOf" srcId="{C29FE811-A3AD-452D-9FED-2D9403E29563}" destId="{B1D9DD43-5CD2-40DC-A99E-3D48D109F26C}"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DF8A6-B447-4385-939D-076C1E31BA15}">
      <dsp:nvSpPr>
        <dsp:cNvPr id="0" name=""/>
        <dsp:cNvSpPr/>
      </dsp:nvSpPr>
      <dsp:spPr>
        <a:xfrm>
          <a:off x="3048000" y="1844867"/>
          <a:ext cx="2156482" cy="374265"/>
        </a:xfrm>
        <a:custGeom>
          <a:avLst/>
          <a:gdLst/>
          <a:ahLst/>
          <a:cxnLst/>
          <a:rect l="0" t="0" r="0" b="0"/>
          <a:pathLst>
            <a:path>
              <a:moveTo>
                <a:pt x="0" y="0"/>
              </a:moveTo>
              <a:lnTo>
                <a:pt x="0" y="187132"/>
              </a:lnTo>
              <a:lnTo>
                <a:pt x="2156482" y="187132"/>
              </a:lnTo>
              <a:lnTo>
                <a:pt x="2156482" y="374265"/>
              </a:lnTo>
            </a:path>
          </a:pathLst>
        </a:cu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227DD4-22A7-4C7D-9682-C113DCA32D49}">
      <dsp:nvSpPr>
        <dsp:cNvPr id="0" name=""/>
        <dsp:cNvSpPr/>
      </dsp:nvSpPr>
      <dsp:spPr>
        <a:xfrm>
          <a:off x="3002280" y="1844867"/>
          <a:ext cx="91440" cy="374265"/>
        </a:xfrm>
        <a:custGeom>
          <a:avLst/>
          <a:gdLst/>
          <a:ahLst/>
          <a:cxnLst/>
          <a:rect l="0" t="0" r="0" b="0"/>
          <a:pathLst>
            <a:path>
              <a:moveTo>
                <a:pt x="45720" y="0"/>
              </a:moveTo>
              <a:lnTo>
                <a:pt x="45720" y="374265"/>
              </a:lnTo>
            </a:path>
          </a:pathLst>
        </a:cu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C3C737-5E49-4E57-91CB-7916AABA6C32}">
      <dsp:nvSpPr>
        <dsp:cNvPr id="0" name=""/>
        <dsp:cNvSpPr/>
      </dsp:nvSpPr>
      <dsp:spPr>
        <a:xfrm>
          <a:off x="891517" y="1844867"/>
          <a:ext cx="2156482" cy="374265"/>
        </a:xfrm>
        <a:custGeom>
          <a:avLst/>
          <a:gdLst/>
          <a:ahLst/>
          <a:cxnLst/>
          <a:rect l="0" t="0" r="0" b="0"/>
          <a:pathLst>
            <a:path>
              <a:moveTo>
                <a:pt x="2156482" y="0"/>
              </a:moveTo>
              <a:lnTo>
                <a:pt x="2156482" y="187132"/>
              </a:lnTo>
              <a:lnTo>
                <a:pt x="0" y="187132"/>
              </a:lnTo>
              <a:lnTo>
                <a:pt x="0" y="374265"/>
              </a:lnTo>
            </a:path>
          </a:pathLst>
        </a:cu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56EF1B-1B98-4C0A-873C-9E2A052CEC85}">
      <dsp:nvSpPr>
        <dsp:cNvPr id="0" name=""/>
        <dsp:cNvSpPr/>
      </dsp:nvSpPr>
      <dsp:spPr>
        <a:xfrm>
          <a:off x="2156891" y="953758"/>
          <a:ext cx="1782216" cy="891108"/>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2578100">
            <a:lnSpc>
              <a:spcPct val="90000"/>
            </a:lnSpc>
            <a:spcBef>
              <a:spcPct val="0"/>
            </a:spcBef>
            <a:spcAft>
              <a:spcPct val="35000"/>
            </a:spcAft>
            <a:buNone/>
          </a:pPr>
          <a:r>
            <a:rPr lang="en-US" sz="5800" kern="1200" dirty="0"/>
            <a:t> </a:t>
          </a:r>
        </a:p>
      </dsp:txBody>
      <dsp:txXfrm>
        <a:off x="2156891" y="953758"/>
        <a:ext cx="1782216" cy="891108"/>
      </dsp:txXfrm>
    </dsp:sp>
    <dsp:sp modelId="{7C32CEF6-1EF7-47F9-BEFA-53B74EC00E4C}">
      <dsp:nvSpPr>
        <dsp:cNvPr id="0" name=""/>
        <dsp:cNvSpPr/>
      </dsp:nvSpPr>
      <dsp:spPr>
        <a:xfrm>
          <a:off x="409" y="2219132"/>
          <a:ext cx="1782216" cy="891108"/>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2578100">
            <a:lnSpc>
              <a:spcPct val="90000"/>
            </a:lnSpc>
            <a:spcBef>
              <a:spcPct val="0"/>
            </a:spcBef>
            <a:spcAft>
              <a:spcPct val="35000"/>
            </a:spcAft>
            <a:buNone/>
          </a:pPr>
          <a:r>
            <a:rPr lang="en-US" sz="5800" kern="1200" dirty="0"/>
            <a:t> </a:t>
          </a:r>
        </a:p>
      </dsp:txBody>
      <dsp:txXfrm>
        <a:off x="409" y="2219132"/>
        <a:ext cx="1782216" cy="891108"/>
      </dsp:txXfrm>
    </dsp:sp>
    <dsp:sp modelId="{2C9D6F19-EC2E-4230-9702-8E161E0918A2}">
      <dsp:nvSpPr>
        <dsp:cNvPr id="0" name=""/>
        <dsp:cNvSpPr/>
      </dsp:nvSpPr>
      <dsp:spPr>
        <a:xfrm>
          <a:off x="2156891" y="2219132"/>
          <a:ext cx="1782216" cy="891108"/>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2578100">
            <a:lnSpc>
              <a:spcPct val="90000"/>
            </a:lnSpc>
            <a:spcBef>
              <a:spcPct val="0"/>
            </a:spcBef>
            <a:spcAft>
              <a:spcPct val="35000"/>
            </a:spcAft>
            <a:buNone/>
          </a:pPr>
          <a:r>
            <a:rPr lang="en-US" sz="5800" kern="1200" dirty="0"/>
            <a:t> </a:t>
          </a:r>
        </a:p>
      </dsp:txBody>
      <dsp:txXfrm>
        <a:off x="2156891" y="2219132"/>
        <a:ext cx="1782216" cy="891108"/>
      </dsp:txXfrm>
    </dsp:sp>
    <dsp:sp modelId="{BA596D23-B62A-4841-9CD1-E6062BF11F64}">
      <dsp:nvSpPr>
        <dsp:cNvPr id="0" name=""/>
        <dsp:cNvSpPr/>
      </dsp:nvSpPr>
      <dsp:spPr>
        <a:xfrm>
          <a:off x="4313373" y="2219132"/>
          <a:ext cx="1782216" cy="891108"/>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2578100">
            <a:lnSpc>
              <a:spcPct val="90000"/>
            </a:lnSpc>
            <a:spcBef>
              <a:spcPct val="0"/>
            </a:spcBef>
            <a:spcAft>
              <a:spcPct val="35000"/>
            </a:spcAft>
            <a:buNone/>
          </a:pPr>
          <a:r>
            <a:rPr lang="en-US" sz="5800" kern="1200" dirty="0"/>
            <a:t> </a:t>
          </a:r>
        </a:p>
      </dsp:txBody>
      <dsp:txXfrm>
        <a:off x="4313373" y="2219132"/>
        <a:ext cx="1782216" cy="89110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3773A-DC59-4E88-9E1C-19AB0F8C15F5}" type="datetimeFigureOut">
              <a:rPr lang="en-US" smtClean="0"/>
              <a:pPr/>
              <a:t>10/21/2024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579B4C-58A3-418A-918D-38E848152ACC}" type="slidenum">
              <a:rPr lang="en-US" smtClean="0"/>
              <a:pPr/>
              <a:t>‹#›</a:t>
            </a:fld>
            <a:endParaRPr lang="en-US"/>
          </a:p>
        </p:txBody>
      </p:sp>
    </p:spTree>
    <p:extLst>
      <p:ext uri="{BB962C8B-B14F-4D97-AF65-F5344CB8AC3E}">
        <p14:creationId xmlns="" xmlns:p14="http://schemas.microsoft.com/office/powerpoint/2010/main" val="4170838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Levels of Listening explores how important listening is for effective communication.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of our efforts to develop communication skills deals with reading, writing and speaking.  But very little effort is placed on developing our ability to really hear the other person's perspective.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5579B4C-58A3-418A-918D-38E848152ACC}" type="slidenum">
              <a:rPr lang="en-US" smtClean="0"/>
              <a:pPr/>
              <a:t>6</a:t>
            </a:fld>
            <a:endParaRPr lang="en-US"/>
          </a:p>
        </p:txBody>
      </p:sp>
    </p:spTree>
    <p:extLst>
      <p:ext uri="{BB962C8B-B14F-4D97-AF65-F5344CB8AC3E}">
        <p14:creationId xmlns="" xmlns:p14="http://schemas.microsoft.com/office/powerpoint/2010/main" val="1868875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579B4C-58A3-418A-918D-38E848152ACC}" type="slidenum">
              <a:rPr lang="en-US" smtClean="0"/>
              <a:pPr/>
              <a:t>10</a:t>
            </a:fld>
            <a:endParaRPr lang="en-US"/>
          </a:p>
        </p:txBody>
      </p:sp>
    </p:spTree>
    <p:extLst>
      <p:ext uri="{BB962C8B-B14F-4D97-AF65-F5344CB8AC3E}">
        <p14:creationId xmlns="" xmlns:p14="http://schemas.microsoft.com/office/powerpoint/2010/main" val="1598854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that this sort of case studies can be part of exam too.</a:t>
            </a:r>
          </a:p>
        </p:txBody>
      </p:sp>
      <p:sp>
        <p:nvSpPr>
          <p:cNvPr id="4" name="Slide Number Placeholder 3"/>
          <p:cNvSpPr>
            <a:spLocks noGrp="1"/>
          </p:cNvSpPr>
          <p:nvPr>
            <p:ph type="sldNum" sz="quarter" idx="5"/>
          </p:nvPr>
        </p:nvSpPr>
        <p:spPr/>
        <p:txBody>
          <a:bodyPr/>
          <a:lstStyle/>
          <a:p>
            <a:fld id="{55579B4C-58A3-418A-918D-38E848152ACC}" type="slidenum">
              <a:rPr lang="en-US" smtClean="0"/>
              <a:pPr/>
              <a:t>12</a:t>
            </a:fld>
            <a:endParaRPr lang="en-US"/>
          </a:p>
        </p:txBody>
      </p:sp>
    </p:spTree>
    <p:extLst>
      <p:ext uri="{BB962C8B-B14F-4D97-AF65-F5344CB8AC3E}">
        <p14:creationId xmlns="" xmlns:p14="http://schemas.microsoft.com/office/powerpoint/2010/main" val="3974903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579B4C-58A3-418A-918D-38E848152ACC}" type="slidenum">
              <a:rPr lang="en-US" smtClean="0"/>
              <a:pPr/>
              <a:t>13</a:t>
            </a:fld>
            <a:endParaRPr lang="en-US"/>
          </a:p>
        </p:txBody>
      </p:sp>
    </p:spTree>
    <p:extLst>
      <p:ext uri="{BB962C8B-B14F-4D97-AF65-F5344CB8AC3E}">
        <p14:creationId xmlns="" xmlns:p14="http://schemas.microsoft.com/office/powerpoint/2010/main" val="2812297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579B4C-58A3-418A-918D-38E848152ACC}" type="slidenum">
              <a:rPr lang="en-US" smtClean="0"/>
              <a:pPr/>
              <a:t>17</a:t>
            </a:fld>
            <a:endParaRPr lang="en-US"/>
          </a:p>
        </p:txBody>
      </p:sp>
    </p:spTree>
    <p:extLst>
      <p:ext uri="{BB962C8B-B14F-4D97-AF65-F5344CB8AC3E}">
        <p14:creationId xmlns="" xmlns:p14="http://schemas.microsoft.com/office/powerpoint/2010/main" val="707445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02124"/>
                </a:solidFill>
                <a:effectLst/>
                <a:latin typeface="Times New Roman" panose="02020603050405020304" pitchFamily="18" charset="0"/>
                <a:cs typeface="Times New Roman" panose="02020603050405020304" pitchFamily="18" charset="0"/>
              </a:rPr>
              <a:t> paying attention to their words and nonverbal cues, and reflecting on what they say to truly understand their perspective</a:t>
            </a:r>
          </a:p>
          <a:p>
            <a:endParaRPr lang="en-US" dirty="0"/>
          </a:p>
        </p:txBody>
      </p:sp>
      <p:sp>
        <p:nvSpPr>
          <p:cNvPr id="4" name="Slide Number Placeholder 3"/>
          <p:cNvSpPr>
            <a:spLocks noGrp="1"/>
          </p:cNvSpPr>
          <p:nvPr>
            <p:ph type="sldNum" sz="quarter" idx="5"/>
          </p:nvPr>
        </p:nvSpPr>
        <p:spPr/>
        <p:txBody>
          <a:bodyPr/>
          <a:lstStyle/>
          <a:p>
            <a:fld id="{55579B4C-58A3-418A-918D-38E848152ACC}" type="slidenum">
              <a:rPr lang="en-US" smtClean="0"/>
              <a:pPr/>
              <a:t>19</a:t>
            </a:fld>
            <a:endParaRPr lang="en-US"/>
          </a:p>
        </p:txBody>
      </p:sp>
    </p:spTree>
    <p:extLst>
      <p:ext uri="{BB962C8B-B14F-4D97-AF65-F5344CB8AC3E}">
        <p14:creationId xmlns="" xmlns:p14="http://schemas.microsoft.com/office/powerpoint/2010/main" val="65073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3C3C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4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000" cap="none" spc="0" baseline="0">
                <a:solidFill>
                  <a:schemeClr val="accent1">
                    <a:lumMod val="20000"/>
                    <a:lumOff val="80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EB7DFDC-F9A5-4016-A08C-1F1324806DE6}" type="slidenum">
              <a:rPr lang="en-US" smtClean="0"/>
              <a:pPr>
                <a:defRPr/>
              </a:pPr>
              <a:t>‹#›</a:t>
            </a:fld>
            <a:endParaRPr lang="en-US"/>
          </a:p>
        </p:txBody>
      </p:sp>
    </p:spTree>
    <p:extLst>
      <p:ext uri="{BB962C8B-B14F-4D97-AF65-F5344CB8AC3E}">
        <p14:creationId xmlns="" xmlns:p14="http://schemas.microsoft.com/office/powerpoint/2010/main" val="3690344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BE5F969-E6DC-4421-B578-A95C29F0362B}" type="slidenum">
              <a:rPr lang="en-US" smtClean="0"/>
              <a:pPr>
                <a:defRPr/>
              </a:pPr>
              <a:t>‹#›</a:t>
            </a:fld>
            <a:endParaRPr lang="en-US"/>
          </a:p>
        </p:txBody>
      </p:sp>
    </p:spTree>
    <p:extLst>
      <p:ext uri="{BB962C8B-B14F-4D97-AF65-F5344CB8AC3E}">
        <p14:creationId xmlns="" xmlns:p14="http://schemas.microsoft.com/office/powerpoint/2010/main" val="2278798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4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0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7D2DA08-7457-4BDF-891D-2183D156B35C}" type="slidenum">
              <a:rPr lang="en-US" smtClean="0"/>
              <a:pPr>
                <a:defRPr/>
              </a:pPr>
              <a:t>‹#›</a:t>
            </a:fld>
            <a:endParaRPr lang="en-US"/>
          </a:p>
        </p:txBody>
      </p:sp>
    </p:spTree>
    <p:extLst>
      <p:ext uri="{BB962C8B-B14F-4D97-AF65-F5344CB8AC3E}">
        <p14:creationId xmlns="" xmlns:p14="http://schemas.microsoft.com/office/powerpoint/2010/main" val="1330731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pPr>
              <a:defRPr/>
            </a:pPr>
            <a:endParaRPr lang="en-US"/>
          </a:p>
        </p:txBody>
      </p:sp>
      <p:sp>
        <p:nvSpPr>
          <p:cNvPr id="9" name="Footer Placeholder 8"/>
          <p:cNvSpPr>
            <a:spLocks noGrp="1"/>
          </p:cNvSpPr>
          <p:nvPr>
            <p:ph type="ftr" sz="quarter" idx="11"/>
          </p:nvPr>
        </p:nvSpPr>
        <p:spPr/>
        <p:txBody>
          <a:bodyPr/>
          <a:lstStyle/>
          <a:p>
            <a:pPr>
              <a:defRPr/>
            </a:pPr>
            <a:endParaRPr lang="en-US"/>
          </a:p>
        </p:txBody>
      </p:sp>
      <p:sp>
        <p:nvSpPr>
          <p:cNvPr id="10" name="Slide Number Placeholder 9"/>
          <p:cNvSpPr>
            <a:spLocks noGrp="1"/>
          </p:cNvSpPr>
          <p:nvPr>
            <p:ph type="sldNum" sz="quarter" idx="12"/>
          </p:nvPr>
        </p:nvSpPr>
        <p:spPr/>
        <p:txBody>
          <a:bodyPr/>
          <a:lstStyle/>
          <a:p>
            <a:pPr>
              <a:defRPr/>
            </a:pPr>
            <a:fld id="{380CD64A-1766-4F0E-8268-2DB251D95AAC}" type="slidenum">
              <a:rPr lang="en-US" smtClean="0"/>
              <a:pPr>
                <a:defRPr/>
              </a:pPr>
              <a:t>‹#›</a:t>
            </a:fld>
            <a:endParaRPr lang="en-US"/>
          </a:p>
        </p:txBody>
      </p:sp>
    </p:spTree>
    <p:extLst>
      <p:ext uri="{BB962C8B-B14F-4D97-AF65-F5344CB8AC3E}">
        <p14:creationId xmlns="" xmlns:p14="http://schemas.microsoft.com/office/powerpoint/2010/main" val="123367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pPr>
              <a:defRPr/>
            </a:pPr>
            <a:endParaRPr lang="en-US"/>
          </a:p>
        </p:txBody>
      </p:sp>
      <p:sp>
        <p:nvSpPr>
          <p:cNvPr id="11" name="Footer Placeholder 10"/>
          <p:cNvSpPr>
            <a:spLocks noGrp="1"/>
          </p:cNvSpPr>
          <p:nvPr>
            <p:ph type="ftr" sz="quarter" idx="11"/>
          </p:nvPr>
        </p:nvSpPr>
        <p:spPr/>
        <p:txBody>
          <a:bodyPr/>
          <a:lstStyle/>
          <a:p>
            <a:pPr>
              <a:defRPr/>
            </a:pPr>
            <a:endParaRPr lang="en-US"/>
          </a:p>
        </p:txBody>
      </p:sp>
      <p:sp>
        <p:nvSpPr>
          <p:cNvPr id="12" name="Slide Number Placeholder 11"/>
          <p:cNvSpPr>
            <a:spLocks noGrp="1"/>
          </p:cNvSpPr>
          <p:nvPr>
            <p:ph type="sldNum" sz="quarter" idx="12"/>
          </p:nvPr>
        </p:nvSpPr>
        <p:spPr/>
        <p:txBody>
          <a:bodyPr/>
          <a:lstStyle/>
          <a:p>
            <a:pPr>
              <a:defRPr/>
            </a:pPr>
            <a:fld id="{E3C4C78B-6790-49B8-AB40-8F29FF8E3C9E}" type="slidenum">
              <a:rPr lang="en-US" smtClean="0"/>
              <a:pPr>
                <a:defRPr/>
              </a:pPr>
              <a:t>‹#›</a:t>
            </a:fld>
            <a:endParaRPr lang="en-US"/>
          </a:p>
        </p:txBody>
      </p:sp>
    </p:spTree>
    <p:extLst>
      <p:ext uri="{BB962C8B-B14F-4D97-AF65-F5344CB8AC3E}">
        <p14:creationId xmlns="" xmlns:p14="http://schemas.microsoft.com/office/powerpoint/2010/main" val="275514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pPr>
              <a:defRPr/>
            </a:pPr>
            <a:endParaRPr lang="en-US"/>
          </a:p>
        </p:txBody>
      </p:sp>
      <p:sp>
        <p:nvSpPr>
          <p:cNvPr id="7" name="Footer Placeholder 6"/>
          <p:cNvSpPr>
            <a:spLocks noGrp="1"/>
          </p:cNvSpPr>
          <p:nvPr>
            <p:ph type="ftr" sz="quarter" idx="11"/>
          </p:nvPr>
        </p:nvSpPr>
        <p:spPr/>
        <p:txBody>
          <a:bodyPr/>
          <a:lstStyle/>
          <a:p>
            <a:pPr>
              <a:defRPr/>
            </a:pPr>
            <a:endParaRPr lang="en-US"/>
          </a:p>
        </p:txBody>
      </p:sp>
      <p:sp>
        <p:nvSpPr>
          <p:cNvPr id="8" name="Slide Number Placeholder 7"/>
          <p:cNvSpPr>
            <a:spLocks noGrp="1"/>
          </p:cNvSpPr>
          <p:nvPr>
            <p:ph type="sldNum" sz="quarter" idx="12"/>
          </p:nvPr>
        </p:nvSpPr>
        <p:spPr/>
        <p:txBody>
          <a:bodyPr/>
          <a:lstStyle/>
          <a:p>
            <a:pPr>
              <a:defRPr/>
            </a:pPr>
            <a:fld id="{85F75209-BE09-4696-AF4D-D32DB64146B9}" type="slidenum">
              <a:rPr lang="en-US" smtClean="0"/>
              <a:pPr>
                <a:defRPr/>
              </a:pPr>
              <a:t>‹#›</a:t>
            </a:fld>
            <a:endParaRPr lang="en-US"/>
          </a:p>
        </p:txBody>
      </p:sp>
    </p:spTree>
    <p:extLst>
      <p:ext uri="{BB962C8B-B14F-4D97-AF65-F5344CB8AC3E}">
        <p14:creationId xmlns="" xmlns:p14="http://schemas.microsoft.com/office/powerpoint/2010/main" val="138873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36244D-66DD-44A0-9A72-A3218617D1A8}" type="slidenum">
              <a:rPr lang="en-US" smtClean="0"/>
              <a:pPr>
                <a:defRPr/>
              </a:pPr>
              <a:t>‹#›</a:t>
            </a:fld>
            <a:endParaRPr lang="en-US"/>
          </a:p>
        </p:txBody>
      </p:sp>
    </p:spTree>
    <p:extLst>
      <p:ext uri="{BB962C8B-B14F-4D97-AF65-F5344CB8AC3E}">
        <p14:creationId xmlns="" xmlns:p14="http://schemas.microsoft.com/office/powerpoint/2010/main" val="2825869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337560"/>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p>
        </p:txBody>
      </p:sp>
      <p:sp>
        <p:nvSpPr>
          <p:cNvPr id="9" name="Footer Placeholder 8"/>
          <p:cNvSpPr>
            <a:spLocks noGrp="1"/>
          </p:cNvSpPr>
          <p:nvPr>
            <p:ph type="ftr" sz="quarter" idx="11"/>
          </p:nvPr>
        </p:nvSpPr>
        <p:spPr/>
        <p:txBody>
          <a:bodyPr/>
          <a:lstStyle/>
          <a:p>
            <a:pPr>
              <a:defRPr/>
            </a:pPr>
            <a:endParaRPr lang="en-US"/>
          </a:p>
        </p:txBody>
      </p:sp>
      <p:sp>
        <p:nvSpPr>
          <p:cNvPr id="10" name="Slide Number Placeholder 9"/>
          <p:cNvSpPr>
            <a:spLocks noGrp="1"/>
          </p:cNvSpPr>
          <p:nvPr>
            <p:ph type="sldNum" sz="quarter" idx="12"/>
          </p:nvPr>
        </p:nvSpPr>
        <p:spPr/>
        <p:txBody>
          <a:bodyPr/>
          <a:lstStyle/>
          <a:p>
            <a:pPr>
              <a:defRPr/>
            </a:pPr>
            <a:fld id="{5B12573C-1AC8-46C3-8D4B-AD41210E0EF1}" type="slidenum">
              <a:rPr lang="en-US" smtClean="0"/>
              <a:pPr>
                <a:defRPr/>
              </a:pPr>
              <a:t>‹#›</a:t>
            </a:fld>
            <a:endParaRPr lang="en-US"/>
          </a:p>
        </p:txBody>
      </p:sp>
    </p:spTree>
    <p:extLst>
      <p:ext uri="{BB962C8B-B14F-4D97-AF65-F5344CB8AC3E}">
        <p14:creationId xmlns="" xmlns:p14="http://schemas.microsoft.com/office/powerpoint/2010/main" val="3064655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92024" y="3340602"/>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p>
        </p:txBody>
      </p:sp>
      <p:sp>
        <p:nvSpPr>
          <p:cNvPr id="9" name="Footer Placeholder 8"/>
          <p:cNvSpPr>
            <a:spLocks noGrp="1"/>
          </p:cNvSpPr>
          <p:nvPr>
            <p:ph type="ftr" sz="quarter" idx="11"/>
          </p:nvPr>
        </p:nvSpPr>
        <p:spPr>
          <a:xfrm>
            <a:off x="2624326" y="6356351"/>
            <a:ext cx="4433638" cy="365125"/>
          </a:xfrm>
        </p:spPr>
        <p:txBody>
          <a:bodyPr/>
          <a:lstStyle/>
          <a:p>
            <a:pPr>
              <a:defRPr/>
            </a:pPr>
            <a:endParaRPr lang="en-US"/>
          </a:p>
        </p:txBody>
      </p:sp>
      <p:sp>
        <p:nvSpPr>
          <p:cNvPr id="10" name="Slide Number Placeholder 9"/>
          <p:cNvSpPr>
            <a:spLocks noGrp="1"/>
          </p:cNvSpPr>
          <p:nvPr>
            <p:ph type="sldNum" sz="quarter" idx="12"/>
          </p:nvPr>
        </p:nvSpPr>
        <p:spPr/>
        <p:txBody>
          <a:bodyPr/>
          <a:lstStyle/>
          <a:p>
            <a:pPr>
              <a:defRPr/>
            </a:pPr>
            <a:fld id="{EBE45F9F-2F1E-4AFD-9C3D-5C0AEF476CDD}" type="slidenum">
              <a:rPr lang="en-US" smtClean="0"/>
              <a:pPr>
                <a:defRPr/>
              </a:pPr>
              <a:t>‹#›</a:t>
            </a:fld>
            <a:endParaRPr lang="en-US"/>
          </a:p>
        </p:txBody>
      </p:sp>
    </p:spTree>
    <p:extLst>
      <p:ext uri="{BB962C8B-B14F-4D97-AF65-F5344CB8AC3E}">
        <p14:creationId xmlns="" xmlns:p14="http://schemas.microsoft.com/office/powerpoint/2010/main" val="2462749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DD3FF00-6E69-44C2-9638-10451CE03AB7}" type="slidenum">
              <a:rPr lang="en-US" smtClean="0"/>
              <a:pPr>
                <a:defRPr/>
              </a:pPr>
              <a:t>‹#›</a:t>
            </a:fld>
            <a:endParaRPr lang="en-US"/>
          </a:p>
        </p:txBody>
      </p:sp>
    </p:spTree>
    <p:extLst>
      <p:ext uri="{BB962C8B-B14F-4D97-AF65-F5344CB8AC3E}">
        <p14:creationId xmlns="" xmlns:p14="http://schemas.microsoft.com/office/powerpoint/2010/main" val="3173292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474B499D-25C4-46B4-A190-B97C6E90496D}" type="slidenum">
              <a:rPr lang="en-US" smtClean="0"/>
              <a:pPr>
                <a:defRPr/>
              </a:pPr>
              <a:t>‹#›</a:t>
            </a:fld>
            <a:endParaRPr lang="en-US"/>
          </a:p>
        </p:txBody>
      </p:sp>
    </p:spTree>
    <p:extLst>
      <p:ext uri="{BB962C8B-B14F-4D97-AF65-F5344CB8AC3E}">
        <p14:creationId xmlns="" xmlns:p14="http://schemas.microsoft.com/office/powerpoint/2010/main" val="33666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pPr>
              <a:defRPr/>
            </a:pPr>
            <a:endParaRPr lang="en-U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pPr>
              <a:defRPr/>
            </a:pPr>
            <a:endParaRPr lang="en-US"/>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100" b="1">
                <a:solidFill>
                  <a:schemeClr val="accent1"/>
                </a:solidFill>
              </a:defRPr>
            </a:lvl1pPr>
          </a:lstStyle>
          <a:p>
            <a:pPr>
              <a:defRPr/>
            </a:pPr>
            <a:fld id="{80BBFB8A-2BD8-4473-81B7-EAABCA45ED6A}" type="slidenum">
              <a:rPr lang="en-US" smtClean="0"/>
              <a:pPr>
                <a:defRPr/>
              </a:pPr>
              <a:t>‹#›</a:t>
            </a:fld>
            <a:endParaRPr lang="en-US"/>
          </a:p>
        </p:txBody>
      </p:sp>
    </p:spTree>
    <p:extLst>
      <p:ext uri="{BB962C8B-B14F-4D97-AF65-F5344CB8AC3E}">
        <p14:creationId xmlns="" xmlns:p14="http://schemas.microsoft.com/office/powerpoint/2010/main" val="425700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stCondLst>
                                            <p:cond delay="0"/>
                                          </p:stCondLst>
                                        </p:cTn>
                                        <p:tgtEl>
                                          <p:spTgt spid="3">
                                            <p:txEl>
                                              <p:pRg st="0" end="0"/>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stCondLst>
                                            <p:cond delay="0"/>
                                          </p:stCondLst>
                                        </p:cTn>
                                        <p:tgtEl>
                                          <p:spTgt spid="3">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stCondLst>
                                            <p:cond delay="0"/>
                                          </p:stCondLst>
                                        </p:cTn>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stCondLst>
                                            <p:cond delay="0"/>
                                          </p:stCondLst>
                                        </p:cTn>
                                        <p:tgtEl>
                                          <p:spTgt spid="3">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stCondLst>
                                            <p:cond delay="0"/>
                                          </p:stCondLst>
                                        </p:cTn>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lideshare.net/slideshow/levels-of-listening-36288161/3628816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52400" y="467380"/>
            <a:ext cx="7772400" cy="4306233"/>
          </a:xfrm>
        </p:spPr>
        <p:txBody>
          <a:bodyPr>
            <a:normAutofit/>
          </a:bodyPr>
          <a:lstStyle/>
          <a:p>
            <a:pPr eaLnBrk="1" hangingPunct="1"/>
            <a:r>
              <a:rPr lang="en-US" b="1" dirty="0">
                <a:solidFill>
                  <a:schemeClr val="bg1"/>
                </a:solidFill>
              </a:rPr>
              <a:t>Listening Skill</a:t>
            </a:r>
            <a:br>
              <a:rPr lang="en-US" b="1" dirty="0">
                <a:solidFill>
                  <a:schemeClr val="bg1"/>
                </a:solidFill>
              </a:rPr>
            </a:br>
            <a:r>
              <a:rPr lang="en-US" b="1" dirty="0">
                <a:solidFill>
                  <a:schemeClr val="bg1"/>
                </a:solidFill>
              </a:rPr>
              <a:t/>
            </a:r>
            <a:br>
              <a:rPr lang="en-US" b="1" dirty="0">
                <a:solidFill>
                  <a:schemeClr val="bg1"/>
                </a:solidFill>
              </a:rPr>
            </a:br>
            <a:r>
              <a:rPr lang="en-US" b="1" dirty="0">
                <a:solidFill>
                  <a:schemeClr val="bg1"/>
                </a:solidFill>
              </a:rPr>
              <a:t/>
            </a:r>
            <a:br>
              <a:rPr lang="en-US" b="1" dirty="0">
                <a:solidFill>
                  <a:schemeClr val="bg1"/>
                </a:solidFill>
              </a:rPr>
            </a:br>
            <a:r>
              <a:rPr lang="en-US" sz="4500" b="1" dirty="0">
                <a:solidFill>
                  <a:schemeClr val="bg1"/>
                </a:solidFill>
              </a:rPr>
              <a:t>Levels of Listening</a:t>
            </a:r>
            <a:br>
              <a:rPr lang="en-US" sz="4500" b="1" dirty="0">
                <a:solidFill>
                  <a:schemeClr val="bg1"/>
                </a:solidFill>
              </a:rPr>
            </a:br>
            <a:r>
              <a:rPr lang="en-US" sz="4500" b="1" dirty="0">
                <a:solidFill>
                  <a:schemeClr val="bg1"/>
                </a:solidFill>
              </a:rPr>
              <a:t>Types of Listening</a:t>
            </a:r>
          </a:p>
        </p:txBody>
      </p:sp>
      <p:sp>
        <p:nvSpPr>
          <p:cNvPr id="2051" name="Rectangle 3"/>
          <p:cNvSpPr>
            <a:spLocks noGrp="1" noChangeArrowheads="1"/>
          </p:cNvSpPr>
          <p:nvPr>
            <p:ph type="subTitle" idx="1"/>
          </p:nvPr>
        </p:nvSpPr>
        <p:spPr>
          <a:xfrm>
            <a:off x="304800" y="5476220"/>
            <a:ext cx="5486400" cy="914400"/>
          </a:xfrm>
        </p:spPr>
        <p:txBody>
          <a:bodyPr>
            <a:normAutofit/>
          </a:bodyPr>
          <a:lstStyle/>
          <a:p>
            <a:pPr eaLnBrk="1" hangingPunct="1"/>
            <a:r>
              <a:rPr lang="en-US" sz="2800" b="1" dirty="0">
                <a:solidFill>
                  <a:schemeClr val="bg1"/>
                </a:solidFill>
              </a:rPr>
              <a:t>Functional English</a:t>
            </a:r>
          </a:p>
        </p:txBody>
      </p:sp>
      <p:sp>
        <p:nvSpPr>
          <p:cNvPr id="2" name="TextBox 1">
            <a:extLst>
              <a:ext uri="{FF2B5EF4-FFF2-40B4-BE49-F238E27FC236}">
                <a16:creationId xmlns="" xmlns:a16="http://schemas.microsoft.com/office/drawing/2014/main" id="{B51B1618-EFBF-17FA-E822-FC763459BA96}"/>
              </a:ext>
            </a:extLst>
          </p:cNvPr>
          <p:cNvSpPr txBox="1"/>
          <p:nvPr/>
        </p:nvSpPr>
        <p:spPr>
          <a:xfrm>
            <a:off x="7162800" y="5410200"/>
            <a:ext cx="1489190" cy="523220"/>
          </a:xfrm>
          <a:prstGeom prst="rect">
            <a:avLst/>
          </a:prstGeom>
          <a:noFill/>
        </p:spPr>
        <p:txBody>
          <a:bodyPr wrap="none" rtlCol="0">
            <a:spAutoFit/>
          </a:bodyPr>
          <a:lstStyle/>
          <a:p>
            <a:r>
              <a:rPr lang="en-US" sz="2800" b="1" dirty="0">
                <a:latin typeface="+mj-lt"/>
              </a:rPr>
              <a:t>Week 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algn="ctr" eaLnBrk="1" hangingPunct="1"/>
            <a:r>
              <a:rPr lang="en-US" b="1" dirty="0">
                <a:latin typeface="Times New Roman" panose="02020603050405020304" pitchFamily="18" charset="0"/>
                <a:cs typeface="Times New Roman" panose="02020603050405020304" pitchFamily="18" charset="0"/>
              </a:rPr>
              <a:t>Hearing</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vs</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Listening</a:t>
            </a:r>
          </a:p>
        </p:txBody>
      </p:sp>
      <p:sp>
        <p:nvSpPr>
          <p:cNvPr id="3075" name="Rectangle 3"/>
          <p:cNvSpPr>
            <a:spLocks noGrp="1" noChangeArrowheads="1"/>
          </p:cNvSpPr>
          <p:nvPr>
            <p:ph idx="1"/>
          </p:nvPr>
        </p:nvSpPr>
        <p:spPr>
          <a:xfrm>
            <a:off x="2973029" y="381000"/>
            <a:ext cx="5486400" cy="4079748"/>
          </a:xfrm>
        </p:spPr>
        <p:txBody>
          <a:bodyPr>
            <a:normAutofit/>
          </a:bodyPr>
          <a:lstStyle/>
          <a:p>
            <a:pPr eaLnBrk="1" hangingPunct="1"/>
            <a:r>
              <a:rPr lang="en-US" sz="2400" b="1" dirty="0">
                <a:solidFill>
                  <a:schemeClr val="tx1"/>
                </a:solidFill>
                <a:latin typeface="Times New Roman" panose="02020603050405020304" pitchFamily="18" charset="0"/>
                <a:cs typeface="Times New Roman" panose="02020603050405020304" pitchFamily="18" charset="0"/>
              </a:rPr>
              <a:t>Hearing</a:t>
            </a:r>
          </a:p>
          <a:p>
            <a:pPr lvl="1" eaLnBrk="1" hangingPunct="1"/>
            <a:r>
              <a:rPr lang="en-US" sz="2400" dirty="0">
                <a:solidFill>
                  <a:schemeClr val="tx1"/>
                </a:solidFill>
                <a:latin typeface="Times New Roman" panose="02020603050405020304" pitchFamily="18" charset="0"/>
                <a:cs typeface="Times New Roman" panose="02020603050405020304" pitchFamily="18" charset="0"/>
              </a:rPr>
              <a:t>a natural ability to detect sound</a:t>
            </a:r>
          </a:p>
          <a:p>
            <a:pPr lvl="1"/>
            <a:r>
              <a:rPr lang="en-US" sz="2400" dirty="0">
                <a:solidFill>
                  <a:schemeClr val="tx1"/>
                </a:solidFill>
                <a:latin typeface="Times New Roman" panose="02020603050405020304" pitchFamily="18" charset="0"/>
                <a:cs typeface="Times New Roman" panose="02020603050405020304" pitchFamily="18" charset="0"/>
              </a:rPr>
              <a:t>physiological process of attending to sound within one’s environment</a:t>
            </a:r>
          </a:p>
          <a:p>
            <a:pPr eaLnBrk="1" hangingPunct="1"/>
            <a:r>
              <a:rPr lang="en-US" sz="2400" b="1" dirty="0">
                <a:solidFill>
                  <a:schemeClr val="tx1"/>
                </a:solidFill>
                <a:latin typeface="Times New Roman" panose="02020603050405020304" pitchFamily="18" charset="0"/>
                <a:cs typeface="Times New Roman" panose="02020603050405020304" pitchFamily="18" charset="0"/>
              </a:rPr>
              <a:t>Listening</a:t>
            </a:r>
            <a:r>
              <a:rPr lang="en-US" sz="2400" dirty="0">
                <a:solidFill>
                  <a:schemeClr val="tx1"/>
                </a:solidFill>
                <a:latin typeface="Times New Roman" panose="02020603050405020304" pitchFamily="18" charset="0"/>
                <a:cs typeface="Times New Roman" panose="02020603050405020304" pitchFamily="18" charset="0"/>
              </a:rPr>
              <a:t> </a:t>
            </a:r>
          </a:p>
          <a:p>
            <a:pPr lvl="1" eaLnBrk="1" hangingPunct="1"/>
            <a:r>
              <a:rPr lang="en-US" sz="2400" dirty="0">
                <a:solidFill>
                  <a:schemeClr val="tx1"/>
                </a:solidFill>
                <a:latin typeface="Times New Roman" panose="02020603050405020304" pitchFamily="18" charset="0"/>
                <a:cs typeface="Times New Roman" panose="02020603050405020304" pitchFamily="18" charset="0"/>
              </a:rPr>
              <a:t>a skill which is developed to </a:t>
            </a:r>
            <a:r>
              <a:rPr lang="en-US" sz="2400" i="1" u="sng" dirty="0" smtClean="0">
                <a:solidFill>
                  <a:srgbClr val="FF0000"/>
                </a:solidFill>
                <a:latin typeface="Times New Roman" panose="02020603050405020304" pitchFamily="18" charset="0"/>
                <a:cs typeface="Times New Roman" panose="02020603050405020304" pitchFamily="18" charset="0"/>
              </a:rPr>
              <a:t>understand</a:t>
            </a:r>
            <a:r>
              <a:rPr lang="en-US" sz="2400" i="1" u="sng" dirty="0">
                <a:solidFill>
                  <a:schemeClr val="tx1"/>
                </a:solidFill>
                <a:latin typeface="Times New Roman" panose="02020603050405020304" pitchFamily="18" charset="0"/>
                <a:cs typeface="Times New Roman" panose="02020603050405020304" pitchFamily="18" charset="0"/>
              </a:rPr>
              <a:t> </a:t>
            </a:r>
            <a:r>
              <a:rPr lang="en-US" sz="2400" i="1" u="sng" dirty="0" smtClean="0">
                <a:solidFill>
                  <a:schemeClr val="tx1"/>
                </a:solidFill>
                <a:latin typeface="Times New Roman" panose="02020603050405020304" pitchFamily="18" charset="0"/>
                <a:cs typeface="Times New Roman" panose="02020603050405020304" pitchFamily="18" charset="0"/>
              </a:rPr>
              <a:t>or</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i="1" u="sng" dirty="0">
                <a:solidFill>
                  <a:srgbClr val="FF0000"/>
                </a:solidFill>
                <a:latin typeface="Times New Roman" panose="02020603050405020304" pitchFamily="18" charset="0"/>
                <a:cs typeface="Times New Roman" panose="02020603050405020304" pitchFamily="18" charset="0"/>
              </a:rPr>
              <a:t>interpret</a:t>
            </a:r>
            <a:r>
              <a:rPr lang="en-US" sz="2400" dirty="0">
                <a:solidFill>
                  <a:schemeClr val="tx1"/>
                </a:solidFill>
                <a:latin typeface="Times New Roman" panose="02020603050405020304" pitchFamily="18" charset="0"/>
                <a:cs typeface="Times New Roman" panose="02020603050405020304" pitchFamily="18" charset="0"/>
              </a:rPr>
              <a:t> the message accurately.</a:t>
            </a:r>
          </a:p>
        </p:txBody>
      </p:sp>
      <p:pic>
        <p:nvPicPr>
          <p:cNvPr id="3" name="Picture 2">
            <a:extLst>
              <a:ext uri="{FF2B5EF4-FFF2-40B4-BE49-F238E27FC236}">
                <a16:creationId xmlns="" xmlns:a16="http://schemas.microsoft.com/office/drawing/2014/main" id="{59172871-A541-D7F1-860F-5BC0113648EA}"/>
              </a:ext>
            </a:extLst>
          </p:cNvPr>
          <p:cNvPicPr>
            <a:picLocks noChangeAspect="1"/>
          </p:cNvPicPr>
          <p:nvPr/>
        </p:nvPicPr>
        <p:blipFill>
          <a:blip r:embed="rId2"/>
          <a:srcRect l="6167" t="7879" r="5902" b="4329"/>
          <a:stretch/>
        </p:blipFill>
        <p:spPr>
          <a:xfrm>
            <a:off x="2958515" y="4150221"/>
            <a:ext cx="5424311" cy="23622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9" y="1123838"/>
            <a:ext cx="2172512" cy="4601183"/>
          </a:xfrm>
        </p:spPr>
        <p:txBody>
          <a:bodyPr/>
          <a:lstStyle/>
          <a:p>
            <a:r>
              <a:rPr lang="en-US"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46402" y="381000"/>
            <a:ext cx="6028459" cy="5181600"/>
          </a:xfrm>
        </p:spPr>
        <p:txBody>
          <a:bodyPr>
            <a:noAutofit/>
          </a:bodyPr>
          <a:lstStyle/>
          <a:p>
            <a:pPr>
              <a:lnSpc>
                <a:spcPct val="100000"/>
              </a:lnSpc>
            </a:pPr>
            <a:r>
              <a:rPr lang="en-US" sz="2400" dirty="0">
                <a:solidFill>
                  <a:schemeClr val="tx1"/>
                </a:solidFill>
                <a:latin typeface="Times New Roman" panose="02020603050405020304" pitchFamily="18" charset="0"/>
                <a:cs typeface="Times New Roman" panose="02020603050405020304" pitchFamily="18" charset="0"/>
              </a:rPr>
              <a:t> The process of receiving, constructing meaning from, and responding to a spoken and/ or non-verbal message.</a:t>
            </a:r>
          </a:p>
          <a:p>
            <a:pPr marL="0" indent="0">
              <a:lnSpc>
                <a:spcPct val="100000"/>
              </a:lnSpc>
              <a:buNone/>
            </a:pPr>
            <a:endParaRPr lang="en-US" sz="24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sz="2400" b="1" i="1"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 xmlns:ahyp="http://schemas.microsoft.com/office/drawing/2018/hyperlinkcolor" val="tx"/>
                    </a:ext>
                  </a:extLst>
                </a:hlinkClick>
              </a:rPr>
              <a:t>Listening</a:t>
            </a:r>
            <a:r>
              <a:rPr lang="en-US" sz="2400" b="1"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 xmlns:ahyp="http://schemas.microsoft.com/office/drawing/2018/hyperlinkcolor" val="tx"/>
                    </a:ext>
                  </a:extLst>
                </a:hlinkClick>
              </a:rPr>
              <a:t> </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is</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key to all effective communication, without the ability to listen effectively messages are easily misunderstood – communication breaks down and the sender of the message can easily become frustrated or irritated.</a:t>
            </a:r>
          </a:p>
        </p:txBody>
      </p:sp>
      <p:pic>
        <p:nvPicPr>
          <p:cNvPr id="4" name="Picture 3"/>
          <p:cNvPicPr>
            <a:picLocks noChangeAspect="1"/>
          </p:cNvPicPr>
          <p:nvPr/>
        </p:nvPicPr>
        <p:blipFill>
          <a:blip r:embed="rId3"/>
          <a:stretch>
            <a:fillRect/>
          </a:stretch>
        </p:blipFill>
        <p:spPr>
          <a:xfrm>
            <a:off x="6139511" y="5233771"/>
            <a:ext cx="3004489" cy="1624229"/>
          </a:xfrm>
          <a:prstGeom prst="rect">
            <a:avLst/>
          </a:prstGeom>
        </p:spPr>
      </p:pic>
    </p:spTree>
    <p:extLst>
      <p:ext uri="{BB962C8B-B14F-4D97-AF65-F5344CB8AC3E}">
        <p14:creationId xmlns="" xmlns:p14="http://schemas.microsoft.com/office/powerpoint/2010/main" val="35216195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 xmlns:a16="http://schemas.microsoft.com/office/drawing/2014/main" id="{41156146-EEF6-0818-1C56-F82C707C38C5}"/>
              </a:ext>
            </a:extLst>
          </p:cNvPr>
          <p:cNvSpPr>
            <a:spLocks noGrp="1" noChangeArrowheads="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Listening ability vary according to</a:t>
            </a:r>
          </a:p>
        </p:txBody>
      </p:sp>
      <p:sp>
        <p:nvSpPr>
          <p:cNvPr id="9219" name="Rectangle 3">
            <a:extLst>
              <a:ext uri="{FF2B5EF4-FFF2-40B4-BE49-F238E27FC236}">
                <a16:creationId xmlns="" xmlns:a16="http://schemas.microsoft.com/office/drawing/2014/main" id="{57E0E410-7DF5-1F76-D98D-D8918F8E69AB}"/>
              </a:ext>
            </a:extLst>
          </p:cNvPr>
          <p:cNvSpPr>
            <a:spLocks noGrp="1" noChangeArrowheads="1"/>
          </p:cNvSpPr>
          <p:nvPr>
            <p:ph idx="1"/>
          </p:nvPr>
        </p:nvSpPr>
        <p:spPr>
          <a:xfrm>
            <a:off x="2901951" y="609600"/>
            <a:ext cx="5486400" cy="5943600"/>
          </a:xfrm>
        </p:spPr>
        <p:txBody>
          <a:bodyPr>
            <a:normAutofit/>
          </a:bodyPr>
          <a:lstStyle/>
          <a:p>
            <a:r>
              <a:rPr lang="en-US" altLang="en-US" sz="2400" dirty="0">
                <a:solidFill>
                  <a:schemeClr val="tx1"/>
                </a:solidFill>
                <a:latin typeface="Times New Roman" panose="02020603050405020304" pitchFamily="18" charset="0"/>
                <a:cs typeface="Times New Roman" panose="02020603050405020304" pitchFamily="18" charset="0"/>
              </a:rPr>
              <a:t>Interest in topic</a:t>
            </a:r>
          </a:p>
          <a:p>
            <a:r>
              <a:rPr lang="en-US" altLang="en-US" sz="2400" dirty="0">
                <a:solidFill>
                  <a:schemeClr val="tx1"/>
                </a:solidFill>
                <a:latin typeface="Times New Roman" panose="02020603050405020304" pitchFamily="18" charset="0"/>
                <a:cs typeface="Times New Roman" panose="02020603050405020304" pitchFamily="18" charset="0"/>
              </a:rPr>
              <a:t>the delivery of the message</a:t>
            </a:r>
          </a:p>
          <a:p>
            <a:r>
              <a:rPr lang="en-US" altLang="en-US" sz="2400" dirty="0">
                <a:solidFill>
                  <a:schemeClr val="tx1"/>
                </a:solidFill>
                <a:latin typeface="Times New Roman" panose="02020603050405020304" pitchFamily="18" charset="0"/>
                <a:cs typeface="Times New Roman" panose="02020603050405020304" pitchFamily="18" charset="0"/>
              </a:rPr>
              <a:t>importance of the </a:t>
            </a:r>
            <a:r>
              <a:rPr lang="en-US" altLang="en-US" sz="2400" dirty="0" smtClean="0">
                <a:solidFill>
                  <a:schemeClr val="tx1"/>
                </a:solidFill>
                <a:latin typeface="Times New Roman" panose="02020603050405020304" pitchFamily="18" charset="0"/>
                <a:cs typeface="Times New Roman" panose="02020603050405020304" pitchFamily="18" charset="0"/>
              </a:rPr>
              <a:t>information</a:t>
            </a:r>
            <a:endParaRPr lang="en-US" altLang="en-US" sz="2400" dirty="0">
              <a:solidFill>
                <a:schemeClr val="tx1"/>
              </a:solidFill>
              <a:latin typeface="Times New Roman" panose="02020603050405020304" pitchFamily="18" charset="0"/>
              <a:cs typeface="Times New Roman" panose="02020603050405020304" pitchFamily="18" charset="0"/>
            </a:endParaRPr>
          </a:p>
          <a:p>
            <a:r>
              <a:rPr lang="en-US" altLang="en-US" sz="2400" dirty="0">
                <a:solidFill>
                  <a:schemeClr val="tx1"/>
                </a:solidFill>
                <a:latin typeface="Times New Roman" panose="02020603050405020304" pitchFamily="18" charset="0"/>
                <a:cs typeface="Times New Roman" panose="02020603050405020304" pitchFamily="18" charset="0"/>
              </a:rPr>
              <a:t>length of the message</a:t>
            </a:r>
          </a:p>
          <a:p>
            <a:r>
              <a:rPr lang="en-US" altLang="en-US" sz="2400" dirty="0">
                <a:solidFill>
                  <a:schemeClr val="tx1"/>
                </a:solidFill>
                <a:latin typeface="Times New Roman" panose="02020603050405020304" pitchFamily="18" charset="0"/>
                <a:cs typeface="Times New Roman" panose="02020603050405020304" pitchFamily="18" charset="0"/>
              </a:rPr>
              <a:t>complexity of the message</a:t>
            </a:r>
          </a:p>
          <a:p>
            <a:r>
              <a:rPr lang="en-US" altLang="en-US" sz="2400" dirty="0">
                <a:solidFill>
                  <a:schemeClr val="tx1"/>
                </a:solidFill>
                <a:latin typeface="Times New Roman" panose="02020603050405020304" pitchFamily="18" charset="0"/>
                <a:cs typeface="Times New Roman" panose="02020603050405020304" pitchFamily="18" charset="0"/>
              </a:rPr>
              <a:t>the delivery of the message</a:t>
            </a:r>
          </a:p>
          <a:p>
            <a:r>
              <a:rPr lang="en-US" altLang="en-US" sz="2400" dirty="0">
                <a:solidFill>
                  <a:schemeClr val="tx1"/>
                </a:solidFill>
                <a:latin typeface="Times New Roman" panose="02020603050405020304" pitchFamily="18" charset="0"/>
                <a:cs typeface="Times New Roman" panose="02020603050405020304" pitchFamily="18" charset="0"/>
              </a:rPr>
              <a:t>personal problems, external distraction.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905000" y="1479550"/>
            <a:ext cx="5943600" cy="1949450"/>
          </a:xfrm>
        </p:spPr>
        <p:txBody>
          <a:bodyPr>
            <a:normAutofit/>
          </a:bodyPr>
          <a:lstStyle/>
          <a:p>
            <a:r>
              <a:rPr lang="en-US" sz="5400" b="1" dirty="0">
                <a:solidFill>
                  <a:schemeClr val="tx1"/>
                </a:solidFill>
                <a:latin typeface="+mn-lt"/>
              </a:rPr>
              <a:t>Levels of Listening</a:t>
            </a:r>
          </a:p>
        </p:txBody>
      </p:sp>
      <p:pic>
        <p:nvPicPr>
          <p:cNvPr id="8194" name="Picture 2" descr="Fortschritt Entwicklung Als Erfolgsverbesserung Und Wachstum Winzige Person  Konzept Professionelle Teamworkszene Mit Erhöhter Stock Vektor Art und mehr  Bilder von Effektivität - iStock">
            <a:extLst>
              <a:ext uri="{FF2B5EF4-FFF2-40B4-BE49-F238E27FC236}">
                <a16:creationId xmlns="" xmlns:a16="http://schemas.microsoft.com/office/drawing/2014/main" id="{E06337A4-C655-DE5D-C513-41DE6274269C}"/>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905000" y="2743200"/>
            <a:ext cx="5662344" cy="376564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896509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e we as good at listening as we think?">
            <a:extLst>
              <a:ext uri="{FF2B5EF4-FFF2-40B4-BE49-F238E27FC236}">
                <a16:creationId xmlns="" xmlns:a16="http://schemas.microsoft.com/office/drawing/2014/main" id="{72496DEE-E563-D173-8D77-7D5681F11F3B}"/>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3505200" y="1230763"/>
            <a:ext cx="4800600" cy="4734839"/>
          </a:xfrm>
          <a:prstGeom prst="rect">
            <a:avLst/>
          </a:prstGeom>
          <a:noFill/>
          <a:extLst>
            <a:ext uri="{909E8E84-426E-40DD-AFC4-6F175D3DCCD1}">
              <a14:hiddenFill xmlns="" xmlns:a14="http://schemas.microsoft.com/office/drawing/2010/main">
                <a:solidFill>
                  <a:srgbClr val="FFFFFF"/>
                </a:solidFill>
              </a14:hiddenFill>
            </a:ext>
          </a:extLst>
        </p:spPr>
      </p:pic>
      <p:sp>
        <p:nvSpPr>
          <p:cNvPr id="3" name="Title 2">
            <a:extLst>
              <a:ext uri="{FF2B5EF4-FFF2-40B4-BE49-F238E27FC236}">
                <a16:creationId xmlns="" xmlns:a16="http://schemas.microsoft.com/office/drawing/2014/main" id="{0AA11157-6954-7429-763E-0E65B762DC0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5 Levels of Listening</a:t>
            </a:r>
          </a:p>
        </p:txBody>
      </p:sp>
      <p:sp>
        <p:nvSpPr>
          <p:cNvPr id="4" name="Rectangle 3"/>
          <p:cNvSpPr/>
          <p:nvPr/>
        </p:nvSpPr>
        <p:spPr>
          <a:xfrm>
            <a:off x="277091" y="6206183"/>
            <a:ext cx="8589818" cy="707886"/>
          </a:xfrm>
          <a:prstGeom prst="rect">
            <a:avLst/>
          </a:prstGeom>
        </p:spPr>
        <p:txBody>
          <a:bodyPr wrap="square">
            <a:spAutoFit/>
          </a:bodyPr>
          <a:lstStyle/>
          <a:p>
            <a:r>
              <a:rPr lang="en-US" sz="2000" b="1" i="1" dirty="0">
                <a:latin typeface="Times New Roman" panose="02020603050405020304" pitchFamily="18" charset="0"/>
                <a:cs typeface="Times New Roman" panose="02020603050405020304" pitchFamily="18" charset="0"/>
              </a:rPr>
              <a:t>Stephen R. Covey's Listening Continuum identifies five(5) levels of listening</a:t>
            </a:r>
          </a:p>
          <a:p>
            <a:endParaRPr lang="en-US" sz="20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07579800-1B7C-FE22-F637-FC5C954F4A15}"/>
              </a:ext>
            </a:extLst>
          </p:cNvPr>
          <p:cNvSpPr txBox="1"/>
          <p:nvPr/>
        </p:nvSpPr>
        <p:spPr>
          <a:xfrm>
            <a:off x="2743200" y="381000"/>
            <a:ext cx="6123709"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Each level represents the degree to which </a:t>
            </a:r>
            <a:r>
              <a:rPr lang="en-US" sz="2400" dirty="0" smtClean="0">
                <a:latin typeface="Times New Roman" panose="02020603050405020304" pitchFamily="18" charset="0"/>
                <a:cs typeface="Times New Roman" panose="02020603050405020304" pitchFamily="18" charset="0"/>
              </a:rPr>
              <a:t>someone listens </a:t>
            </a:r>
            <a:r>
              <a:rPr lang="en-US" sz="2400" dirty="0">
                <a:latin typeface="Times New Roman" panose="02020603050405020304" pitchFamily="18" charset="0"/>
                <a:cs typeface="Times New Roman" panose="02020603050405020304" pitchFamily="18" charset="0"/>
              </a:rPr>
              <a:t>to another person during a conversation.</a:t>
            </a:r>
          </a:p>
        </p:txBody>
      </p:sp>
    </p:spTree>
    <p:extLst>
      <p:ext uri="{BB962C8B-B14F-4D97-AF65-F5344CB8AC3E}">
        <p14:creationId xmlns="" xmlns:p14="http://schemas.microsoft.com/office/powerpoint/2010/main" val="34757432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Level 1</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Ignoring</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13303" y="1123838"/>
            <a:ext cx="5391150" cy="3697541"/>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Ignoring is the most basic level of listening.</a:t>
            </a:r>
          </a:p>
          <a:p>
            <a:r>
              <a:rPr lang="en-US" sz="2400" dirty="0">
                <a:solidFill>
                  <a:schemeClr val="tx1"/>
                </a:solidFill>
                <a:latin typeface="Times New Roman" panose="02020603050405020304" pitchFamily="18" charset="0"/>
                <a:cs typeface="Times New Roman" panose="02020603050405020304" pitchFamily="18" charset="0"/>
              </a:rPr>
              <a:t>when we expend zero effort to listen.</a:t>
            </a:r>
          </a:p>
          <a:p>
            <a:r>
              <a:rPr lang="en-US" sz="2400" dirty="0">
                <a:solidFill>
                  <a:schemeClr val="tx1"/>
                </a:solidFill>
                <a:latin typeface="Times New Roman" panose="02020603050405020304" pitchFamily="18" charset="0"/>
                <a:cs typeface="Times New Roman" panose="02020603050405020304" pitchFamily="18" charset="0"/>
              </a:rPr>
              <a:t>we aren’t really listening at all</a:t>
            </a:r>
          </a:p>
          <a:p>
            <a:r>
              <a:rPr lang="en-US" sz="2400" dirty="0">
                <a:solidFill>
                  <a:schemeClr val="tx1"/>
                </a:solidFill>
                <a:latin typeface="Times New Roman" panose="02020603050405020304" pitchFamily="18" charset="0"/>
                <a:cs typeface="Times New Roman" panose="02020603050405020304" pitchFamily="18" charset="0"/>
              </a:rPr>
              <a:t>making an effort to avoid the conversation entirely</a:t>
            </a:r>
          </a:p>
          <a:p>
            <a:r>
              <a:rPr lang="en-US" sz="2400" dirty="0">
                <a:solidFill>
                  <a:schemeClr val="tx1"/>
                </a:solidFill>
                <a:latin typeface="Times New Roman" panose="02020603050405020304" pitchFamily="18" charset="0"/>
                <a:cs typeface="Times New Roman" panose="02020603050405020304" pitchFamily="18" charset="0"/>
              </a:rPr>
              <a:t>this level can frustrate the person </a:t>
            </a:r>
            <a:r>
              <a:rPr lang="en-US" sz="2400" dirty="0" smtClean="0">
                <a:solidFill>
                  <a:schemeClr val="tx1"/>
                </a:solidFill>
                <a:latin typeface="Times New Roman" panose="02020603050405020304" pitchFamily="18" charset="0"/>
                <a:cs typeface="Times New Roman" panose="02020603050405020304" pitchFamily="18" charset="0"/>
              </a:rPr>
              <a:t>you are </a:t>
            </a:r>
            <a:r>
              <a:rPr lang="en-US" sz="2400" dirty="0">
                <a:solidFill>
                  <a:schemeClr val="tx1"/>
                </a:solidFill>
                <a:latin typeface="Times New Roman" panose="02020603050405020304" pitchFamily="18" charset="0"/>
                <a:cs typeface="Times New Roman" panose="02020603050405020304" pitchFamily="18" charset="0"/>
              </a:rPr>
              <a:t>speaking to</a:t>
            </a:r>
          </a:p>
        </p:txBody>
      </p:sp>
      <p:pic>
        <p:nvPicPr>
          <p:cNvPr id="4" name="Picture 3"/>
          <p:cNvPicPr>
            <a:picLocks noChangeAspect="1"/>
          </p:cNvPicPr>
          <p:nvPr/>
        </p:nvPicPr>
        <p:blipFill>
          <a:blip r:embed="rId2"/>
          <a:srcRect t="16483" b="17583"/>
          <a:stretch/>
        </p:blipFill>
        <p:spPr>
          <a:xfrm>
            <a:off x="0" y="5355770"/>
            <a:ext cx="9144000" cy="1524001"/>
          </a:xfrm>
          <a:prstGeom prst="rect">
            <a:avLst/>
          </a:prstGeom>
        </p:spPr>
      </p:pic>
    </p:spTree>
    <p:extLst>
      <p:ext uri="{BB962C8B-B14F-4D97-AF65-F5344CB8AC3E}">
        <p14:creationId xmlns="" xmlns:p14="http://schemas.microsoft.com/office/powerpoint/2010/main" val="117935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858311" cy="4601183"/>
          </a:xfrm>
        </p:spPr>
        <p:txBody>
          <a:bodyPr/>
          <a:lstStyle/>
          <a:p>
            <a:r>
              <a:rPr lang="en-US" b="1" dirty="0">
                <a:latin typeface="Times New Roman" panose="02020603050405020304" pitchFamily="18" charset="0"/>
                <a:cs typeface="Times New Roman" panose="02020603050405020304" pitchFamily="18" charset="0"/>
              </a:rPr>
              <a:t>Level 2</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Pretending to Listen</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90800" y="381000"/>
            <a:ext cx="5924550" cy="6096000"/>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Pretend listeners give you the impression they hear what you say, and they may hear some of your words, but they are not "present."  </a:t>
            </a:r>
          </a:p>
          <a:p>
            <a:r>
              <a:rPr lang="en-US" sz="2400" dirty="0">
                <a:solidFill>
                  <a:schemeClr val="tx1"/>
                </a:solidFill>
                <a:latin typeface="Times New Roman" panose="02020603050405020304" pitchFamily="18" charset="0"/>
                <a:cs typeface="Times New Roman" panose="02020603050405020304" pitchFamily="18" charset="0"/>
              </a:rPr>
              <a:t>They may nod their head or offer another gesture to indicate they are listening, but they are not giving you their full attention.</a:t>
            </a:r>
          </a:p>
          <a:p>
            <a:pPr lvl="1"/>
            <a:r>
              <a:rPr lang="en-US" sz="2200" b="1" dirty="0">
                <a:solidFill>
                  <a:schemeClr val="tx1"/>
                </a:solidFill>
                <a:latin typeface="Times New Roman" panose="02020603050405020304" pitchFamily="18" charset="0"/>
                <a:cs typeface="Times New Roman" panose="02020603050405020304" pitchFamily="18" charset="0"/>
              </a:rPr>
              <a:t>For example, if your boss is giving you important project details on a Zoom call while you nod and </a:t>
            </a:r>
            <a:r>
              <a:rPr lang="en-US" sz="2200" b="1" dirty="0" smtClean="0">
                <a:solidFill>
                  <a:schemeClr val="tx1"/>
                </a:solidFill>
                <a:latin typeface="Times New Roman" panose="02020603050405020304" pitchFamily="18" charset="0"/>
                <a:cs typeface="Times New Roman" panose="02020603050405020304" pitchFamily="18" charset="0"/>
              </a:rPr>
              <a:t>smile, </a:t>
            </a:r>
            <a:r>
              <a:rPr lang="en-US" sz="2200" b="1" dirty="0">
                <a:solidFill>
                  <a:schemeClr val="tx1"/>
                </a:solidFill>
                <a:latin typeface="Times New Roman" panose="02020603050405020304" pitchFamily="18" charset="0"/>
                <a:cs typeface="Times New Roman" panose="02020603050405020304" pitchFamily="18" charset="0"/>
              </a:rPr>
              <a:t>you are simultaneously sending funny messages to your friend about something irrelevant</a:t>
            </a:r>
            <a:r>
              <a:rPr lang="en-US" sz="2200" b="1">
                <a:solidFill>
                  <a:schemeClr val="tx1"/>
                </a:solidFill>
                <a:latin typeface="Times New Roman" panose="02020603050405020304" pitchFamily="18" charset="0"/>
                <a:cs typeface="Times New Roman" panose="02020603050405020304" pitchFamily="18" charset="0"/>
              </a:rPr>
              <a:t>, </a:t>
            </a:r>
            <a:r>
              <a:rPr lang="en-US" sz="2200" b="1" smtClean="0">
                <a:solidFill>
                  <a:schemeClr val="tx1"/>
                </a:solidFill>
                <a:latin typeface="Times New Roman" panose="02020603050405020304" pitchFamily="18" charset="0"/>
                <a:cs typeface="Times New Roman" panose="02020603050405020304" pitchFamily="18" charset="0"/>
              </a:rPr>
              <a:t>you </a:t>
            </a:r>
            <a:r>
              <a:rPr lang="en-US" sz="2200" b="1" dirty="0">
                <a:solidFill>
                  <a:schemeClr val="tx1"/>
                </a:solidFill>
                <a:latin typeface="Times New Roman" panose="02020603050405020304" pitchFamily="18" charset="0"/>
                <a:cs typeface="Times New Roman" panose="02020603050405020304" pitchFamily="18" charset="0"/>
              </a:rPr>
              <a:t>probably </a:t>
            </a:r>
            <a:r>
              <a:rPr lang="en-US" sz="2200" b="1">
                <a:solidFill>
                  <a:schemeClr val="tx1"/>
                </a:solidFill>
                <a:latin typeface="Times New Roman" panose="02020603050405020304" pitchFamily="18" charset="0"/>
                <a:cs typeface="Times New Roman" panose="02020603050405020304" pitchFamily="18" charset="0"/>
              </a:rPr>
              <a:t>pretend </a:t>
            </a:r>
            <a:r>
              <a:rPr lang="en-US" sz="2200" b="1" smtClean="0">
                <a:solidFill>
                  <a:schemeClr val="tx1"/>
                </a:solidFill>
                <a:latin typeface="Times New Roman" panose="02020603050405020304" pitchFamily="18" charset="0"/>
                <a:cs typeface="Times New Roman" panose="02020603050405020304" pitchFamily="18" charset="0"/>
              </a:rPr>
              <a:t>listening.</a:t>
            </a:r>
            <a:endParaRPr lang="en-US"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63663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219200"/>
            <a:ext cx="2324911" cy="4505821"/>
          </a:xfrm>
        </p:spPr>
        <p:txBody>
          <a:bodyPr>
            <a:normAutofit/>
          </a:bodyPr>
          <a:lstStyle/>
          <a:p>
            <a:r>
              <a:rPr lang="en-US" b="1" dirty="0">
                <a:solidFill>
                  <a:schemeClr val="bg1"/>
                </a:solidFill>
                <a:latin typeface="Times New Roman" panose="02020603050405020304" pitchFamily="18" charset="0"/>
                <a:cs typeface="Times New Roman" panose="02020603050405020304" pitchFamily="18" charset="0"/>
              </a:rPr>
              <a:t>Level 3</a:t>
            </a:r>
            <a:br>
              <a:rPr lang="en-US" b="1" dirty="0">
                <a:solidFill>
                  <a:schemeClr val="bg1"/>
                </a:solidFill>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
            </a:r>
            <a:br>
              <a:rPr lang="en-US" b="1" dirty="0">
                <a:solidFill>
                  <a:schemeClr val="bg1"/>
                </a:solidFill>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Selective Listening</a:t>
            </a:r>
            <a:br>
              <a:rPr lang="en-US" b="1" dirty="0">
                <a:solidFill>
                  <a:schemeClr val="bg1"/>
                </a:solidFill>
                <a:latin typeface="Times New Roman" panose="02020603050405020304" pitchFamily="18" charset="0"/>
                <a:cs typeface="Times New Roman" panose="02020603050405020304" pitchFamily="18" charset="0"/>
              </a:rPr>
            </a:b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24200" y="1447800"/>
            <a:ext cx="5391150" cy="4042172"/>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The person who listens selectively only wants part of the message, but not all.  </a:t>
            </a:r>
          </a:p>
          <a:p>
            <a:r>
              <a:rPr lang="en-US" sz="2400" dirty="0">
                <a:solidFill>
                  <a:schemeClr val="tx1"/>
                </a:solidFill>
                <a:latin typeface="Times New Roman" panose="02020603050405020304" pitchFamily="18" charset="0"/>
                <a:cs typeface="Times New Roman" panose="02020603050405020304" pitchFamily="18" charset="0"/>
              </a:rPr>
              <a:t>They are probably the person who says, "So, what's your point?”</a:t>
            </a:r>
          </a:p>
          <a:p>
            <a:r>
              <a:rPr lang="en-US" sz="2400" dirty="0">
                <a:solidFill>
                  <a:schemeClr val="tx1"/>
                </a:solidFill>
                <a:latin typeface="Times New Roman" panose="02020603050405020304" pitchFamily="18" charset="0"/>
                <a:cs typeface="Times New Roman" panose="02020603050405020304" pitchFamily="18" charset="0"/>
              </a:rPr>
              <a:t>They are quick to interrupt the person who is speaking or they have the tendency to finish the other person's sentences.  </a:t>
            </a:r>
          </a:p>
          <a:p>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rcRect t="13676" b="18465"/>
          <a:stretch/>
        </p:blipFill>
        <p:spPr>
          <a:xfrm>
            <a:off x="0" y="5334000"/>
            <a:ext cx="9144000" cy="1524000"/>
          </a:xfrm>
          <a:prstGeom prst="rect">
            <a:avLst/>
          </a:prstGeom>
        </p:spPr>
      </p:pic>
    </p:spTree>
    <p:extLst>
      <p:ext uri="{BB962C8B-B14F-4D97-AF65-F5344CB8AC3E}">
        <p14:creationId xmlns="" xmlns:p14="http://schemas.microsoft.com/office/powerpoint/2010/main" val="134504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Level 4</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Attentive Listening</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19400" y="892014"/>
            <a:ext cx="5772150" cy="5661185"/>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Attentive/ active listening is taking a moment !</a:t>
            </a:r>
          </a:p>
          <a:p>
            <a:r>
              <a:rPr lang="en-US" sz="2400" dirty="0">
                <a:solidFill>
                  <a:schemeClr val="tx1"/>
                </a:solidFill>
                <a:latin typeface="Times New Roman" panose="02020603050405020304" pitchFamily="18" charset="0"/>
                <a:cs typeface="Times New Roman" panose="02020603050405020304" pitchFamily="18" charset="0"/>
              </a:rPr>
              <a:t> Pay (attention), </a:t>
            </a:r>
            <a:r>
              <a:rPr lang="en-US" sz="2400" i="1" dirty="0">
                <a:solidFill>
                  <a:schemeClr val="tx1"/>
                </a:solidFill>
                <a:latin typeface="Times New Roman" panose="02020603050405020304" pitchFamily="18" charset="0"/>
                <a:cs typeface="Times New Roman" panose="02020603050405020304" pitchFamily="18" charset="0"/>
              </a:rPr>
              <a:t>pause</a:t>
            </a:r>
            <a:r>
              <a:rPr lang="en-US" sz="2400" dirty="0">
                <a:solidFill>
                  <a:schemeClr val="tx1"/>
                </a:solidFill>
                <a:latin typeface="Times New Roman" panose="02020603050405020304" pitchFamily="18" charset="0"/>
                <a:cs typeface="Times New Roman" panose="02020603050405020304" pitchFamily="18" charset="0"/>
              </a:rPr>
              <a:t>, </a:t>
            </a:r>
            <a:r>
              <a:rPr lang="en-US" sz="2400" i="1" dirty="0">
                <a:solidFill>
                  <a:schemeClr val="tx1"/>
                </a:solidFill>
                <a:latin typeface="Times New Roman" panose="02020603050405020304" pitchFamily="18" charset="0"/>
                <a:cs typeface="Times New Roman" panose="02020603050405020304" pitchFamily="18" charset="0"/>
              </a:rPr>
              <a:t>process</a:t>
            </a:r>
            <a:r>
              <a:rPr lang="en-US" sz="2400" dirty="0">
                <a:solidFill>
                  <a:schemeClr val="tx1"/>
                </a:solidFill>
                <a:latin typeface="Times New Roman" panose="02020603050405020304" pitchFamily="18" charset="0"/>
                <a:cs typeface="Times New Roman" panose="02020603050405020304" pitchFamily="18" charset="0"/>
              </a:rPr>
              <a:t>, </a:t>
            </a:r>
            <a:r>
              <a:rPr lang="en-US" sz="2400" i="1" dirty="0">
                <a:solidFill>
                  <a:schemeClr val="tx1"/>
                </a:solidFill>
                <a:latin typeface="Times New Roman" panose="02020603050405020304" pitchFamily="18" charset="0"/>
                <a:cs typeface="Times New Roman" panose="02020603050405020304" pitchFamily="18" charset="0"/>
              </a:rPr>
              <a:t>respond</a:t>
            </a:r>
            <a:r>
              <a:rPr lang="en-US" sz="2400" dirty="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using the right body language to show that we are listening.</a:t>
            </a:r>
          </a:p>
          <a:p>
            <a:r>
              <a:rPr lang="en-US" sz="2400" dirty="0">
                <a:solidFill>
                  <a:schemeClr val="tx1"/>
                </a:solidFill>
                <a:latin typeface="Times New Roman" panose="02020603050405020304" pitchFamily="18" charset="0"/>
                <a:cs typeface="Times New Roman" panose="02020603050405020304" pitchFamily="18" charset="0"/>
              </a:rPr>
              <a:t>But they are one step short of being empathic listeners because attentive listeners hear from their frame of reference.  </a:t>
            </a:r>
          </a:p>
          <a:p>
            <a:r>
              <a:rPr lang="en-US" sz="2400" dirty="0">
                <a:solidFill>
                  <a:schemeClr val="tx1"/>
                </a:solidFill>
                <a:latin typeface="Times New Roman" panose="02020603050405020304" pitchFamily="18" charset="0"/>
                <a:cs typeface="Times New Roman" panose="02020603050405020304" pitchFamily="18" charset="0"/>
              </a:rPr>
              <a:t>They don't try to put themselves in the other person's shoes.</a:t>
            </a:r>
          </a:p>
          <a:p>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08386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Level 5</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Empathic Listening</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67000" y="0"/>
            <a:ext cx="5848350" cy="7010400"/>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concentrate and listen to understand the intent behind the message</a:t>
            </a:r>
          </a:p>
          <a:p>
            <a:r>
              <a:rPr lang="en-US" sz="2400" dirty="0">
                <a:solidFill>
                  <a:schemeClr val="tx1"/>
                </a:solidFill>
                <a:latin typeface="Times New Roman" panose="02020603050405020304" pitchFamily="18" charset="0"/>
                <a:cs typeface="Times New Roman" panose="02020603050405020304" pitchFamily="18" charset="0"/>
              </a:rPr>
              <a:t>The person who develops this skill listens not only to the other person's words, but also listens for what the other person means.</a:t>
            </a:r>
          </a:p>
          <a:p>
            <a:r>
              <a:rPr lang="en-US" sz="2400" dirty="0">
                <a:solidFill>
                  <a:schemeClr val="tx1"/>
                </a:solidFill>
                <a:latin typeface="Times New Roman" panose="02020603050405020304" pitchFamily="18" charset="0"/>
                <a:cs typeface="Times New Roman" panose="02020603050405020304" pitchFamily="18" charset="0"/>
              </a:rPr>
              <a:t>willing to give their time AND full attention to truly hear the other person. </a:t>
            </a:r>
          </a:p>
          <a:p>
            <a:r>
              <a:rPr lang="en-US" sz="2400" dirty="0">
                <a:solidFill>
                  <a:schemeClr val="tx1"/>
                </a:solidFill>
                <a:latin typeface="Times New Roman" panose="02020603050405020304" pitchFamily="18" charset="0"/>
                <a:cs typeface="Times New Roman" panose="02020603050405020304" pitchFamily="18" charset="0"/>
              </a:rPr>
              <a:t>"To truly listen means to transcend your autobiography, to get out of your own frame of reference, out of your own value system, out of your own history and judging tendencies, and to get deeply into the frame of reference or viewpoint of another person.  This is called empathic listening.  It is a very, very rare skill.  But it is more than a skill.  Much more."                                                    </a:t>
            </a:r>
            <a:r>
              <a:rPr lang="en-US" sz="1600" b="1" i="1" dirty="0">
                <a:solidFill>
                  <a:schemeClr val="tx1"/>
                </a:solidFill>
                <a:latin typeface="Times New Roman" panose="02020603050405020304" pitchFamily="18" charset="0"/>
                <a:cs typeface="Times New Roman" panose="02020603050405020304" pitchFamily="18" charset="0"/>
              </a:rPr>
              <a:t>- Stephen R. Covey, The 8th Habit</a:t>
            </a:r>
            <a:endParaRPr lang="en-US" sz="24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4016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0451BA5-A86A-35F2-913A-890C07E20768}"/>
              </a:ext>
            </a:extLst>
          </p:cNvPr>
          <p:cNvSpPr>
            <a:spLocks noGrp="1"/>
          </p:cNvSpPr>
          <p:nvPr>
            <p:ph idx="4294967295"/>
          </p:nvPr>
        </p:nvSpPr>
        <p:spPr>
          <a:xfrm>
            <a:off x="190500" y="-236538"/>
            <a:ext cx="8763000" cy="7331075"/>
          </a:xfrm>
        </p:spPr>
        <p:txBody>
          <a:bodyPr>
            <a:noAutofit/>
          </a:bodyPr>
          <a:lstStyle/>
          <a:p>
            <a:pPr marL="0" indent="0">
              <a:lnSpc>
                <a:spcPct val="100000"/>
              </a:lnSpc>
              <a:spcBef>
                <a:spcPts val="0"/>
              </a:spcBef>
              <a:buNone/>
            </a:pPr>
            <a:r>
              <a:rPr lang="en-US" sz="2800" b="1" u="sng" dirty="0">
                <a:solidFill>
                  <a:schemeClr val="tx1"/>
                </a:solidFill>
                <a:latin typeface="Times New Roman" panose="02020603050405020304" pitchFamily="18" charset="0"/>
                <a:cs typeface="Times New Roman" panose="02020603050405020304" pitchFamily="18" charset="0"/>
              </a:rPr>
              <a:t>Case Study</a:t>
            </a:r>
          </a:p>
          <a:p>
            <a:pPr marL="0" indent="0" algn="just">
              <a:spcBef>
                <a:spcPts val="0"/>
              </a:spcBef>
              <a:buNone/>
            </a:pPr>
            <a:r>
              <a:rPr lang="en-US" sz="2400" dirty="0">
                <a:solidFill>
                  <a:schemeClr val="tx1"/>
                </a:solidFill>
                <a:latin typeface="Times New Roman" panose="02020603050405020304" pitchFamily="18" charset="0"/>
                <a:cs typeface="Times New Roman" panose="02020603050405020304" pitchFamily="18" charset="0"/>
              </a:rPr>
              <a:t>In a school in Islamabad, Mrs. Ahmed delivered a lecture on the Industrial Revolution to her 10th-grade class. While most students participated actively, Hassan, seated at the back, was distracted, doodling instead of taking notes. Despite her emphasis on key points like technological advancements and societal changes, Hassan was occasionally looking up when the teacher raised her voice to emphasize an important point. When asked to summarize the lecture, he struggled to provide a coherent response. He muttered something about factories and machines, but it was evident that he hadn’t fully absorbed the information However, when another student brought up modern automation's impact on jobs, Hassan showed interest and gave insightful input on modern technology, revealing his limited engagement during the lecture.</a:t>
            </a:r>
          </a:p>
          <a:p>
            <a:pPr marL="457200" indent="-457200" algn="just">
              <a:lnSpc>
                <a:spcPct val="100000"/>
              </a:lnSpc>
              <a:spcBef>
                <a:spcPts val="0"/>
              </a:spcBef>
              <a:buFont typeface="+mj-lt"/>
              <a:buAutoNum type="alphaLcParenR"/>
            </a:pPr>
            <a:r>
              <a:rPr lang="en-US" sz="2400" b="1" dirty="0">
                <a:solidFill>
                  <a:schemeClr val="tx1"/>
                </a:solidFill>
                <a:latin typeface="Times New Roman" panose="02020603050405020304" pitchFamily="18" charset="0"/>
                <a:cs typeface="Times New Roman" panose="02020603050405020304" pitchFamily="18" charset="0"/>
              </a:rPr>
              <a:t>What level of listening did Hassan exhibit during Mrs. Ahmed's lecture?</a:t>
            </a:r>
          </a:p>
          <a:p>
            <a:pPr marL="457200" indent="-457200" algn="just">
              <a:lnSpc>
                <a:spcPct val="100000"/>
              </a:lnSpc>
              <a:spcBef>
                <a:spcPts val="0"/>
              </a:spcBef>
              <a:buFont typeface="+mj-lt"/>
              <a:buAutoNum type="alphaLcParenR"/>
            </a:pPr>
            <a:r>
              <a:rPr lang="en-US" sz="2400" b="1" dirty="0">
                <a:solidFill>
                  <a:schemeClr val="tx1"/>
                </a:solidFill>
                <a:latin typeface="Times New Roman" panose="02020603050405020304" pitchFamily="18" charset="0"/>
                <a:cs typeface="Times New Roman" panose="02020603050405020304" pitchFamily="18" charset="0"/>
              </a:rPr>
              <a:t>What were the consequences of Hassan’s limited engagement during the lecture?</a:t>
            </a:r>
          </a:p>
          <a:p>
            <a:pPr marL="457200" indent="-457200" algn="just">
              <a:lnSpc>
                <a:spcPct val="100000"/>
              </a:lnSpc>
              <a:spcBef>
                <a:spcPts val="0"/>
              </a:spcBef>
              <a:buFont typeface="+mj-lt"/>
              <a:buAutoNum type="alphaLcParenR"/>
            </a:pPr>
            <a:r>
              <a:rPr lang="en-US" sz="2400" b="1" dirty="0">
                <a:solidFill>
                  <a:schemeClr val="tx1"/>
                </a:solidFill>
                <a:latin typeface="Times New Roman" panose="02020603050405020304" pitchFamily="18" charset="0"/>
                <a:cs typeface="Times New Roman" panose="02020603050405020304" pitchFamily="18" charset="0"/>
              </a:rPr>
              <a:t>What strategies can be recommended to help Hassan improve his listening during lectures?</a:t>
            </a:r>
          </a:p>
        </p:txBody>
      </p:sp>
    </p:spTree>
    <p:extLst>
      <p:ext uri="{BB962C8B-B14F-4D97-AF65-F5344CB8AC3E}">
        <p14:creationId xmlns="" xmlns:p14="http://schemas.microsoft.com/office/powerpoint/2010/main" val="3044562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 xmlns:a16="http://schemas.microsoft.com/office/drawing/2014/main" id="{AACBC33F-A7D6-77E1-7D31-BD01B21E5801}"/>
              </a:ext>
            </a:extLst>
          </p:cNvPr>
          <p:cNvSpPr txBox="1"/>
          <p:nvPr/>
        </p:nvSpPr>
        <p:spPr>
          <a:xfrm>
            <a:off x="419100" y="487025"/>
            <a:ext cx="8305800" cy="6370975"/>
          </a:xfrm>
          <a:prstGeom prst="rect">
            <a:avLst/>
          </a:prstGeom>
          <a:noFill/>
        </p:spPr>
        <p:txBody>
          <a:bodyPr wrap="square" rtlCol="0">
            <a:spAutoFit/>
          </a:bodyPr>
          <a:lstStyle/>
          <a:p>
            <a:pPr defTabSz="914400" eaLnBrk="0" fontAlgn="base" hangingPunct="0">
              <a:spcBef>
                <a:spcPct val="0"/>
              </a:spcBef>
              <a:spcAft>
                <a:spcPct val="0"/>
              </a:spcAft>
            </a:pPr>
            <a:r>
              <a:rPr lang="en-US" sz="2400" b="1" dirty="0">
                <a:solidFill>
                  <a:schemeClr val="tx1"/>
                </a:solidFill>
                <a:latin typeface="Times New Roman" panose="02020603050405020304" pitchFamily="18" charset="0"/>
                <a:cs typeface="Times New Roman" panose="02020603050405020304" pitchFamily="18" charset="0"/>
              </a:rPr>
              <a:t>Possible Answers</a:t>
            </a:r>
          </a:p>
          <a:p>
            <a:pPr defTabSz="914400" eaLnBrk="0" fontAlgn="base" hangingPunct="0">
              <a:spcBef>
                <a:spcPct val="0"/>
              </a:spcBef>
              <a:spcAft>
                <a:spcPct val="0"/>
              </a:spcAft>
            </a:pPr>
            <a:endParaRPr lang="en-US" sz="2400" b="1" dirty="0">
              <a:solidFill>
                <a:schemeClr val="tx1"/>
              </a:solidFill>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pPr>
            <a:r>
              <a:rPr lang="en-US" sz="2400" b="1" dirty="0">
                <a:solidFill>
                  <a:schemeClr val="tx1"/>
                </a:solidFill>
                <a:latin typeface="Times New Roman" panose="02020603050405020304" pitchFamily="18" charset="0"/>
                <a:cs typeface="Times New Roman" panose="02020603050405020304" pitchFamily="18" charset="0"/>
              </a:rPr>
              <a:t>What level of listening did Hassan exhibit during Mrs. Ahmed's lecture?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Hassan demonstrated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selective listening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he only responded to the parts of the lecture related to modern technology but ignored the rest.</a:t>
            </a:r>
          </a:p>
          <a:p>
            <a:pPr defTabSz="914400" eaLnBrk="0" fontAlgn="base" hangingPunct="0">
              <a:spcBef>
                <a:spcPct val="0"/>
              </a:spcBef>
              <a:spcAft>
                <a:spcPct val="0"/>
              </a:spcAft>
            </a:pPr>
            <a:r>
              <a:rPr lang="en-US" sz="2400" b="1" dirty="0">
                <a:solidFill>
                  <a:schemeClr val="tx1"/>
                </a:solidFill>
                <a:latin typeface="Times New Roman" panose="02020603050405020304" pitchFamily="18" charset="0"/>
                <a:cs typeface="Times New Roman" panose="02020603050405020304" pitchFamily="18" charset="0"/>
              </a:rPr>
              <a:t>What were the consequences of Hassan’s limited engagement during the lecture?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consequence of Hassan’s limited listening was his inability to provide a coherent summary of the lecture, showing he missed the key points discussed.</a:t>
            </a:r>
          </a:p>
          <a:p>
            <a:pPr defTabSz="914400" eaLnBrk="0" fontAlgn="base" hangingPunct="0">
              <a:spcBef>
                <a:spcPct val="0"/>
              </a:spcBef>
              <a:spcAft>
                <a:spcPct val="0"/>
              </a:spcAft>
            </a:pPr>
            <a:r>
              <a:rPr lang="en-US" sz="2400" b="1" dirty="0">
                <a:solidFill>
                  <a:schemeClr val="tx1"/>
                </a:solidFill>
                <a:latin typeface="Times New Roman" panose="02020603050405020304" pitchFamily="18" charset="0"/>
                <a:cs typeface="Times New Roman" panose="02020603050405020304" pitchFamily="18" charset="0"/>
              </a:rPr>
              <a:t>What strategies can be recommended to help Hassan improve his listening during lectures?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Hassan should practice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active listening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take notes, and participate in discussions to engage with the content fully.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73265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905000" y="1479550"/>
            <a:ext cx="5943600" cy="1949450"/>
          </a:xfrm>
        </p:spPr>
        <p:txBody>
          <a:bodyPr>
            <a:normAutofit/>
          </a:bodyPr>
          <a:lstStyle/>
          <a:p>
            <a:r>
              <a:rPr lang="en-US" sz="5400" b="1" dirty="0">
                <a:solidFill>
                  <a:schemeClr val="tx1"/>
                </a:solidFill>
                <a:latin typeface="+mn-lt"/>
              </a:rPr>
              <a:t>Types of Listening</a:t>
            </a:r>
          </a:p>
        </p:txBody>
      </p:sp>
      <p:graphicFrame>
        <p:nvGraphicFramePr>
          <p:cNvPr id="3" name="Diagram 2">
            <a:extLst>
              <a:ext uri="{FF2B5EF4-FFF2-40B4-BE49-F238E27FC236}">
                <a16:creationId xmlns="" xmlns:a16="http://schemas.microsoft.com/office/drawing/2014/main" id="{E47C7560-5482-7879-AAED-C25221A18909}"/>
              </a:ext>
            </a:extLst>
          </p:cNvPr>
          <p:cNvGraphicFramePr/>
          <p:nvPr/>
        </p:nvGraphicFramePr>
        <p:xfrm>
          <a:off x="1524000" y="28257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727115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D9B2D2-7B56-3969-35DA-02CAEC766DE1}"/>
              </a:ext>
            </a:extLst>
          </p:cNvPr>
          <p:cNvSpPr>
            <a:spLocks noGrp="1"/>
          </p:cNvSpPr>
          <p:nvPr>
            <p:ph type="title"/>
          </p:nvPr>
        </p:nvSpPr>
        <p:spPr>
          <a:xfrm>
            <a:off x="323850" y="3429000"/>
            <a:ext cx="2362200" cy="994172"/>
          </a:xfrm>
        </p:spPr>
        <p:txBody>
          <a:bodyPr/>
          <a:lstStyle/>
          <a:p>
            <a:r>
              <a:rPr lang="en-US" b="1" dirty="0">
                <a:latin typeface="Times New Roman" panose="02020603050405020304" pitchFamily="18" charset="0"/>
                <a:cs typeface="Times New Roman" panose="02020603050405020304" pitchFamily="18" charset="0"/>
              </a:rPr>
              <a:t>Types of Listening</a:t>
            </a:r>
          </a:p>
        </p:txBody>
      </p:sp>
      <p:pic>
        <p:nvPicPr>
          <p:cNvPr id="5" name="Content Placeholder 4">
            <a:extLst>
              <a:ext uri="{FF2B5EF4-FFF2-40B4-BE49-F238E27FC236}">
                <a16:creationId xmlns="" xmlns:a16="http://schemas.microsoft.com/office/drawing/2014/main" id="{C90A1F2A-6A04-9460-D316-934F451FA10A}"/>
              </a:ext>
            </a:extLst>
          </p:cNvPr>
          <p:cNvPicPr>
            <a:picLocks noGrp="1" noChangeAspect="1"/>
          </p:cNvPicPr>
          <p:nvPr>
            <p:ph idx="1"/>
          </p:nvPr>
        </p:nvPicPr>
        <p:blipFill>
          <a:blip r:embed="rId2" cstate="print"/>
          <a:stretch>
            <a:fillRect/>
          </a:stretch>
        </p:blipFill>
        <p:spPr>
          <a:xfrm>
            <a:off x="6558322" y="1569706"/>
            <a:ext cx="2261828" cy="3146157"/>
          </a:xfrm>
        </p:spPr>
      </p:pic>
      <p:sp>
        <p:nvSpPr>
          <p:cNvPr id="7" name="TextBox 6">
            <a:extLst>
              <a:ext uri="{FF2B5EF4-FFF2-40B4-BE49-F238E27FC236}">
                <a16:creationId xmlns="" xmlns:a16="http://schemas.microsoft.com/office/drawing/2014/main" id="{655A5F87-F617-86C9-7C38-D278AA72C5DE}"/>
              </a:ext>
            </a:extLst>
          </p:cNvPr>
          <p:cNvSpPr txBox="1"/>
          <p:nvPr/>
        </p:nvSpPr>
        <p:spPr>
          <a:xfrm>
            <a:off x="2820924" y="2133600"/>
            <a:ext cx="3884676" cy="2934458"/>
          </a:xfrm>
          <a:prstGeom prst="rect">
            <a:avLst/>
          </a:prstGeom>
          <a:noFill/>
        </p:spPr>
        <p:txBody>
          <a:bodyPr wrap="square" rtlCol="0">
            <a:spAutoFit/>
          </a:bodyPr>
          <a:lstStyle/>
          <a:p>
            <a:pPr marL="457200" indent="-457200">
              <a:lnSpc>
                <a:spcPct val="200000"/>
              </a:lnSpc>
              <a:buFont typeface="+mj-lt"/>
              <a:buAutoNum type="arabicPeriod"/>
            </a:pPr>
            <a:r>
              <a:rPr lang="en-US" sz="2400" b="1" dirty="0">
                <a:latin typeface="Times New Roman" panose="02020603050405020304" pitchFamily="18" charset="0"/>
                <a:cs typeface="Times New Roman" panose="02020603050405020304" pitchFamily="18" charset="0"/>
              </a:rPr>
              <a:t>Appreciative listening</a:t>
            </a:r>
          </a:p>
          <a:p>
            <a:pPr marL="457200" indent="-457200">
              <a:lnSpc>
                <a:spcPct val="200000"/>
              </a:lnSpc>
              <a:buFont typeface="+mj-lt"/>
              <a:buAutoNum type="arabicPeriod"/>
            </a:pPr>
            <a:r>
              <a:rPr lang="en-US" sz="2400" b="1" dirty="0">
                <a:latin typeface="Times New Roman" panose="02020603050405020304" pitchFamily="18" charset="0"/>
                <a:cs typeface="Times New Roman" panose="02020603050405020304" pitchFamily="18" charset="0"/>
              </a:rPr>
              <a:t>Informational listening</a:t>
            </a:r>
          </a:p>
          <a:p>
            <a:pPr marL="457200" indent="-457200">
              <a:lnSpc>
                <a:spcPct val="200000"/>
              </a:lnSpc>
              <a:buFont typeface="+mj-lt"/>
              <a:buAutoNum type="arabicPeriod"/>
            </a:pPr>
            <a:r>
              <a:rPr lang="en-US" sz="2400" b="1" dirty="0">
                <a:latin typeface="Times New Roman" panose="02020603050405020304" pitchFamily="18" charset="0"/>
                <a:cs typeface="Times New Roman" panose="02020603050405020304" pitchFamily="18" charset="0"/>
              </a:rPr>
              <a:t>Critical Listening</a:t>
            </a:r>
          </a:p>
          <a:p>
            <a:pPr marL="457200" indent="-457200">
              <a:lnSpc>
                <a:spcPct val="200000"/>
              </a:lnSpc>
              <a:buFont typeface="+mj-lt"/>
              <a:buAutoNum type="arabicPeriod"/>
            </a:pPr>
            <a:r>
              <a:rPr lang="en-US" sz="2400" b="1" dirty="0">
                <a:latin typeface="Times New Roman" panose="02020603050405020304" pitchFamily="18" charset="0"/>
                <a:cs typeface="Times New Roman" panose="02020603050405020304" pitchFamily="18" charset="0"/>
              </a:rPr>
              <a:t>Empathetic listening</a:t>
            </a:r>
          </a:p>
        </p:txBody>
      </p:sp>
      <p:sp>
        <p:nvSpPr>
          <p:cNvPr id="4" name="TextBox 3">
            <a:extLst>
              <a:ext uri="{FF2B5EF4-FFF2-40B4-BE49-F238E27FC236}">
                <a16:creationId xmlns="" xmlns:a16="http://schemas.microsoft.com/office/drawing/2014/main" id="{A5ADD476-01F5-E615-955B-EE6A3CF2AE78}"/>
              </a:ext>
            </a:extLst>
          </p:cNvPr>
          <p:cNvSpPr txBox="1"/>
          <p:nvPr/>
        </p:nvSpPr>
        <p:spPr>
          <a:xfrm>
            <a:off x="685800" y="6248400"/>
            <a:ext cx="8001000" cy="461665"/>
          </a:xfrm>
          <a:prstGeom prst="rect">
            <a:avLst/>
          </a:prstGeom>
          <a:noFill/>
        </p:spPr>
        <p:txBody>
          <a:bodyPr wrap="square">
            <a:spAutoFit/>
          </a:bodyPr>
          <a:lstStyle/>
          <a:p>
            <a:pPr algn="l"/>
            <a:r>
              <a:rPr lang="en-US" sz="2400" b="1" i="0" dirty="0">
                <a:effectLst/>
                <a:latin typeface="Times New Roman" panose="02020603050405020304" pitchFamily="18" charset="0"/>
                <a:cs typeface="Times New Roman" panose="02020603050405020304" pitchFamily="18" charset="0"/>
              </a:rPr>
              <a:t>Listening types can be defined by the goal of the listening.</a:t>
            </a:r>
          </a:p>
        </p:txBody>
      </p:sp>
    </p:spTree>
    <p:extLst>
      <p:ext uri="{BB962C8B-B14F-4D97-AF65-F5344CB8AC3E}">
        <p14:creationId xmlns="" xmlns:p14="http://schemas.microsoft.com/office/powerpoint/2010/main" val="3340301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B2692C-D04A-7D32-6481-24E33D8440B8}"/>
              </a:ext>
            </a:extLst>
          </p:cNvPr>
          <p:cNvSpPr>
            <a:spLocks noGrp="1"/>
          </p:cNvSpPr>
          <p:nvPr>
            <p:ph type="title"/>
          </p:nvPr>
        </p:nvSpPr>
        <p:spPr>
          <a:xfrm>
            <a:off x="37288" y="1123838"/>
            <a:ext cx="2553512" cy="4601183"/>
          </a:xfrm>
        </p:spPr>
        <p:txBody>
          <a:bodyPr/>
          <a:lstStyle/>
          <a:p>
            <a:r>
              <a:rPr lang="en-US" b="1" dirty="0">
                <a:latin typeface="Times New Roman" panose="02020603050405020304" pitchFamily="18" charset="0"/>
                <a:cs typeface="Times New Roman" panose="02020603050405020304" pitchFamily="18" charset="0"/>
              </a:rPr>
              <a:t>1.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Appreciative Listening</a:t>
            </a:r>
          </a:p>
        </p:txBody>
      </p:sp>
      <p:pic>
        <p:nvPicPr>
          <p:cNvPr id="7170" name="Picture 2" descr="Premium Vector | Vector illustration of boy listening to music">
            <a:extLst>
              <a:ext uri="{FF2B5EF4-FFF2-40B4-BE49-F238E27FC236}">
                <a16:creationId xmlns="" xmlns:a16="http://schemas.microsoft.com/office/drawing/2014/main" id="{21C08E1A-3A70-2268-42E5-0949CEF74F1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385555" y="4419600"/>
            <a:ext cx="2750339" cy="243840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BFAB2FE4-ABAD-7DDF-15F0-679898C211E8}"/>
              </a:ext>
            </a:extLst>
          </p:cNvPr>
          <p:cNvSpPr txBox="1"/>
          <p:nvPr/>
        </p:nvSpPr>
        <p:spPr>
          <a:xfrm>
            <a:off x="2527571" y="685800"/>
            <a:ext cx="5244829" cy="4457952"/>
          </a:xfrm>
          <a:prstGeom prst="rect">
            <a:avLst/>
          </a:prstGeom>
          <a:noFill/>
        </p:spPr>
        <p:txBody>
          <a:bodyPr wrap="square">
            <a:spAutoFit/>
          </a:bodyPr>
          <a:lstStyle/>
          <a:p>
            <a:pPr marL="800100" lvl="1"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involves listening for the sake of enjoyment</a:t>
            </a:r>
          </a:p>
          <a:p>
            <a:pPr marL="800100" lvl="1"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listening for pleasure</a:t>
            </a:r>
          </a:p>
          <a:p>
            <a:pPr marL="800100" lvl="1"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 very little active listening because the stakes are low</a:t>
            </a:r>
          </a:p>
          <a:p>
            <a:pPr lvl="1" eaLnBrk="1" hangingPunct="1">
              <a:lnSpc>
                <a:spcPct val="150000"/>
              </a:lnSpc>
            </a:pPr>
            <a:r>
              <a:rPr lang="en-US" sz="2400" b="1" dirty="0">
                <a:latin typeface="Times New Roman" panose="02020603050405020304" pitchFamily="18" charset="0"/>
                <a:cs typeface="Times New Roman" panose="02020603050405020304" pitchFamily="18" charset="0"/>
              </a:rPr>
              <a:t>Examples</a:t>
            </a:r>
          </a:p>
          <a:p>
            <a:pPr marL="800100" lvl="1"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listening to a favorite song, poetry, stories, comedy shows etc.</a:t>
            </a:r>
          </a:p>
        </p:txBody>
      </p:sp>
    </p:spTree>
    <p:extLst>
      <p:ext uri="{BB962C8B-B14F-4D97-AF65-F5344CB8AC3E}">
        <p14:creationId xmlns="" xmlns:p14="http://schemas.microsoft.com/office/powerpoint/2010/main" val="3859108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B2692C-D04A-7D32-6481-24E33D8440B8}"/>
              </a:ext>
            </a:extLst>
          </p:cNvPr>
          <p:cNvSpPr>
            <a:spLocks noGrp="1"/>
          </p:cNvSpPr>
          <p:nvPr>
            <p:ph type="title"/>
          </p:nvPr>
        </p:nvSpPr>
        <p:spPr>
          <a:xfrm>
            <a:off x="37288" y="1123838"/>
            <a:ext cx="2553512" cy="4601183"/>
          </a:xfrm>
        </p:spPr>
        <p:txBody>
          <a:bodyPr/>
          <a:lstStyle/>
          <a:p>
            <a:r>
              <a:rPr lang="en-US" b="1" dirty="0">
                <a:latin typeface="Times New Roman" panose="02020603050405020304" pitchFamily="18" charset="0"/>
                <a:cs typeface="Times New Roman" panose="02020603050405020304" pitchFamily="18" charset="0"/>
              </a:rPr>
              <a:t>2. Informational Listening</a:t>
            </a:r>
          </a:p>
        </p:txBody>
      </p:sp>
      <p:sp>
        <p:nvSpPr>
          <p:cNvPr id="4" name="TextBox 3">
            <a:extLst>
              <a:ext uri="{FF2B5EF4-FFF2-40B4-BE49-F238E27FC236}">
                <a16:creationId xmlns="" xmlns:a16="http://schemas.microsoft.com/office/drawing/2014/main" id="{FD443B9D-12CA-0253-1DB9-4D785A2EFBAA}"/>
              </a:ext>
            </a:extLst>
          </p:cNvPr>
          <p:cNvSpPr txBox="1"/>
          <p:nvPr/>
        </p:nvSpPr>
        <p:spPr>
          <a:xfrm>
            <a:off x="2743200" y="762000"/>
            <a:ext cx="6096000" cy="5632311"/>
          </a:xfrm>
          <a:prstGeom prst="rect">
            <a:avLst/>
          </a:prstGeom>
          <a:noFill/>
        </p:spPr>
        <p:txBody>
          <a:bodyPr wrap="square">
            <a:spAutoFit/>
          </a:bodyPr>
          <a:lstStyle/>
          <a:p>
            <a:pPr marL="342900" indent="-342900" algn="l">
              <a:buFont typeface="Arial" panose="020B0604020202020204" pitchFamily="34" charset="0"/>
              <a:buChar char="•"/>
            </a:pPr>
            <a:endParaRPr lang="en-US" sz="2400" b="0" i="0" dirty="0">
              <a:solidFill>
                <a:srgbClr val="2A2A2A"/>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listening to learn </a:t>
            </a:r>
            <a:endParaRPr lang="en-US" sz="2400" dirty="0">
              <a:solidFill>
                <a:srgbClr val="2A2A2A"/>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dirty="0">
                <a:solidFill>
                  <a:srgbClr val="2A2A2A"/>
                </a:solidFill>
                <a:effectLst/>
                <a:latin typeface="Times New Roman" panose="02020603050405020304" pitchFamily="18" charset="0"/>
                <a:cs typeface="Times New Roman" panose="02020603050405020304" pitchFamily="18" charset="0"/>
              </a:rPr>
              <a:t>this is true in many day-to-day situations, in education and at work</a:t>
            </a:r>
          </a:p>
          <a:p>
            <a:pPr marL="342900" indent="-342900" algn="l">
              <a:buFont typeface="Arial" panose="020B0604020202020204" pitchFamily="34" charset="0"/>
              <a:buChar char="•"/>
            </a:pPr>
            <a:r>
              <a:rPr lang="en-US" sz="2400" dirty="0">
                <a:solidFill>
                  <a:srgbClr val="2A2A2A"/>
                </a:solidFill>
                <a:latin typeface="Times New Roman" panose="02020603050405020304" pitchFamily="18" charset="0"/>
                <a:cs typeface="Times New Roman" panose="02020603050405020304" pitchFamily="18" charset="0"/>
              </a:rPr>
              <a:t>require concentration and conscious effort to understand</a:t>
            </a:r>
          </a:p>
          <a:p>
            <a:pPr marL="342900" indent="-342900" algn="l">
              <a:buFont typeface="Arial" panose="020B0604020202020204" pitchFamily="34" charset="0"/>
              <a:buChar char="•"/>
            </a:pPr>
            <a:r>
              <a:rPr lang="en-US" sz="2400" dirty="0">
                <a:solidFill>
                  <a:srgbClr val="2A2A2A"/>
                </a:solidFill>
                <a:latin typeface="Times New Roman" panose="02020603050405020304" pitchFamily="18" charset="0"/>
                <a:cs typeface="Times New Roman" panose="02020603050405020304" pitchFamily="18" charset="0"/>
              </a:rPr>
              <a:t>does not involve analysis and criticism</a:t>
            </a:r>
          </a:p>
          <a:p>
            <a:pPr marL="342900" indent="-342900" algn="l">
              <a:buFont typeface="Arial" panose="020B0604020202020204" pitchFamily="34" charset="0"/>
              <a:buChar char="•"/>
            </a:pPr>
            <a:endParaRPr lang="en-US" sz="2400" b="0" i="0" dirty="0">
              <a:solidFill>
                <a:srgbClr val="2A2A2A"/>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sz="2400" b="0" i="0" dirty="0">
              <a:solidFill>
                <a:srgbClr val="2A2A2A"/>
              </a:solidFill>
              <a:effectLst/>
              <a:latin typeface="Times New Roman" panose="02020603050405020304" pitchFamily="18" charset="0"/>
              <a:cs typeface="Times New Roman" panose="02020603050405020304" pitchFamily="18" charset="0"/>
            </a:endParaRPr>
          </a:p>
          <a:p>
            <a:pPr algn="l"/>
            <a:r>
              <a:rPr lang="en-US" sz="2400" b="1" dirty="0">
                <a:solidFill>
                  <a:srgbClr val="2A2A2A"/>
                </a:solidFill>
                <a:latin typeface="Times New Roman" panose="02020603050405020304" pitchFamily="18" charset="0"/>
                <a:cs typeface="Times New Roman" panose="02020603050405020304" pitchFamily="18" charset="0"/>
              </a:rPr>
              <a:t>Example</a:t>
            </a:r>
          </a:p>
          <a:p>
            <a:pPr marL="342900" indent="-342900" algn="l">
              <a:buFont typeface="Arial" panose="020B0604020202020204" pitchFamily="34" charset="0"/>
              <a:buChar char="•"/>
            </a:pPr>
            <a:r>
              <a:rPr lang="en-US" sz="2400" b="0" i="0" dirty="0">
                <a:solidFill>
                  <a:srgbClr val="2A2A2A"/>
                </a:solidFill>
                <a:effectLst/>
                <a:latin typeface="Times New Roman" panose="02020603050405020304" pitchFamily="18" charset="0"/>
                <a:cs typeface="Times New Roman" panose="02020603050405020304" pitchFamily="18" charset="0"/>
              </a:rPr>
              <a:t> when you listen to the news, watch a documentary, when a friend tells you a recipe or when you are talked-through a technical problem with a computer, listening to teacher to learn</a:t>
            </a:r>
          </a:p>
        </p:txBody>
      </p:sp>
    </p:spTree>
    <p:extLst>
      <p:ext uri="{BB962C8B-B14F-4D97-AF65-F5344CB8AC3E}">
        <p14:creationId xmlns="" xmlns:p14="http://schemas.microsoft.com/office/powerpoint/2010/main" val="140606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52701" y="736855"/>
            <a:ext cx="5835650" cy="5679948"/>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It occurs when one listens for sake of analyzing, critiquing</a:t>
            </a:r>
          </a:p>
          <a:p>
            <a:r>
              <a:rPr lang="en-US" sz="2400" dirty="0">
                <a:solidFill>
                  <a:schemeClr val="tx1"/>
                </a:solidFill>
                <a:latin typeface="Times New Roman" panose="02020603050405020304" pitchFamily="18" charset="0"/>
                <a:cs typeface="Times New Roman" panose="02020603050405020304" pitchFamily="18" charset="0"/>
              </a:rPr>
              <a:t>making judgements about the speaker or the message</a:t>
            </a:r>
          </a:p>
          <a:p>
            <a:r>
              <a:rPr lang="en-US" sz="2400" dirty="0">
                <a:solidFill>
                  <a:schemeClr val="tx1"/>
                </a:solidFill>
                <a:latin typeface="Times New Roman" panose="02020603050405020304" pitchFamily="18" charset="0"/>
                <a:cs typeface="Times New Roman" panose="02020603050405020304" pitchFamily="18" charset="0"/>
              </a:rPr>
              <a:t>helps in analyzing complex information </a:t>
            </a:r>
          </a:p>
          <a:p>
            <a:r>
              <a:rPr lang="en-US" sz="2400" dirty="0">
                <a:solidFill>
                  <a:schemeClr val="tx1"/>
                </a:solidFill>
                <a:latin typeface="Times New Roman" panose="02020603050405020304" pitchFamily="18" charset="0"/>
                <a:cs typeface="Times New Roman" panose="02020603050405020304" pitchFamily="18" charset="0"/>
              </a:rPr>
              <a:t>can also help determine truth from opinion and facts from feelings when implemented well</a:t>
            </a:r>
          </a:p>
          <a:p>
            <a:r>
              <a:rPr lang="en-US" sz="2400" b="1" u="sng" dirty="0">
                <a:solidFill>
                  <a:schemeClr val="tx1"/>
                </a:solidFill>
                <a:latin typeface="Times New Roman" panose="02020603050405020304" pitchFamily="18" charset="0"/>
                <a:cs typeface="Times New Roman" panose="02020603050405020304" pitchFamily="18" charset="0"/>
              </a:rPr>
              <a:t>Example</a:t>
            </a:r>
          </a:p>
          <a:p>
            <a:r>
              <a:rPr lang="en-US" sz="2400" dirty="0">
                <a:solidFill>
                  <a:schemeClr val="tx1"/>
                </a:solidFill>
                <a:latin typeface="Times New Roman" panose="02020603050405020304" pitchFamily="18" charset="0"/>
                <a:cs typeface="Times New Roman" panose="02020603050405020304" pitchFamily="18" charset="0"/>
              </a:rPr>
              <a:t>problem-solving, multiple options, various perspectives, helps sort the options </a:t>
            </a:r>
            <a:endParaRPr lang="en-US" sz="2400" b="1" u="sng" dirty="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 xmlns:a16="http://schemas.microsoft.com/office/drawing/2014/main" id="{302A951B-4E3B-7B06-5328-8A4F6D664C50}"/>
              </a:ext>
            </a:extLst>
          </p:cNvPr>
          <p:cNvSpPr txBox="1">
            <a:spLocks/>
          </p:cNvSpPr>
          <p:nvPr/>
        </p:nvSpPr>
        <p:spPr>
          <a:xfrm>
            <a:off x="342089" y="1276238"/>
            <a:ext cx="221061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3. </a:t>
            </a:r>
          </a:p>
          <a:p>
            <a:r>
              <a:rPr lang="en-US" b="1" dirty="0">
                <a:latin typeface="Times New Roman" panose="02020603050405020304" pitchFamily="18" charset="0"/>
                <a:cs typeface="Times New Roman" panose="02020603050405020304" pitchFamily="18" charset="0"/>
              </a:rPr>
              <a:t>Critical Listening</a:t>
            </a:r>
          </a:p>
        </p:txBody>
      </p:sp>
    </p:spTree>
    <p:extLst>
      <p:ext uri="{BB962C8B-B14F-4D97-AF65-F5344CB8AC3E}">
        <p14:creationId xmlns="" xmlns:p14="http://schemas.microsoft.com/office/powerpoint/2010/main" val="2300459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BF3379-2091-55B1-9264-DF7B88656A17}"/>
              </a:ext>
            </a:extLst>
          </p:cNvPr>
          <p:cNvSpPr>
            <a:spLocks noGrp="1"/>
          </p:cNvSpPr>
          <p:nvPr>
            <p:ph type="title"/>
          </p:nvPr>
        </p:nvSpPr>
        <p:spPr>
          <a:xfrm>
            <a:off x="189688" y="1123838"/>
            <a:ext cx="2401112" cy="4601183"/>
          </a:xfrm>
        </p:spPr>
        <p:txBody>
          <a:bodyPr/>
          <a:lstStyle/>
          <a:p>
            <a:r>
              <a:rPr lang="en-US" b="1" dirty="0">
                <a:latin typeface="Times New Roman" panose="02020603050405020304" pitchFamily="18" charset="0"/>
                <a:cs typeface="Times New Roman" panose="02020603050405020304" pitchFamily="18" charset="0"/>
              </a:rPr>
              <a:t>4.</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Empathetic Listening</a:t>
            </a:r>
          </a:p>
        </p:txBody>
      </p:sp>
      <p:sp>
        <p:nvSpPr>
          <p:cNvPr id="8" name="TextBox 7">
            <a:extLst>
              <a:ext uri="{FF2B5EF4-FFF2-40B4-BE49-F238E27FC236}">
                <a16:creationId xmlns="" xmlns:a16="http://schemas.microsoft.com/office/drawing/2014/main" id="{4970AB0D-B97F-0592-BA73-1CD50F887ACF}"/>
              </a:ext>
            </a:extLst>
          </p:cNvPr>
          <p:cNvSpPr txBox="1"/>
          <p:nvPr/>
        </p:nvSpPr>
        <p:spPr>
          <a:xfrm>
            <a:off x="2597227" y="1123838"/>
            <a:ext cx="6172200" cy="6001643"/>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beyond active listening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understand feeling and emotion of the speaker</a:t>
            </a:r>
          </a:p>
          <a:p>
            <a:pPr marL="342900" indent="-342900">
              <a:buFont typeface="Arial" panose="020B0604020202020204" pitchFamily="34" charset="0"/>
              <a:buChar char="•"/>
            </a:pPr>
            <a:r>
              <a:rPr lang="en-US" sz="2400" b="0" i="0" dirty="0">
                <a:solidFill>
                  <a:srgbClr val="1F1F1F"/>
                </a:solidFill>
                <a:effectLst/>
                <a:latin typeface="Times New Roman" panose="02020603050405020304" pitchFamily="18" charset="0"/>
                <a:cs typeface="Times New Roman" panose="02020603050405020304" pitchFamily="18" charset="0"/>
              </a:rPr>
              <a:t>making an emotional connection with the other person and finding similarities between their experience and your own so you can give a more heartfelt response.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make it difficult to maintain a sense of objectivity</a:t>
            </a:r>
          </a:p>
          <a:p>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Comforting a friend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Providing Emotional support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Therapist talking to client/patient</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50003370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2773</TotalTime>
  <Words>970</Words>
  <Application>Microsoft Office PowerPoint</Application>
  <PresentationFormat>On-screen Show (4:3)</PresentationFormat>
  <Paragraphs>118</Paragraphs>
  <Slides>19</Slides>
  <Notes>6</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Frame</vt:lpstr>
      <vt:lpstr>Listening Skill   Levels of Listening Types of Listening</vt:lpstr>
      <vt:lpstr>Hearing vs Listening</vt:lpstr>
      <vt:lpstr>Introduction</vt:lpstr>
      <vt:lpstr>Listening ability vary according to</vt:lpstr>
      <vt:lpstr>Levels of Listening</vt:lpstr>
      <vt:lpstr>5 Levels of Listening</vt:lpstr>
      <vt:lpstr>Level 1  Ignoring </vt:lpstr>
      <vt:lpstr>Level 2  Pretending to Listen </vt:lpstr>
      <vt:lpstr>Level 3  Selective Listening </vt:lpstr>
      <vt:lpstr>Level 4  Attentive Listening </vt:lpstr>
      <vt:lpstr>Level 5  Empathic Listening </vt:lpstr>
      <vt:lpstr>Slide 12</vt:lpstr>
      <vt:lpstr>Slide 13</vt:lpstr>
      <vt:lpstr>Types of Listening</vt:lpstr>
      <vt:lpstr>Types of Listening</vt:lpstr>
      <vt:lpstr>1.  Appreciative Listening</vt:lpstr>
      <vt:lpstr>2. Informational Listening</vt:lpstr>
      <vt:lpstr>Slide 18</vt:lpstr>
      <vt:lpstr>4. Empathetic Listening</vt:lpstr>
    </vt:vector>
  </TitlesOfParts>
  <Company>NU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Listening Skills</dc:title>
  <dc:creator>sumaira</dc:creator>
  <cp:lastModifiedBy>Razam Sahib</cp:lastModifiedBy>
  <cp:revision>88</cp:revision>
  <dcterms:created xsi:type="dcterms:W3CDTF">2008-06-16T12:29:04Z</dcterms:created>
  <dcterms:modified xsi:type="dcterms:W3CDTF">2024-10-21T08:27:30Z</dcterms:modified>
</cp:coreProperties>
</file>